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56"/>
  </p:notesMasterIdLst>
  <p:sldIdLst>
    <p:sldId id="256" r:id="rId3"/>
    <p:sldId id="261" r:id="rId4"/>
    <p:sldId id="263" r:id="rId5"/>
    <p:sldId id="265" r:id="rId6"/>
    <p:sldId id="308" r:id="rId7"/>
    <p:sldId id="260" r:id="rId8"/>
    <p:sldId id="257" r:id="rId9"/>
    <p:sldId id="258" r:id="rId10"/>
    <p:sldId id="259" r:id="rId11"/>
    <p:sldId id="262" r:id="rId12"/>
    <p:sldId id="264" r:id="rId13"/>
    <p:sldId id="266" r:id="rId14"/>
    <p:sldId id="267" r:id="rId15"/>
    <p:sldId id="268" r:id="rId16"/>
    <p:sldId id="269" r:id="rId17"/>
    <p:sldId id="270" r:id="rId18"/>
    <p:sldId id="271" r:id="rId19"/>
    <p:sldId id="272" r:id="rId20"/>
    <p:sldId id="273" r:id="rId21"/>
    <p:sldId id="274" r:id="rId22"/>
    <p:sldId id="275" r:id="rId23"/>
    <p:sldId id="276" r:id="rId24"/>
    <p:sldId id="277" r:id="rId25"/>
    <p:sldId id="278" r:id="rId26"/>
    <p:sldId id="279" r:id="rId27"/>
    <p:sldId id="280" r:id="rId28"/>
    <p:sldId id="281" r:id="rId29"/>
    <p:sldId id="282" r:id="rId30"/>
    <p:sldId id="283" r:id="rId31"/>
    <p:sldId id="284" r:id="rId32"/>
    <p:sldId id="285" r:id="rId33"/>
    <p:sldId id="286" r:id="rId34"/>
    <p:sldId id="287" r:id="rId35"/>
    <p:sldId id="288" r:id="rId36"/>
    <p:sldId id="289" r:id="rId37"/>
    <p:sldId id="290" r:id="rId38"/>
    <p:sldId id="291" r:id="rId39"/>
    <p:sldId id="292" r:id="rId40"/>
    <p:sldId id="293" r:id="rId41"/>
    <p:sldId id="294" r:id="rId42"/>
    <p:sldId id="295" r:id="rId43"/>
    <p:sldId id="296" r:id="rId44"/>
    <p:sldId id="297" r:id="rId45"/>
    <p:sldId id="298" r:id="rId46"/>
    <p:sldId id="299" r:id="rId47"/>
    <p:sldId id="300" r:id="rId48"/>
    <p:sldId id="301" r:id="rId49"/>
    <p:sldId id="302" r:id="rId50"/>
    <p:sldId id="303" r:id="rId51"/>
    <p:sldId id="304" r:id="rId52"/>
    <p:sldId id="305" r:id="rId53"/>
    <p:sldId id="306" r:id="rId54"/>
    <p:sldId id="307" r:id="rId55"/>
  </p:sldIdLst>
  <p:sldSz cx="9144000" cy="5143500" type="screen16x9"/>
  <p:notesSz cx="6858000" cy="9144000"/>
  <p:embeddedFontLst>
    <p:embeddedFont>
      <p:font typeface="Abel" panose="02000506030000020004" pitchFamily="2" charset="0"/>
      <p:regular r:id="rId57"/>
    </p:embeddedFont>
    <p:embeddedFont>
      <p:font typeface="Amatic SC" panose="00000500000000000000" pitchFamily="2" charset="-79"/>
      <p:regular r:id="rId58"/>
      <p:bold r:id="rId59"/>
    </p:embeddedFont>
    <p:embeddedFont>
      <p:font typeface="Fira Sans Condensed Medium" panose="020B0603050000020004" pitchFamily="34" charset="0"/>
      <p:regular r:id="rId60"/>
      <p:bold r:id="rId61"/>
      <p:italic r:id="rId62"/>
      <p:boldItalic r:id="rId63"/>
    </p:embeddedFont>
    <p:embeddedFont>
      <p:font typeface="Fira Sans Extra Condensed Medium" panose="020B0604020202020204" charset="0"/>
      <p:regular r:id="rId64"/>
      <p:bold r:id="rId65"/>
      <p:italic r:id="rId66"/>
      <p:boldItalic r:id="rId67"/>
    </p:embeddedFont>
    <p:embeddedFont>
      <p:font typeface="Nunito Light" pitchFamily="2" charset="0"/>
      <p:regular r:id="rId68"/>
      <p:italic r:id="rId69"/>
    </p:embeddedFont>
    <p:embeddedFont>
      <p:font typeface="Proxima Nova" panose="020B0604020202020204" charset="0"/>
      <p:regular r:id="rId70"/>
      <p:bold r:id="rId71"/>
      <p:italic r:id="rId72"/>
      <p:boldItalic r:id="rId73"/>
    </p:embeddedFont>
    <p:embeddedFont>
      <p:font typeface="Questrial" pitchFamily="2" charset="0"/>
      <p:regular r:id="rId74"/>
    </p:embeddedFont>
    <p:embeddedFont>
      <p:font typeface="Roboto Medium" panose="02000000000000000000" pitchFamily="2" charset="0"/>
      <p:regular r:id="rId75"/>
      <p:bold r:id="rId76"/>
      <p:italic r:id="rId77"/>
      <p:boldItalic r:id="rId7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E9A1CED-045F-4B9F-B8D4-EB9B7C88D3BA}" v="5" dt="2024-05-01T03:00:59.512"/>
  </p1510:revLst>
</p1510:revInfo>
</file>

<file path=ppt/tableStyles.xml><?xml version="1.0" encoding="utf-8"?>
<a:tblStyleLst xmlns:a="http://schemas.openxmlformats.org/drawingml/2006/main" def="{5523365D-2D8C-41E8-AB08-E5754EFEE760}">
  <a:tblStyle styleId="{5523365D-2D8C-41E8-AB08-E5754EFEE760}"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78" d="100"/>
          <a:sy n="78" d="100"/>
        </p:scale>
        <p:origin x="1284" y="-6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7.fntdata"/><Relationship Id="rId68" Type="http://schemas.openxmlformats.org/officeDocument/2006/relationships/font" Target="fonts/font12.fntdata"/><Relationship Id="rId84" Type="http://schemas.microsoft.com/office/2015/10/relationships/revisionInfo" Target="revisionInfo.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2.fntdata"/><Relationship Id="rId74" Type="http://schemas.openxmlformats.org/officeDocument/2006/relationships/font" Target="fonts/font18.fntdata"/><Relationship Id="rId79"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font" Target="fonts/font5.fntdata"/><Relationship Id="rId82" Type="http://schemas.openxmlformats.org/officeDocument/2006/relationships/tableStyles" Target="tableStyle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notesMaster" Target="notesMasters/notesMaster1.xml"/><Relationship Id="rId64" Type="http://schemas.openxmlformats.org/officeDocument/2006/relationships/font" Target="fonts/font8.fntdata"/><Relationship Id="rId69" Type="http://schemas.openxmlformats.org/officeDocument/2006/relationships/font" Target="fonts/font13.fntdata"/><Relationship Id="rId77" Type="http://schemas.openxmlformats.org/officeDocument/2006/relationships/font" Target="fonts/font21.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6.fntdata"/><Relationship Id="rId80"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3.fntdata"/><Relationship Id="rId67"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6.fntdata"/><Relationship Id="rId70" Type="http://schemas.openxmlformats.org/officeDocument/2006/relationships/font" Target="fonts/font14.fntdata"/><Relationship Id="rId75" Type="http://schemas.openxmlformats.org/officeDocument/2006/relationships/font" Target="fonts/font19.fntdata"/><Relationship Id="rId83"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1.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4.fntdata"/><Relationship Id="rId65" Type="http://schemas.openxmlformats.org/officeDocument/2006/relationships/font" Target="fonts/font9.fntdata"/><Relationship Id="rId73" Type="http://schemas.openxmlformats.org/officeDocument/2006/relationships/font" Target="fonts/font17.fntdata"/><Relationship Id="rId78" Type="http://schemas.openxmlformats.org/officeDocument/2006/relationships/font" Target="fonts/font22.fntdata"/><Relationship Id="rId81"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20.fntdata"/><Relationship Id="rId7" Type="http://schemas.openxmlformats.org/officeDocument/2006/relationships/slide" Target="slides/slide5.xml"/><Relationship Id="rId71" Type="http://schemas.openxmlformats.org/officeDocument/2006/relationships/font" Target="fonts/font15.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0.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Trilok Dhanekula" userId="c22207417729a33b" providerId="LiveId" clId="{3E9A1CED-045F-4B9F-B8D4-EB9B7C88D3BA}"/>
    <pc:docChg chg="undo custSel addSld modSld sldOrd">
      <pc:chgData name="Trilok Dhanekula" userId="c22207417729a33b" providerId="LiveId" clId="{3E9A1CED-045F-4B9F-B8D4-EB9B7C88D3BA}" dt="2024-05-01T03:02:47.525" v="316" actId="1076"/>
      <pc:docMkLst>
        <pc:docMk/>
      </pc:docMkLst>
      <pc:sldChg chg="addSp delSp modSp mod">
        <pc:chgData name="Trilok Dhanekula" userId="c22207417729a33b" providerId="LiveId" clId="{3E9A1CED-045F-4B9F-B8D4-EB9B7C88D3BA}" dt="2024-05-01T02:32:22.896" v="127" actId="20577"/>
        <pc:sldMkLst>
          <pc:docMk/>
          <pc:sldMk cId="0" sldId="256"/>
        </pc:sldMkLst>
        <pc:spChg chg="add del mod">
          <ac:chgData name="Trilok Dhanekula" userId="c22207417729a33b" providerId="LiveId" clId="{3E9A1CED-045F-4B9F-B8D4-EB9B7C88D3BA}" dt="2024-05-01T01:44:34.660" v="3" actId="478"/>
          <ac:spMkLst>
            <pc:docMk/>
            <pc:sldMk cId="0" sldId="256"/>
            <ac:spMk id="3" creationId="{9D0606B6-2532-2B1B-DD2E-B0A7093D0391}"/>
          </ac:spMkLst>
        </pc:spChg>
        <pc:spChg chg="add mod">
          <ac:chgData name="Trilok Dhanekula" userId="c22207417729a33b" providerId="LiveId" clId="{3E9A1CED-045F-4B9F-B8D4-EB9B7C88D3BA}" dt="2024-05-01T01:47:36.279" v="118" actId="122"/>
          <ac:spMkLst>
            <pc:docMk/>
            <pc:sldMk cId="0" sldId="256"/>
            <ac:spMk id="4" creationId="{2D496FB7-CA80-246B-D332-58449988B04D}"/>
          </ac:spMkLst>
        </pc:spChg>
        <pc:spChg chg="del">
          <ac:chgData name="Trilok Dhanekula" userId="c22207417729a33b" providerId="LiveId" clId="{3E9A1CED-045F-4B9F-B8D4-EB9B7C88D3BA}" dt="2024-05-01T01:44:24.998" v="1" actId="478"/>
          <ac:spMkLst>
            <pc:docMk/>
            <pc:sldMk cId="0" sldId="256"/>
            <ac:spMk id="2137" creationId="{00000000-0000-0000-0000-000000000000}"/>
          </ac:spMkLst>
        </pc:spChg>
        <pc:spChg chg="mod">
          <ac:chgData name="Trilok Dhanekula" userId="c22207417729a33b" providerId="LiveId" clId="{3E9A1CED-045F-4B9F-B8D4-EB9B7C88D3BA}" dt="2024-05-01T02:32:22.896" v="127" actId="20577"/>
          <ac:spMkLst>
            <pc:docMk/>
            <pc:sldMk cId="0" sldId="256"/>
            <ac:spMk id="2201" creationId="{00000000-0000-0000-0000-000000000000}"/>
          </ac:spMkLst>
        </pc:spChg>
        <pc:grpChg chg="mod">
          <ac:chgData name="Trilok Dhanekula" userId="c22207417729a33b" providerId="LiveId" clId="{3E9A1CED-045F-4B9F-B8D4-EB9B7C88D3BA}" dt="2024-05-01T01:47:15.974" v="115" actId="1076"/>
          <ac:grpSpMkLst>
            <pc:docMk/>
            <pc:sldMk cId="0" sldId="256"/>
            <ac:grpSpMk id="2106" creationId="{00000000-0000-0000-0000-000000000000}"/>
          </ac:grpSpMkLst>
        </pc:grpChg>
        <pc:grpChg chg="mod">
          <ac:chgData name="Trilok Dhanekula" userId="c22207417729a33b" providerId="LiveId" clId="{3E9A1CED-045F-4B9F-B8D4-EB9B7C88D3BA}" dt="2024-05-01T01:45:03.188" v="4" actId="1076"/>
          <ac:grpSpMkLst>
            <pc:docMk/>
            <pc:sldMk cId="0" sldId="256"/>
            <ac:grpSpMk id="2138" creationId="{00000000-0000-0000-0000-000000000000}"/>
          </ac:grpSpMkLst>
        </pc:grpChg>
      </pc:sldChg>
      <pc:sldChg chg="modSp mod">
        <pc:chgData name="Trilok Dhanekula" userId="c22207417729a33b" providerId="LiveId" clId="{3E9A1CED-045F-4B9F-B8D4-EB9B7C88D3BA}" dt="2024-05-01T02:47:57.954" v="227" actId="20577"/>
        <pc:sldMkLst>
          <pc:docMk/>
          <pc:sldMk cId="0" sldId="259"/>
        </pc:sldMkLst>
        <pc:spChg chg="mod">
          <ac:chgData name="Trilok Dhanekula" userId="c22207417729a33b" providerId="LiveId" clId="{3E9A1CED-045F-4B9F-B8D4-EB9B7C88D3BA}" dt="2024-05-01T02:47:57.954" v="227" actId="20577"/>
          <ac:spMkLst>
            <pc:docMk/>
            <pc:sldMk cId="0" sldId="259"/>
            <ac:spMk id="2284" creationId="{00000000-0000-0000-0000-000000000000}"/>
          </ac:spMkLst>
        </pc:spChg>
      </pc:sldChg>
      <pc:sldChg chg="modSp mod ord">
        <pc:chgData name="Trilok Dhanekula" userId="c22207417729a33b" providerId="LiveId" clId="{3E9A1CED-045F-4B9F-B8D4-EB9B7C88D3BA}" dt="2024-05-01T02:58:29.890" v="269"/>
        <pc:sldMkLst>
          <pc:docMk/>
          <pc:sldMk cId="0" sldId="260"/>
        </pc:sldMkLst>
        <pc:spChg chg="mod">
          <ac:chgData name="Trilok Dhanekula" userId="c22207417729a33b" providerId="LiveId" clId="{3E9A1CED-045F-4B9F-B8D4-EB9B7C88D3BA}" dt="2024-05-01T02:55:54.909" v="258" actId="1076"/>
          <ac:spMkLst>
            <pc:docMk/>
            <pc:sldMk cId="0" sldId="260"/>
            <ac:spMk id="2295" creationId="{00000000-0000-0000-0000-000000000000}"/>
          </ac:spMkLst>
        </pc:spChg>
        <pc:spChg chg="mod">
          <ac:chgData name="Trilok Dhanekula" userId="c22207417729a33b" providerId="LiveId" clId="{3E9A1CED-045F-4B9F-B8D4-EB9B7C88D3BA}" dt="2024-05-01T02:56:50.993" v="261" actId="255"/>
          <ac:spMkLst>
            <pc:docMk/>
            <pc:sldMk cId="0" sldId="260"/>
            <ac:spMk id="2296" creationId="{00000000-0000-0000-0000-000000000000}"/>
          </ac:spMkLst>
        </pc:spChg>
        <pc:spChg chg="mod">
          <ac:chgData name="Trilok Dhanekula" userId="c22207417729a33b" providerId="LiveId" clId="{3E9A1CED-045F-4B9F-B8D4-EB9B7C88D3BA}" dt="2024-05-01T02:58:25.251" v="267" actId="255"/>
          <ac:spMkLst>
            <pc:docMk/>
            <pc:sldMk cId="0" sldId="260"/>
            <ac:spMk id="2297" creationId="{00000000-0000-0000-0000-000000000000}"/>
          </ac:spMkLst>
        </pc:spChg>
      </pc:sldChg>
      <pc:sldChg chg="modSp mod ord">
        <pc:chgData name="Trilok Dhanekula" userId="c22207417729a33b" providerId="LiveId" clId="{3E9A1CED-045F-4B9F-B8D4-EB9B7C88D3BA}" dt="2024-05-01T03:00:53.994" v="275" actId="1076"/>
        <pc:sldMkLst>
          <pc:docMk/>
          <pc:sldMk cId="0" sldId="261"/>
        </pc:sldMkLst>
        <pc:spChg chg="mod">
          <ac:chgData name="Trilok Dhanekula" userId="c22207417729a33b" providerId="LiveId" clId="{3E9A1CED-045F-4B9F-B8D4-EB9B7C88D3BA}" dt="2024-05-01T02:37:05" v="149" actId="14100"/>
          <ac:spMkLst>
            <pc:docMk/>
            <pc:sldMk cId="0" sldId="261"/>
            <ac:spMk id="2304" creationId="{00000000-0000-0000-0000-000000000000}"/>
          </ac:spMkLst>
        </pc:spChg>
        <pc:spChg chg="mod">
          <ac:chgData name="Trilok Dhanekula" userId="c22207417729a33b" providerId="LiveId" clId="{3E9A1CED-045F-4B9F-B8D4-EB9B7C88D3BA}" dt="2024-05-01T03:00:53.994" v="275" actId="1076"/>
          <ac:spMkLst>
            <pc:docMk/>
            <pc:sldMk cId="0" sldId="261"/>
            <ac:spMk id="2305" creationId="{00000000-0000-0000-0000-000000000000}"/>
          </ac:spMkLst>
        </pc:spChg>
      </pc:sldChg>
      <pc:sldChg chg="addSp delSp modSp mod ord">
        <pc:chgData name="Trilok Dhanekula" userId="c22207417729a33b" providerId="LiveId" clId="{3E9A1CED-045F-4B9F-B8D4-EB9B7C88D3BA}" dt="2024-05-01T02:40:00.358" v="202"/>
        <pc:sldMkLst>
          <pc:docMk/>
          <pc:sldMk cId="0" sldId="263"/>
        </pc:sldMkLst>
        <pc:spChg chg="add del mod">
          <ac:chgData name="Trilok Dhanekula" userId="c22207417729a33b" providerId="LiveId" clId="{3E9A1CED-045F-4B9F-B8D4-EB9B7C88D3BA}" dt="2024-05-01T02:37:44.048" v="155" actId="478"/>
          <ac:spMkLst>
            <pc:docMk/>
            <pc:sldMk cId="0" sldId="263"/>
            <ac:spMk id="3" creationId="{95C08659-DD77-A1EF-2FB9-454786A2DE71}"/>
          </ac:spMkLst>
        </pc:spChg>
        <pc:spChg chg="add mod">
          <ac:chgData name="Trilok Dhanekula" userId="c22207417729a33b" providerId="LiveId" clId="{3E9A1CED-045F-4B9F-B8D4-EB9B7C88D3BA}" dt="2024-05-01T02:39:53.559" v="200" actId="255"/>
          <ac:spMkLst>
            <pc:docMk/>
            <pc:sldMk cId="0" sldId="263"/>
            <ac:spMk id="4" creationId="{C1B02657-3C82-A44E-A58E-972FAE400E66}"/>
          </ac:spMkLst>
        </pc:spChg>
        <pc:spChg chg="add mod">
          <ac:chgData name="Trilok Dhanekula" userId="c22207417729a33b" providerId="LiveId" clId="{3E9A1CED-045F-4B9F-B8D4-EB9B7C88D3BA}" dt="2024-05-01T02:39:23.972" v="197" actId="255"/>
          <ac:spMkLst>
            <pc:docMk/>
            <pc:sldMk cId="0" sldId="263"/>
            <ac:spMk id="5" creationId="{105CFBA7-1735-7015-74EE-3FE38450B0DF}"/>
          </ac:spMkLst>
        </pc:spChg>
        <pc:spChg chg="mod">
          <ac:chgData name="Trilok Dhanekula" userId="c22207417729a33b" providerId="LiveId" clId="{3E9A1CED-045F-4B9F-B8D4-EB9B7C88D3BA}" dt="2024-05-01T02:38:17.340" v="173" actId="1076"/>
          <ac:spMkLst>
            <pc:docMk/>
            <pc:sldMk cId="0" sldId="263"/>
            <ac:spMk id="2321" creationId="{00000000-0000-0000-0000-000000000000}"/>
          </ac:spMkLst>
        </pc:spChg>
        <pc:spChg chg="del mod">
          <ac:chgData name="Trilok Dhanekula" userId="c22207417729a33b" providerId="LiveId" clId="{3E9A1CED-045F-4B9F-B8D4-EB9B7C88D3BA}" dt="2024-05-01T02:37:40.268" v="153" actId="478"/>
          <ac:spMkLst>
            <pc:docMk/>
            <pc:sldMk cId="0" sldId="263"/>
            <ac:spMk id="2322" creationId="{00000000-0000-0000-0000-000000000000}"/>
          </ac:spMkLst>
        </pc:spChg>
      </pc:sldChg>
      <pc:sldChg chg="modSp mod ord modNotes">
        <pc:chgData name="Trilok Dhanekula" userId="c22207417729a33b" providerId="LiveId" clId="{3E9A1CED-045F-4B9F-B8D4-EB9B7C88D3BA}" dt="2024-05-01T02:47:28.184" v="226" actId="1076"/>
        <pc:sldMkLst>
          <pc:docMk/>
          <pc:sldMk cId="0" sldId="265"/>
        </pc:sldMkLst>
        <pc:spChg chg="mod">
          <ac:chgData name="Trilok Dhanekula" userId="c22207417729a33b" providerId="LiveId" clId="{3E9A1CED-045F-4B9F-B8D4-EB9B7C88D3BA}" dt="2024-05-01T02:46:46.811" v="218" actId="1076"/>
          <ac:spMkLst>
            <pc:docMk/>
            <pc:sldMk cId="0" sldId="265"/>
            <ac:spMk id="2397" creationId="{00000000-0000-0000-0000-000000000000}"/>
          </ac:spMkLst>
        </pc:spChg>
        <pc:spChg chg="mod">
          <ac:chgData name="Trilok Dhanekula" userId="c22207417729a33b" providerId="LiveId" clId="{3E9A1CED-045F-4B9F-B8D4-EB9B7C88D3BA}" dt="2024-05-01T02:47:15.844" v="225" actId="1076"/>
          <ac:spMkLst>
            <pc:docMk/>
            <pc:sldMk cId="0" sldId="265"/>
            <ac:spMk id="2398" creationId="{00000000-0000-0000-0000-000000000000}"/>
          </ac:spMkLst>
        </pc:spChg>
        <pc:grpChg chg="mod">
          <ac:chgData name="Trilok Dhanekula" userId="c22207417729a33b" providerId="LiveId" clId="{3E9A1CED-045F-4B9F-B8D4-EB9B7C88D3BA}" dt="2024-05-01T02:47:28.184" v="226" actId="1076"/>
          <ac:grpSpMkLst>
            <pc:docMk/>
            <pc:sldMk cId="0" sldId="265"/>
            <ac:grpSpMk id="2430" creationId="{00000000-0000-0000-0000-000000000000}"/>
          </ac:grpSpMkLst>
        </pc:grpChg>
      </pc:sldChg>
      <pc:sldChg chg="addSp delSp modSp new mod">
        <pc:chgData name="Trilok Dhanekula" userId="c22207417729a33b" providerId="LiveId" clId="{3E9A1CED-045F-4B9F-B8D4-EB9B7C88D3BA}" dt="2024-05-01T03:02:47.525" v="316" actId="1076"/>
        <pc:sldMkLst>
          <pc:docMk/>
          <pc:sldMk cId="1742894157" sldId="308"/>
        </pc:sldMkLst>
        <pc:spChg chg="del">
          <ac:chgData name="Trilok Dhanekula" userId="c22207417729a33b" providerId="LiveId" clId="{3E9A1CED-045F-4B9F-B8D4-EB9B7C88D3BA}" dt="2024-05-01T02:59:48.043" v="271" actId="478"/>
          <ac:spMkLst>
            <pc:docMk/>
            <pc:sldMk cId="1742894157" sldId="308"/>
            <ac:spMk id="2" creationId="{1D5394D8-2555-F541-1E79-A11521FBDD5A}"/>
          </ac:spMkLst>
        </pc:spChg>
        <pc:spChg chg="del">
          <ac:chgData name="Trilok Dhanekula" userId="c22207417729a33b" providerId="LiveId" clId="{3E9A1CED-045F-4B9F-B8D4-EB9B7C88D3BA}" dt="2024-05-01T02:59:48.043" v="271" actId="478"/>
          <ac:spMkLst>
            <pc:docMk/>
            <pc:sldMk cId="1742894157" sldId="308"/>
            <ac:spMk id="3" creationId="{6053CC30-135E-F0B2-1CF5-547BD837D881}"/>
          </ac:spMkLst>
        </pc:spChg>
        <pc:spChg chg="add del mod">
          <ac:chgData name="Trilok Dhanekula" userId="c22207417729a33b" providerId="LiveId" clId="{3E9A1CED-045F-4B9F-B8D4-EB9B7C88D3BA}" dt="2024-05-01T02:59:56.994" v="273" actId="21"/>
          <ac:spMkLst>
            <pc:docMk/>
            <pc:sldMk cId="1742894157" sldId="308"/>
            <ac:spMk id="4" creationId="{241D39A2-5120-445B-49C4-862965FC95BD}"/>
          </ac:spMkLst>
        </pc:spChg>
        <pc:spChg chg="add del mod">
          <ac:chgData name="Trilok Dhanekula" userId="c22207417729a33b" providerId="LiveId" clId="{3E9A1CED-045F-4B9F-B8D4-EB9B7C88D3BA}" dt="2024-05-01T02:59:56.994" v="273" actId="21"/>
          <ac:spMkLst>
            <pc:docMk/>
            <pc:sldMk cId="1742894157" sldId="308"/>
            <ac:spMk id="5" creationId="{709CB683-F5A7-E6FA-B8D2-E230A4E563CD}"/>
          </ac:spMkLst>
        </pc:spChg>
        <pc:spChg chg="add del mod">
          <ac:chgData name="Trilok Dhanekula" userId="c22207417729a33b" providerId="LiveId" clId="{3E9A1CED-045F-4B9F-B8D4-EB9B7C88D3BA}" dt="2024-05-01T02:59:56.994" v="273" actId="21"/>
          <ac:spMkLst>
            <pc:docMk/>
            <pc:sldMk cId="1742894157" sldId="308"/>
            <ac:spMk id="6" creationId="{65E6EBFD-9B5E-056C-8A94-6E232E00D0B7}"/>
          </ac:spMkLst>
        </pc:spChg>
        <pc:spChg chg="add del mod">
          <ac:chgData name="Trilok Dhanekula" userId="c22207417729a33b" providerId="LiveId" clId="{3E9A1CED-045F-4B9F-B8D4-EB9B7C88D3BA}" dt="2024-05-01T02:59:56.994" v="273" actId="21"/>
          <ac:spMkLst>
            <pc:docMk/>
            <pc:sldMk cId="1742894157" sldId="308"/>
            <ac:spMk id="7" creationId="{5DD26D90-8735-8B32-7248-B05365C7D605}"/>
          </ac:spMkLst>
        </pc:spChg>
        <pc:spChg chg="add mod">
          <ac:chgData name="Trilok Dhanekula" userId="c22207417729a33b" providerId="LiveId" clId="{3E9A1CED-045F-4B9F-B8D4-EB9B7C88D3BA}" dt="2024-05-01T03:02:47.525" v="316" actId="1076"/>
          <ac:spMkLst>
            <pc:docMk/>
            <pc:sldMk cId="1742894157" sldId="308"/>
            <ac:spMk id="10" creationId="{897AD2E8-A3C5-10E1-DB6E-E350896D39C3}"/>
          </ac:spMkLst>
        </pc:spChg>
        <pc:spChg chg="add mod">
          <ac:chgData name="Trilok Dhanekula" userId="c22207417729a33b" providerId="LiveId" clId="{3E9A1CED-045F-4B9F-B8D4-EB9B7C88D3BA}" dt="2024-05-01T03:02:18.986" v="294" actId="20577"/>
          <ac:spMkLst>
            <pc:docMk/>
            <pc:sldMk cId="1742894157" sldId="308"/>
            <ac:spMk id="11" creationId="{452726B3-944D-EDFC-8C79-6AFED600EC70}"/>
          </ac:spMkLst>
        </pc:spChg>
        <pc:picChg chg="add del mod">
          <ac:chgData name="Trilok Dhanekula" userId="c22207417729a33b" providerId="LiveId" clId="{3E9A1CED-045F-4B9F-B8D4-EB9B7C88D3BA}" dt="2024-05-01T02:59:56.994" v="273" actId="21"/>
          <ac:picMkLst>
            <pc:docMk/>
            <pc:sldMk cId="1742894157" sldId="308"/>
            <ac:picMk id="8" creationId="{68BAD743-B783-9CCF-B235-40483057FDA2}"/>
          </ac:picMkLst>
        </pc:pic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1"/>
        <p:cNvGrpSpPr/>
        <p:nvPr/>
      </p:nvGrpSpPr>
      <p:grpSpPr>
        <a:xfrm>
          <a:off x="0" y="0"/>
          <a:ext cx="0" cy="0"/>
          <a:chOff x="0" y="0"/>
          <a:chExt cx="0" cy="0"/>
        </a:xfrm>
      </p:grpSpPr>
      <p:sp>
        <p:nvSpPr>
          <p:cNvPr id="2102" name="Google Shape;2102;g12df2f0ffa6_1_403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3" name="Google Shape;2103;g12df2f0ffa6_1_403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9"/>
        <p:cNvGrpSpPr/>
        <p:nvPr/>
      </p:nvGrpSpPr>
      <p:grpSpPr>
        <a:xfrm>
          <a:off x="0" y="0"/>
          <a:ext cx="0" cy="0"/>
          <a:chOff x="0" y="0"/>
          <a:chExt cx="0" cy="0"/>
        </a:xfrm>
      </p:grpSpPr>
      <p:sp>
        <p:nvSpPr>
          <p:cNvPr id="2300" name="Google Shape;2300;g12e5514972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01" name="Google Shape;2301;g12e5514972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7"/>
        <p:cNvGrpSpPr/>
        <p:nvPr/>
      </p:nvGrpSpPr>
      <p:grpSpPr>
        <a:xfrm>
          <a:off x="0" y="0"/>
          <a:ext cx="0" cy="0"/>
          <a:chOff x="0" y="0"/>
          <a:chExt cx="0" cy="0"/>
        </a:xfrm>
      </p:grpSpPr>
      <p:sp>
        <p:nvSpPr>
          <p:cNvPr id="2318" name="Google Shape;2318;g12e5514972d_0_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9" name="Google Shape;2319;g12e5514972d_0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2"/>
        <p:cNvGrpSpPr/>
        <p:nvPr/>
      </p:nvGrpSpPr>
      <p:grpSpPr>
        <a:xfrm>
          <a:off x="0" y="0"/>
          <a:ext cx="0" cy="0"/>
          <a:chOff x="0" y="0"/>
          <a:chExt cx="0" cy="0"/>
        </a:xfrm>
      </p:grpSpPr>
      <p:sp>
        <p:nvSpPr>
          <p:cNvPr id="2393" name="Google Shape;2393;g12de7a90d27_0_16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4" name="Google Shape;2394;g12de7a90d27_0_1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1"/>
        <p:cNvGrpSpPr/>
        <p:nvPr/>
      </p:nvGrpSpPr>
      <p:grpSpPr>
        <a:xfrm>
          <a:off x="0" y="0"/>
          <a:ext cx="0" cy="0"/>
          <a:chOff x="0" y="0"/>
          <a:chExt cx="0" cy="0"/>
        </a:xfrm>
      </p:grpSpPr>
      <p:sp>
        <p:nvSpPr>
          <p:cNvPr id="2292" name="Google Shape;2292;g12e5514972d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3" name="Google Shape;2293;g12e5514972d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2"/>
        <p:cNvGrpSpPr/>
        <p:nvPr/>
      </p:nvGrpSpPr>
      <p:grpSpPr>
        <a:xfrm>
          <a:off x="0" y="0"/>
          <a:ext cx="0" cy="0"/>
          <a:chOff x="0" y="0"/>
          <a:chExt cx="0" cy="0"/>
        </a:xfrm>
      </p:grpSpPr>
      <p:sp>
        <p:nvSpPr>
          <p:cNvPr id="2203" name="Google Shape;2203;g12de7a90d27_0_17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4" name="Google Shape;2204;g12de7a90d27_0_17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3"/>
        <p:cNvGrpSpPr/>
        <p:nvPr/>
      </p:nvGrpSpPr>
      <p:grpSpPr>
        <a:xfrm>
          <a:off x="0" y="0"/>
          <a:ext cx="0" cy="0"/>
          <a:chOff x="0" y="0"/>
          <a:chExt cx="0" cy="0"/>
        </a:xfrm>
      </p:grpSpPr>
      <p:sp>
        <p:nvSpPr>
          <p:cNvPr id="2244" name="Google Shape;2244;g12de7a90d27_0_1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45" name="Google Shape;2245;g12de7a90d27_0_1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3"/>
        <p:cNvGrpSpPr/>
        <p:nvPr/>
      </p:nvGrpSpPr>
      <p:grpSpPr>
        <a:xfrm>
          <a:off x="0" y="0"/>
          <a:ext cx="0" cy="0"/>
          <a:chOff x="0" y="0"/>
          <a:chExt cx="0" cy="0"/>
        </a:xfrm>
      </p:grpSpPr>
      <p:sp>
        <p:nvSpPr>
          <p:cNvPr id="2274" name="Google Shape;2274;g12e5514972d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75" name="Google Shape;2275;g12e5514972d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8"/>
        <p:cNvGrpSpPr/>
        <p:nvPr/>
      </p:nvGrpSpPr>
      <p:grpSpPr>
        <a:xfrm>
          <a:off x="0" y="0"/>
          <a:ext cx="0" cy="0"/>
          <a:chOff x="0" y="0"/>
          <a:chExt cx="0" cy="0"/>
        </a:xfrm>
      </p:grpSpPr>
      <p:sp>
        <p:nvSpPr>
          <p:cNvPr id="2309" name="Google Shape;2309;g12e5514972d_0_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0" name="Google Shape;2310;g12e5514972d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6"/>
        <p:cNvGrpSpPr/>
        <p:nvPr/>
      </p:nvGrpSpPr>
      <p:grpSpPr>
        <a:xfrm>
          <a:off x="0" y="0"/>
          <a:ext cx="0" cy="0"/>
          <a:chOff x="0" y="0"/>
          <a:chExt cx="0" cy="0"/>
        </a:xfrm>
      </p:grpSpPr>
      <p:sp>
        <p:nvSpPr>
          <p:cNvPr id="2387" name="Google Shape;2387;g12e5514972d_0_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8" name="Google Shape;2388;g12e5514972d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2"/>
        <p:cNvGrpSpPr/>
        <p:nvPr/>
      </p:nvGrpSpPr>
      <p:grpSpPr>
        <a:xfrm>
          <a:off x="0" y="0"/>
          <a:ext cx="0" cy="0"/>
          <a:chOff x="0" y="0"/>
          <a:chExt cx="0" cy="0"/>
        </a:xfrm>
      </p:grpSpPr>
      <p:sp>
        <p:nvSpPr>
          <p:cNvPr id="2463" name="Google Shape;2463;gf4041860db_0_298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64" name="Google Shape;2464;gf4041860db_0_298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9"/>
        <p:cNvGrpSpPr/>
        <p:nvPr/>
      </p:nvGrpSpPr>
      <p:grpSpPr>
        <a:xfrm>
          <a:off x="0" y="0"/>
          <a:ext cx="0" cy="0"/>
          <a:chOff x="0" y="0"/>
          <a:chExt cx="0" cy="0"/>
        </a:xfrm>
      </p:grpSpPr>
      <p:sp>
        <p:nvSpPr>
          <p:cNvPr id="2530" name="Google Shape;2530;gf4041860db_0_298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1" name="Google Shape;2531;gf4041860db_0_298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3"/>
        <p:cNvGrpSpPr/>
        <p:nvPr/>
      </p:nvGrpSpPr>
      <p:grpSpPr>
        <a:xfrm>
          <a:off x="0" y="0"/>
          <a:ext cx="0" cy="0"/>
          <a:chOff x="0" y="0"/>
          <a:chExt cx="0" cy="0"/>
        </a:xfrm>
      </p:grpSpPr>
      <p:sp>
        <p:nvSpPr>
          <p:cNvPr id="2594" name="Google Shape;2594;gf4041860db_0_299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5" name="Google Shape;2595;gf4041860db_0_29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87"/>
        <p:cNvGrpSpPr/>
        <p:nvPr/>
      </p:nvGrpSpPr>
      <p:grpSpPr>
        <a:xfrm>
          <a:off x="0" y="0"/>
          <a:ext cx="0" cy="0"/>
          <a:chOff x="0" y="0"/>
          <a:chExt cx="0" cy="0"/>
        </a:xfrm>
      </p:grpSpPr>
      <p:sp>
        <p:nvSpPr>
          <p:cNvPr id="2688" name="Google Shape;2688;g12ebaae033c_0_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9" name="Google Shape;2689;g12ebaae033c_0_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92"/>
        <p:cNvGrpSpPr/>
        <p:nvPr/>
      </p:nvGrpSpPr>
      <p:grpSpPr>
        <a:xfrm>
          <a:off x="0" y="0"/>
          <a:ext cx="0" cy="0"/>
          <a:chOff x="0" y="0"/>
          <a:chExt cx="0" cy="0"/>
        </a:xfrm>
      </p:grpSpPr>
      <p:sp>
        <p:nvSpPr>
          <p:cNvPr id="2793" name="Google Shape;2793;gf4041860db_1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94" name="Google Shape;2794;gf4041860db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8"/>
        <p:cNvGrpSpPr/>
        <p:nvPr/>
      </p:nvGrpSpPr>
      <p:grpSpPr>
        <a:xfrm>
          <a:off x="0" y="0"/>
          <a:ext cx="0" cy="0"/>
          <a:chOff x="0" y="0"/>
          <a:chExt cx="0" cy="0"/>
        </a:xfrm>
      </p:grpSpPr>
      <p:sp>
        <p:nvSpPr>
          <p:cNvPr id="2899" name="Google Shape;2899;gf4041860db_1_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0" name="Google Shape;2900;gf4041860db_1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7"/>
        <p:cNvGrpSpPr/>
        <p:nvPr/>
      </p:nvGrpSpPr>
      <p:grpSpPr>
        <a:xfrm>
          <a:off x="0" y="0"/>
          <a:ext cx="0" cy="0"/>
          <a:chOff x="0" y="0"/>
          <a:chExt cx="0" cy="0"/>
        </a:xfrm>
      </p:grpSpPr>
      <p:sp>
        <p:nvSpPr>
          <p:cNvPr id="2938" name="Google Shape;2938;gf4041860db_1_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39" name="Google Shape;2939;gf4041860db_1_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85"/>
        <p:cNvGrpSpPr/>
        <p:nvPr/>
      </p:nvGrpSpPr>
      <p:grpSpPr>
        <a:xfrm>
          <a:off x="0" y="0"/>
          <a:ext cx="0" cy="0"/>
          <a:chOff x="0" y="0"/>
          <a:chExt cx="0" cy="0"/>
        </a:xfrm>
      </p:grpSpPr>
      <p:sp>
        <p:nvSpPr>
          <p:cNvPr id="2986" name="Google Shape;2986;gf4041860db_1_1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87" name="Google Shape;2987;gf4041860db_1_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71"/>
        <p:cNvGrpSpPr/>
        <p:nvPr/>
      </p:nvGrpSpPr>
      <p:grpSpPr>
        <a:xfrm>
          <a:off x="0" y="0"/>
          <a:ext cx="0" cy="0"/>
          <a:chOff x="0" y="0"/>
          <a:chExt cx="0" cy="0"/>
        </a:xfrm>
      </p:grpSpPr>
      <p:sp>
        <p:nvSpPr>
          <p:cNvPr id="3072" name="Google Shape;3072;gf4041860db_1_1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73" name="Google Shape;3073;gf4041860db_1_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77"/>
        <p:cNvGrpSpPr/>
        <p:nvPr/>
      </p:nvGrpSpPr>
      <p:grpSpPr>
        <a:xfrm>
          <a:off x="0" y="0"/>
          <a:ext cx="0" cy="0"/>
          <a:chOff x="0" y="0"/>
          <a:chExt cx="0" cy="0"/>
        </a:xfrm>
      </p:grpSpPr>
      <p:sp>
        <p:nvSpPr>
          <p:cNvPr id="3178" name="Google Shape;3178;gf4041860db_1_1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79" name="Google Shape;3179;gf4041860db_1_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1"/>
        <p:cNvGrpSpPr/>
        <p:nvPr/>
      </p:nvGrpSpPr>
      <p:grpSpPr>
        <a:xfrm>
          <a:off x="0" y="0"/>
          <a:ext cx="0" cy="0"/>
          <a:chOff x="0" y="0"/>
          <a:chExt cx="0" cy="0"/>
        </a:xfrm>
      </p:grpSpPr>
      <p:sp>
        <p:nvSpPr>
          <p:cNvPr id="3282" name="Google Shape;3282;g12ebaae033c_0_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83" name="Google Shape;3283;g12ebaae033c_0_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47"/>
        <p:cNvGrpSpPr/>
        <p:nvPr/>
      </p:nvGrpSpPr>
      <p:grpSpPr>
        <a:xfrm>
          <a:off x="0" y="0"/>
          <a:ext cx="0" cy="0"/>
          <a:chOff x="0" y="0"/>
          <a:chExt cx="0" cy="0"/>
        </a:xfrm>
      </p:grpSpPr>
      <p:sp>
        <p:nvSpPr>
          <p:cNvPr id="3348" name="Google Shape;3348;gf4041860db_1_1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49" name="Google Shape;3349;gf4041860db_1_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6"/>
        <p:cNvGrpSpPr/>
        <p:nvPr/>
      </p:nvGrpSpPr>
      <p:grpSpPr>
        <a:xfrm>
          <a:off x="0" y="0"/>
          <a:ext cx="0" cy="0"/>
          <a:chOff x="0" y="0"/>
          <a:chExt cx="0" cy="0"/>
        </a:xfrm>
      </p:grpSpPr>
      <p:sp>
        <p:nvSpPr>
          <p:cNvPr id="3457" name="Google Shape;3457;gf4041860db_1_7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8" name="Google Shape;3458;gf4041860db_1_7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54"/>
        <p:cNvGrpSpPr/>
        <p:nvPr/>
      </p:nvGrpSpPr>
      <p:grpSpPr>
        <a:xfrm>
          <a:off x="0" y="0"/>
          <a:ext cx="0" cy="0"/>
          <a:chOff x="0" y="0"/>
          <a:chExt cx="0" cy="0"/>
        </a:xfrm>
      </p:grpSpPr>
      <p:sp>
        <p:nvSpPr>
          <p:cNvPr id="3555" name="Google Shape;3555;gf4041860db_1_1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56" name="Google Shape;3556;gf4041860db_1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67"/>
        <p:cNvGrpSpPr/>
        <p:nvPr/>
      </p:nvGrpSpPr>
      <p:grpSpPr>
        <a:xfrm>
          <a:off x="0" y="0"/>
          <a:ext cx="0" cy="0"/>
          <a:chOff x="0" y="0"/>
          <a:chExt cx="0" cy="0"/>
        </a:xfrm>
      </p:grpSpPr>
      <p:sp>
        <p:nvSpPr>
          <p:cNvPr id="3668" name="Google Shape;3668;gf4041860db_1_1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9" name="Google Shape;3669;gf4041860db_1_1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4"/>
        <p:cNvGrpSpPr/>
        <p:nvPr/>
      </p:nvGrpSpPr>
      <p:grpSpPr>
        <a:xfrm>
          <a:off x="0" y="0"/>
          <a:ext cx="0" cy="0"/>
          <a:chOff x="0" y="0"/>
          <a:chExt cx="0" cy="0"/>
        </a:xfrm>
      </p:grpSpPr>
      <p:sp>
        <p:nvSpPr>
          <p:cNvPr id="3685" name="Google Shape;3685;g11ca63e93a8_0_2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86" name="Google Shape;3686;g11ca63e93a8_0_2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33"/>
        <p:cNvGrpSpPr/>
        <p:nvPr/>
      </p:nvGrpSpPr>
      <p:grpSpPr>
        <a:xfrm>
          <a:off x="0" y="0"/>
          <a:ext cx="0" cy="0"/>
          <a:chOff x="0" y="0"/>
          <a:chExt cx="0" cy="0"/>
        </a:xfrm>
      </p:grpSpPr>
      <p:sp>
        <p:nvSpPr>
          <p:cNvPr id="3734" name="Google Shape;3734;g12e5514972d_0_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35" name="Google Shape;3735;g12e5514972d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00"/>
        <p:cNvGrpSpPr/>
        <p:nvPr/>
      </p:nvGrpSpPr>
      <p:grpSpPr>
        <a:xfrm>
          <a:off x="0" y="0"/>
          <a:ext cx="0" cy="0"/>
          <a:chOff x="0" y="0"/>
          <a:chExt cx="0" cy="0"/>
        </a:xfrm>
      </p:grpSpPr>
      <p:sp>
        <p:nvSpPr>
          <p:cNvPr id="3801" name="Google Shape;3801;gf4041860db_1_1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02" name="Google Shape;3802;gf4041860db_1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25"/>
        <p:cNvGrpSpPr/>
        <p:nvPr/>
      </p:nvGrpSpPr>
      <p:grpSpPr>
        <a:xfrm>
          <a:off x="0" y="0"/>
          <a:ext cx="0" cy="0"/>
          <a:chOff x="0" y="0"/>
          <a:chExt cx="0" cy="0"/>
        </a:xfrm>
      </p:grpSpPr>
      <p:sp>
        <p:nvSpPr>
          <p:cNvPr id="4126" name="Google Shape;4126;g12ebaae033c_2_1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27" name="Google Shape;4127;g12ebaae033c_2_1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8"/>
        <p:cNvGrpSpPr/>
        <p:nvPr/>
      </p:nvGrpSpPr>
      <p:grpSpPr>
        <a:xfrm>
          <a:off x="0" y="0"/>
          <a:ext cx="0" cy="0"/>
          <a:chOff x="0" y="0"/>
          <a:chExt cx="0" cy="0"/>
        </a:xfrm>
      </p:grpSpPr>
      <p:sp>
        <p:nvSpPr>
          <p:cNvPr id="4199" name="Google Shape;4199;gf4041860db_1_1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00" name="Google Shape;4200;gf4041860db_1_1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8"/>
        <p:cNvGrpSpPr/>
        <p:nvPr/>
      </p:nvGrpSpPr>
      <p:grpSpPr>
        <a:xfrm>
          <a:off x="0" y="0"/>
          <a:ext cx="0" cy="0"/>
          <a:chOff x="0" y="0"/>
          <a:chExt cx="0" cy="0"/>
        </a:xfrm>
      </p:grpSpPr>
      <p:sp>
        <p:nvSpPr>
          <p:cNvPr id="4279" name="Google Shape;4279;gf4041860db_1_1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80" name="Google Shape;4280;gf4041860db_1_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61"/>
        <p:cNvGrpSpPr/>
        <p:nvPr/>
      </p:nvGrpSpPr>
      <p:grpSpPr>
        <a:xfrm>
          <a:off x="0" y="0"/>
          <a:ext cx="0" cy="0"/>
          <a:chOff x="0" y="0"/>
          <a:chExt cx="0" cy="0"/>
        </a:xfrm>
      </p:grpSpPr>
      <p:sp>
        <p:nvSpPr>
          <p:cNvPr id="4362" name="Google Shape;4362;g12cf6aa2671_3_11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63" name="Google Shape;4363;g12cf6aa2671_3_11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3"/>
        <p:cNvGrpSpPr/>
        <p:nvPr/>
      </p:nvGrpSpPr>
      <p:grpSpPr>
        <a:xfrm>
          <a:off x="0" y="0"/>
          <a:ext cx="0" cy="0"/>
          <a:chOff x="0" y="0"/>
          <a:chExt cx="0" cy="0"/>
        </a:xfrm>
      </p:grpSpPr>
      <p:sp>
        <p:nvSpPr>
          <p:cNvPr id="4824" name="Google Shape;4824;gf4041860db_1_1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25" name="Google Shape;4825;gf4041860db_1_1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7"/>
        <p:cNvGrpSpPr/>
        <p:nvPr/>
      </p:nvGrpSpPr>
      <p:grpSpPr>
        <a:xfrm>
          <a:off x="0" y="0"/>
          <a:ext cx="0" cy="0"/>
          <a:chOff x="0" y="0"/>
          <a:chExt cx="0" cy="0"/>
        </a:xfrm>
      </p:grpSpPr>
      <p:sp>
        <p:nvSpPr>
          <p:cNvPr id="4858" name="Google Shape;4858;gf4041860db_1_5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9" name="Google Shape;4859;gf4041860db_1_5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69"/>
        <p:cNvGrpSpPr/>
        <p:nvPr/>
      </p:nvGrpSpPr>
      <p:grpSpPr>
        <a:xfrm>
          <a:off x="0" y="0"/>
          <a:ext cx="0" cy="0"/>
          <a:chOff x="0" y="0"/>
          <a:chExt cx="0" cy="0"/>
        </a:xfrm>
      </p:grpSpPr>
      <p:sp>
        <p:nvSpPr>
          <p:cNvPr id="4870" name="Google Shape;4870;g12cf6aa2671_3_152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71" name="Google Shape;4871;g12cf6aa2671_3_15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76"/>
        <p:cNvGrpSpPr/>
        <p:nvPr/>
      </p:nvGrpSpPr>
      <p:grpSpPr>
        <a:xfrm>
          <a:off x="0" y="0"/>
          <a:ext cx="0" cy="0"/>
          <a:chOff x="0" y="0"/>
          <a:chExt cx="0" cy="0"/>
        </a:xfrm>
      </p:grpSpPr>
      <p:sp>
        <p:nvSpPr>
          <p:cNvPr id="4877" name="Google Shape;4877;g12cf6aa2671_3_152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78" name="Google Shape;4878;g12cf6aa2671_3_15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83"/>
        <p:cNvGrpSpPr/>
        <p:nvPr/>
      </p:nvGrpSpPr>
      <p:grpSpPr>
        <a:xfrm>
          <a:off x="0" y="0"/>
          <a:ext cx="0" cy="0"/>
          <a:chOff x="0" y="0"/>
          <a:chExt cx="0" cy="0"/>
        </a:xfrm>
      </p:grpSpPr>
      <p:sp>
        <p:nvSpPr>
          <p:cNvPr id="4884" name="Google Shape;4884;g12cf6aa2671_3_152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85" name="Google Shape;4885;g12cf6aa2671_3_152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0"/>
        <p:cNvGrpSpPr/>
        <p:nvPr/>
      </p:nvGrpSpPr>
      <p:grpSpPr>
        <a:xfrm>
          <a:off x="0" y="0"/>
          <a:ext cx="0" cy="0"/>
          <a:chOff x="0" y="0"/>
          <a:chExt cx="0" cy="0"/>
        </a:xfrm>
      </p:grpSpPr>
      <p:sp>
        <p:nvSpPr>
          <p:cNvPr id="4911" name="Google Shape;4911;g12cf6aa2671_3_152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2" name="Google Shape;4912;g12cf6aa2671_3_15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26"/>
        <p:cNvGrpSpPr/>
        <p:nvPr/>
      </p:nvGrpSpPr>
      <p:grpSpPr>
        <a:xfrm>
          <a:off x="0" y="0"/>
          <a:ext cx="0" cy="0"/>
          <a:chOff x="0" y="0"/>
          <a:chExt cx="0" cy="0"/>
        </a:xfrm>
      </p:grpSpPr>
      <p:sp>
        <p:nvSpPr>
          <p:cNvPr id="4927" name="Google Shape;4927;g12cf6aa2671_3_153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28" name="Google Shape;4928;g12cf6aa2671_3_15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63"/>
        <p:cNvGrpSpPr/>
        <p:nvPr/>
      </p:nvGrpSpPr>
      <p:grpSpPr>
        <a:xfrm>
          <a:off x="0" y="0"/>
          <a:ext cx="0" cy="0"/>
          <a:chOff x="0" y="0"/>
          <a:chExt cx="0" cy="0"/>
        </a:xfrm>
      </p:grpSpPr>
      <p:sp>
        <p:nvSpPr>
          <p:cNvPr id="5264" name="Google Shape;5264;g12cf6aa2671_3_156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65" name="Google Shape;5265;g12cf6aa2671_3_156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77"/>
        <p:cNvGrpSpPr/>
        <p:nvPr/>
      </p:nvGrpSpPr>
      <p:grpSpPr>
        <a:xfrm>
          <a:off x="0" y="0"/>
          <a:ext cx="0" cy="0"/>
          <a:chOff x="0" y="0"/>
          <a:chExt cx="0" cy="0"/>
        </a:xfrm>
      </p:grpSpPr>
      <p:sp>
        <p:nvSpPr>
          <p:cNvPr id="11178" name="Google Shape;11178;g12cf6aa2671_3_215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79" name="Google Shape;11179;g12cf6aa2671_3_21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04"/>
        <p:cNvGrpSpPr/>
        <p:nvPr/>
      </p:nvGrpSpPr>
      <p:grpSpPr>
        <a:xfrm>
          <a:off x="0" y="0"/>
          <a:ext cx="0" cy="0"/>
          <a:chOff x="0" y="0"/>
          <a:chExt cx="0" cy="0"/>
        </a:xfrm>
      </p:grpSpPr>
      <p:sp>
        <p:nvSpPr>
          <p:cNvPr id="11605" name="Google Shape;11605;g12cf6aa2671_3_219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06" name="Google Shape;11606;g12cf6aa2671_3_219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67"/>
        <p:cNvGrpSpPr/>
        <p:nvPr/>
      </p:nvGrpSpPr>
      <p:grpSpPr>
        <a:xfrm>
          <a:off x="0" y="0"/>
          <a:ext cx="0" cy="0"/>
          <a:chOff x="0" y="0"/>
          <a:chExt cx="0" cy="0"/>
        </a:xfrm>
      </p:grpSpPr>
      <p:sp>
        <p:nvSpPr>
          <p:cNvPr id="11768" name="Google Shape;11768;g12cf6aa2671_3_221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69" name="Google Shape;11769;g12cf6aa2671_3_22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69"/>
        <p:cNvGrpSpPr/>
        <p:nvPr/>
      </p:nvGrpSpPr>
      <p:grpSpPr>
        <a:xfrm>
          <a:off x="0" y="0"/>
          <a:ext cx="0" cy="0"/>
          <a:chOff x="0" y="0"/>
          <a:chExt cx="0" cy="0"/>
        </a:xfrm>
      </p:grpSpPr>
      <p:sp>
        <p:nvSpPr>
          <p:cNvPr id="12170" name="Google Shape;12170;g12cf6aa2671_3_225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71" name="Google Shape;12171;g12cf6aa2671_3_225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40"/>
        <p:cNvGrpSpPr/>
        <p:nvPr/>
      </p:nvGrpSpPr>
      <p:grpSpPr>
        <a:xfrm>
          <a:off x="0" y="0"/>
          <a:ext cx="0" cy="0"/>
          <a:chOff x="0" y="0"/>
          <a:chExt cx="0" cy="0"/>
        </a:xfrm>
      </p:grpSpPr>
      <p:sp>
        <p:nvSpPr>
          <p:cNvPr id="12541" name="Google Shape;12541;g12cf6aa2671_3_229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42" name="Google Shape;12542;g12cf6aa2671_3_229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17"/>
        <p:cNvGrpSpPr/>
        <p:nvPr/>
      </p:nvGrpSpPr>
      <p:grpSpPr>
        <a:xfrm>
          <a:off x="0" y="0"/>
          <a:ext cx="0" cy="0"/>
          <a:chOff x="0" y="0"/>
          <a:chExt cx="0" cy="0"/>
        </a:xfrm>
      </p:grpSpPr>
      <p:sp>
        <p:nvSpPr>
          <p:cNvPr id="12918" name="Google Shape;12918;g12cf6aa2671_3_232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19" name="Google Shape;12919;g12cf6aa2671_3_232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48"/>
        <p:cNvGrpSpPr/>
        <p:nvPr/>
      </p:nvGrpSpPr>
      <p:grpSpPr>
        <a:xfrm>
          <a:off x="0" y="0"/>
          <a:ext cx="0" cy="0"/>
          <a:chOff x="0" y="0"/>
          <a:chExt cx="0" cy="0"/>
        </a:xfrm>
      </p:grpSpPr>
      <p:sp>
        <p:nvSpPr>
          <p:cNvPr id="13349" name="Google Shape;13349;g12cf6aa2671_3_237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50" name="Google Shape;13350;g12cf6aa2671_3_237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41"/>
        <p:cNvGrpSpPr/>
        <p:nvPr/>
      </p:nvGrpSpPr>
      <p:grpSpPr>
        <a:xfrm>
          <a:off x="0" y="0"/>
          <a:ext cx="0" cy="0"/>
          <a:chOff x="0" y="0"/>
          <a:chExt cx="0" cy="0"/>
        </a:xfrm>
      </p:grpSpPr>
      <p:sp>
        <p:nvSpPr>
          <p:cNvPr id="14142" name="Google Shape;14142;g12cf6aa2671_3_245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43" name="Google Shape;14143;g12cf6aa2671_3_245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82"/>
        <p:cNvGrpSpPr/>
        <p:nvPr/>
      </p:nvGrpSpPr>
      <p:grpSpPr>
        <a:xfrm>
          <a:off x="0" y="0"/>
          <a:ext cx="0" cy="0"/>
          <a:chOff x="0" y="0"/>
          <a:chExt cx="0" cy="0"/>
        </a:xfrm>
      </p:grpSpPr>
      <p:sp>
        <p:nvSpPr>
          <p:cNvPr id="14883" name="Google Shape;14883;g12cf6aa2671_3_252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84" name="Google Shape;14884;g12cf6aa2671_3_25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75"/>
        <p:cNvGrpSpPr/>
        <p:nvPr/>
      </p:nvGrpSpPr>
      <p:grpSpPr>
        <a:xfrm>
          <a:off x="0" y="0"/>
          <a:ext cx="0" cy="0"/>
          <a:chOff x="0" y="0"/>
          <a:chExt cx="0" cy="0"/>
        </a:xfrm>
      </p:grpSpPr>
      <p:sp>
        <p:nvSpPr>
          <p:cNvPr id="15576" name="Google Shape;15576;g12cf6aa2671_3_259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77" name="Google Shape;15577;g12cf6aa2671_3_259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77"/>
        <p:cNvGrpSpPr/>
        <p:nvPr/>
      </p:nvGrpSpPr>
      <p:grpSpPr>
        <a:xfrm>
          <a:off x="0" y="0"/>
          <a:ext cx="0" cy="0"/>
          <a:chOff x="0" y="0"/>
          <a:chExt cx="0" cy="0"/>
        </a:xfrm>
      </p:grpSpPr>
      <p:sp>
        <p:nvSpPr>
          <p:cNvPr id="15878" name="Google Shape;15878;g12cf6aa2671_3_262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79" name="Google Shape;15879;g12cf6aa2671_3_262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17"/>
        <p:cNvGrpSpPr/>
        <p:nvPr/>
      </p:nvGrpSpPr>
      <p:grpSpPr>
        <a:xfrm>
          <a:off x="0" y="0"/>
          <a:ext cx="0" cy="0"/>
          <a:chOff x="0" y="0"/>
          <a:chExt cx="0" cy="0"/>
        </a:xfrm>
      </p:grpSpPr>
      <p:sp>
        <p:nvSpPr>
          <p:cNvPr id="16518" name="Google Shape;16518;g12cf6aa2671_3_288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19" name="Google Shape;16519;g12cf6aa2671_3_288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458461" y="-321271"/>
            <a:ext cx="10059175" cy="5791575"/>
            <a:chOff x="-458461" y="-321271"/>
            <a:chExt cx="10059175" cy="5791575"/>
          </a:xfrm>
        </p:grpSpPr>
        <p:grpSp>
          <p:nvGrpSpPr>
            <p:cNvPr id="10" name="Google Shape;10;p2"/>
            <p:cNvGrpSpPr/>
            <p:nvPr/>
          </p:nvGrpSpPr>
          <p:grpSpPr>
            <a:xfrm flipH="1">
              <a:off x="-458461" y="-245071"/>
              <a:ext cx="9830575" cy="5715375"/>
              <a:chOff x="-358925" y="-303650"/>
              <a:chExt cx="9830575" cy="5715375"/>
            </a:xfrm>
          </p:grpSpPr>
          <p:cxnSp>
            <p:nvCxnSpPr>
              <p:cNvPr id="11" name="Google Shape;11;p2"/>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2" name="Google Shape;12;p2"/>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3" name="Google Shape;13;p2"/>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4" name="Google Shape;14;p2"/>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5" name="Google Shape;15;p2"/>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6" name="Google Shape;16;p2"/>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7" name="Google Shape;17;p2"/>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8" name="Google Shape;18;p2"/>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9" name="Google Shape;19;p2"/>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20" name="Google Shape;20;p2"/>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21" name="Google Shape;21;p2"/>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22" name="Google Shape;22;p2"/>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23" name="Google Shape;23;p2"/>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24" name="Google Shape;24;p2"/>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25" name="Google Shape;25;p2"/>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26" name="Google Shape;26;p2"/>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27" name="Google Shape;27;p2"/>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28" name="Google Shape;28;p2"/>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29" name="Google Shape;29;p2"/>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30" name="Google Shape;30;p2"/>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31" name="Google Shape;31;p2"/>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32" name="Google Shape;32;p2"/>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33" name="Google Shape;33;p2"/>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34" name="Google Shape;34;p2"/>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35" name="Google Shape;35;p2"/>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36" name="Google Shape;36;p2"/>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37" name="Google Shape;37;p2"/>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38" name="Google Shape;38;p2"/>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39" name="Google Shape;39;p2"/>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40" name="Google Shape;40;p2"/>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41" name="Google Shape;41;p2"/>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42" name="Google Shape;42;p2"/>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43" name="Google Shape;43;p2"/>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44" name="Google Shape;44;p2"/>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45" name="Google Shape;45;p2"/>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46" name="Google Shape;46;p2"/>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47" name="Google Shape;47;p2"/>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48" name="Google Shape;48;p2"/>
            <p:cNvGrpSpPr/>
            <p:nvPr/>
          </p:nvGrpSpPr>
          <p:grpSpPr>
            <a:xfrm rot="10800000">
              <a:off x="-229861" y="-321271"/>
              <a:ext cx="9830575" cy="5715375"/>
              <a:chOff x="-358925" y="-303650"/>
              <a:chExt cx="9830575" cy="5715375"/>
            </a:xfrm>
          </p:grpSpPr>
          <p:cxnSp>
            <p:nvCxnSpPr>
              <p:cNvPr id="49" name="Google Shape;49;p2"/>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50" name="Google Shape;50;p2"/>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51" name="Google Shape;51;p2"/>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52" name="Google Shape;52;p2"/>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53" name="Google Shape;53;p2"/>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54" name="Google Shape;54;p2"/>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55" name="Google Shape;55;p2"/>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56" name="Google Shape;56;p2"/>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57" name="Google Shape;57;p2"/>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58" name="Google Shape;58;p2"/>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59" name="Google Shape;59;p2"/>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60" name="Google Shape;60;p2"/>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61" name="Google Shape;61;p2"/>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62" name="Google Shape;62;p2"/>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63" name="Google Shape;63;p2"/>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64" name="Google Shape;64;p2"/>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65" name="Google Shape;65;p2"/>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66" name="Google Shape;66;p2"/>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67" name="Google Shape;67;p2"/>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68" name="Google Shape;68;p2"/>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69" name="Google Shape;69;p2"/>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70" name="Google Shape;70;p2"/>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71" name="Google Shape;71;p2"/>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72" name="Google Shape;72;p2"/>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73" name="Google Shape;73;p2"/>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74" name="Google Shape;74;p2"/>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75" name="Google Shape;75;p2"/>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76" name="Google Shape;76;p2"/>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77" name="Google Shape;77;p2"/>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78" name="Google Shape;78;p2"/>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79" name="Google Shape;79;p2"/>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80" name="Google Shape;80;p2"/>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81" name="Google Shape;81;p2"/>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82" name="Google Shape;82;p2"/>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83" name="Google Shape;83;p2"/>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84" name="Google Shape;84;p2"/>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85" name="Google Shape;85;p2"/>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86" name="Google Shape;86;p2"/>
          <p:cNvSpPr txBox="1">
            <a:spLocks noGrp="1"/>
          </p:cNvSpPr>
          <p:nvPr>
            <p:ph type="ctrTitle"/>
          </p:nvPr>
        </p:nvSpPr>
        <p:spPr>
          <a:xfrm>
            <a:off x="2061092" y="1347675"/>
            <a:ext cx="6367800" cy="17070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000000"/>
              </a:buClr>
              <a:buSzPts val="6000"/>
              <a:buNone/>
              <a:defRPr sz="5000"/>
            </a:lvl1pPr>
            <a:lvl2pPr lvl="1" algn="ctr" rtl="0">
              <a:spcBef>
                <a:spcPts val="0"/>
              </a:spcBef>
              <a:spcAft>
                <a:spcPts val="0"/>
              </a:spcAft>
              <a:buClr>
                <a:srgbClr val="FFFFFF"/>
              </a:buClr>
              <a:buSzPts val="5200"/>
              <a:buNone/>
              <a:defRPr sz="5200">
                <a:solidFill>
                  <a:srgbClr val="FFFFFF"/>
                </a:solidFill>
              </a:defRPr>
            </a:lvl2pPr>
            <a:lvl3pPr lvl="2" algn="ctr" rtl="0">
              <a:spcBef>
                <a:spcPts val="0"/>
              </a:spcBef>
              <a:spcAft>
                <a:spcPts val="0"/>
              </a:spcAft>
              <a:buClr>
                <a:srgbClr val="FFFFFF"/>
              </a:buClr>
              <a:buSzPts val="5200"/>
              <a:buNone/>
              <a:defRPr sz="5200">
                <a:solidFill>
                  <a:srgbClr val="FFFFFF"/>
                </a:solidFill>
              </a:defRPr>
            </a:lvl3pPr>
            <a:lvl4pPr lvl="3" algn="ctr" rtl="0">
              <a:spcBef>
                <a:spcPts val="0"/>
              </a:spcBef>
              <a:spcAft>
                <a:spcPts val="0"/>
              </a:spcAft>
              <a:buClr>
                <a:srgbClr val="FFFFFF"/>
              </a:buClr>
              <a:buSzPts val="5200"/>
              <a:buNone/>
              <a:defRPr sz="5200">
                <a:solidFill>
                  <a:srgbClr val="FFFFFF"/>
                </a:solidFill>
              </a:defRPr>
            </a:lvl4pPr>
            <a:lvl5pPr lvl="4" algn="ctr" rtl="0">
              <a:spcBef>
                <a:spcPts val="0"/>
              </a:spcBef>
              <a:spcAft>
                <a:spcPts val="0"/>
              </a:spcAft>
              <a:buClr>
                <a:srgbClr val="FFFFFF"/>
              </a:buClr>
              <a:buSzPts val="5200"/>
              <a:buNone/>
              <a:defRPr sz="5200">
                <a:solidFill>
                  <a:srgbClr val="FFFFFF"/>
                </a:solidFill>
              </a:defRPr>
            </a:lvl5pPr>
            <a:lvl6pPr lvl="5" algn="ctr" rtl="0">
              <a:spcBef>
                <a:spcPts val="0"/>
              </a:spcBef>
              <a:spcAft>
                <a:spcPts val="0"/>
              </a:spcAft>
              <a:buClr>
                <a:srgbClr val="FFFFFF"/>
              </a:buClr>
              <a:buSzPts val="5200"/>
              <a:buNone/>
              <a:defRPr sz="5200">
                <a:solidFill>
                  <a:srgbClr val="FFFFFF"/>
                </a:solidFill>
              </a:defRPr>
            </a:lvl6pPr>
            <a:lvl7pPr lvl="6" algn="ctr" rtl="0">
              <a:spcBef>
                <a:spcPts val="0"/>
              </a:spcBef>
              <a:spcAft>
                <a:spcPts val="0"/>
              </a:spcAft>
              <a:buClr>
                <a:srgbClr val="FFFFFF"/>
              </a:buClr>
              <a:buSzPts val="5200"/>
              <a:buNone/>
              <a:defRPr sz="5200">
                <a:solidFill>
                  <a:srgbClr val="FFFFFF"/>
                </a:solidFill>
              </a:defRPr>
            </a:lvl7pPr>
            <a:lvl8pPr lvl="7" algn="ctr" rtl="0">
              <a:spcBef>
                <a:spcPts val="0"/>
              </a:spcBef>
              <a:spcAft>
                <a:spcPts val="0"/>
              </a:spcAft>
              <a:buClr>
                <a:srgbClr val="FFFFFF"/>
              </a:buClr>
              <a:buSzPts val="5200"/>
              <a:buNone/>
              <a:defRPr sz="5200">
                <a:solidFill>
                  <a:srgbClr val="FFFFFF"/>
                </a:solidFill>
              </a:defRPr>
            </a:lvl8pPr>
            <a:lvl9pPr lvl="8" algn="ctr" rtl="0">
              <a:spcBef>
                <a:spcPts val="0"/>
              </a:spcBef>
              <a:spcAft>
                <a:spcPts val="0"/>
              </a:spcAft>
              <a:buClr>
                <a:srgbClr val="FFFFFF"/>
              </a:buClr>
              <a:buSzPts val="5200"/>
              <a:buNone/>
              <a:defRPr sz="5200">
                <a:solidFill>
                  <a:srgbClr val="FFFFFF"/>
                </a:solidFill>
              </a:defRPr>
            </a:lvl9pPr>
          </a:lstStyle>
          <a:p>
            <a:endParaRPr/>
          </a:p>
        </p:txBody>
      </p:sp>
      <p:sp>
        <p:nvSpPr>
          <p:cNvPr id="87" name="Google Shape;87;p2"/>
          <p:cNvSpPr txBox="1">
            <a:spLocks noGrp="1"/>
          </p:cNvSpPr>
          <p:nvPr>
            <p:ph type="subTitle" idx="1"/>
          </p:nvPr>
        </p:nvSpPr>
        <p:spPr>
          <a:xfrm>
            <a:off x="2061092" y="3065675"/>
            <a:ext cx="6367800" cy="418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00"/>
            </a:lvl1pPr>
            <a:lvl2pPr lvl="1" algn="ctr" rtl="0">
              <a:lnSpc>
                <a:spcPct val="100000"/>
              </a:lnSpc>
              <a:spcBef>
                <a:spcPts val="0"/>
              </a:spcBef>
              <a:spcAft>
                <a:spcPts val="0"/>
              </a:spcAft>
              <a:buClr>
                <a:srgbClr val="FFFFFF"/>
              </a:buClr>
              <a:buSzPts val="1400"/>
              <a:buNone/>
              <a:defRPr sz="1400">
                <a:solidFill>
                  <a:srgbClr val="FFFFFF"/>
                </a:solidFill>
              </a:defRPr>
            </a:lvl2pPr>
            <a:lvl3pPr lvl="2" algn="ctr" rtl="0">
              <a:lnSpc>
                <a:spcPct val="100000"/>
              </a:lnSpc>
              <a:spcBef>
                <a:spcPts val="0"/>
              </a:spcBef>
              <a:spcAft>
                <a:spcPts val="0"/>
              </a:spcAft>
              <a:buClr>
                <a:srgbClr val="FFFFFF"/>
              </a:buClr>
              <a:buSzPts val="1400"/>
              <a:buNone/>
              <a:defRPr sz="1400">
                <a:solidFill>
                  <a:srgbClr val="FFFFFF"/>
                </a:solidFill>
              </a:defRPr>
            </a:lvl3pPr>
            <a:lvl4pPr lvl="3" algn="ctr" rtl="0">
              <a:lnSpc>
                <a:spcPct val="100000"/>
              </a:lnSpc>
              <a:spcBef>
                <a:spcPts val="0"/>
              </a:spcBef>
              <a:spcAft>
                <a:spcPts val="0"/>
              </a:spcAft>
              <a:buClr>
                <a:srgbClr val="FFFFFF"/>
              </a:buClr>
              <a:buSzPts val="1400"/>
              <a:buNone/>
              <a:defRPr sz="1400">
                <a:solidFill>
                  <a:srgbClr val="FFFFFF"/>
                </a:solidFill>
              </a:defRPr>
            </a:lvl4pPr>
            <a:lvl5pPr lvl="4" algn="ctr" rtl="0">
              <a:lnSpc>
                <a:spcPct val="100000"/>
              </a:lnSpc>
              <a:spcBef>
                <a:spcPts val="0"/>
              </a:spcBef>
              <a:spcAft>
                <a:spcPts val="0"/>
              </a:spcAft>
              <a:buClr>
                <a:srgbClr val="FFFFFF"/>
              </a:buClr>
              <a:buSzPts val="1400"/>
              <a:buNone/>
              <a:defRPr sz="1400">
                <a:solidFill>
                  <a:srgbClr val="FFFFFF"/>
                </a:solidFill>
              </a:defRPr>
            </a:lvl5pPr>
            <a:lvl6pPr lvl="5" algn="ctr" rtl="0">
              <a:lnSpc>
                <a:spcPct val="100000"/>
              </a:lnSpc>
              <a:spcBef>
                <a:spcPts val="0"/>
              </a:spcBef>
              <a:spcAft>
                <a:spcPts val="0"/>
              </a:spcAft>
              <a:buClr>
                <a:srgbClr val="FFFFFF"/>
              </a:buClr>
              <a:buSzPts val="1400"/>
              <a:buNone/>
              <a:defRPr sz="1400">
                <a:solidFill>
                  <a:srgbClr val="FFFFFF"/>
                </a:solidFill>
              </a:defRPr>
            </a:lvl6pPr>
            <a:lvl7pPr lvl="6" algn="ctr" rtl="0">
              <a:lnSpc>
                <a:spcPct val="100000"/>
              </a:lnSpc>
              <a:spcBef>
                <a:spcPts val="0"/>
              </a:spcBef>
              <a:spcAft>
                <a:spcPts val="0"/>
              </a:spcAft>
              <a:buClr>
                <a:srgbClr val="FFFFFF"/>
              </a:buClr>
              <a:buSzPts val="1400"/>
              <a:buNone/>
              <a:defRPr sz="1400">
                <a:solidFill>
                  <a:srgbClr val="FFFFFF"/>
                </a:solidFill>
              </a:defRPr>
            </a:lvl7pPr>
            <a:lvl8pPr lvl="7" algn="ctr" rtl="0">
              <a:lnSpc>
                <a:spcPct val="100000"/>
              </a:lnSpc>
              <a:spcBef>
                <a:spcPts val="0"/>
              </a:spcBef>
              <a:spcAft>
                <a:spcPts val="0"/>
              </a:spcAft>
              <a:buClr>
                <a:srgbClr val="FFFFFF"/>
              </a:buClr>
              <a:buSzPts val="1400"/>
              <a:buNone/>
              <a:defRPr sz="1400">
                <a:solidFill>
                  <a:srgbClr val="FFFFFF"/>
                </a:solidFill>
              </a:defRPr>
            </a:lvl8pPr>
            <a:lvl9pPr lvl="8" algn="ctr" rtl="0">
              <a:lnSpc>
                <a:spcPct val="100000"/>
              </a:lnSpc>
              <a:spcBef>
                <a:spcPts val="0"/>
              </a:spcBef>
              <a:spcAft>
                <a:spcPts val="0"/>
              </a:spcAft>
              <a:buClr>
                <a:srgbClr val="FFFFFF"/>
              </a:buClr>
              <a:buSzPts val="1400"/>
              <a:buNone/>
              <a:defRPr sz="1400">
                <a:solidFill>
                  <a:srgbClr val="FFFFFF"/>
                </a:solidFill>
              </a:defRPr>
            </a:lvl9pPr>
          </a:lstStyle>
          <a:p>
            <a:endParaRPr/>
          </a:p>
        </p:txBody>
      </p:sp>
      <p:grpSp>
        <p:nvGrpSpPr>
          <p:cNvPr id="88" name="Google Shape;88;p2"/>
          <p:cNvGrpSpPr/>
          <p:nvPr/>
        </p:nvGrpSpPr>
        <p:grpSpPr>
          <a:xfrm flipH="1">
            <a:off x="246" y="1384364"/>
            <a:ext cx="3863499" cy="3798516"/>
            <a:chOff x="3133537" y="-308699"/>
            <a:chExt cx="6010422" cy="5452155"/>
          </a:xfrm>
        </p:grpSpPr>
        <p:sp>
          <p:nvSpPr>
            <p:cNvPr id="89" name="Google Shape;89;p2"/>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1"/>
        <p:cNvGrpSpPr/>
        <p:nvPr/>
      </p:nvGrpSpPr>
      <p:grpSpPr>
        <a:xfrm>
          <a:off x="0" y="0"/>
          <a:ext cx="0" cy="0"/>
          <a:chOff x="0" y="0"/>
          <a:chExt cx="0" cy="0"/>
        </a:xfrm>
      </p:grpSpPr>
      <p:grpSp>
        <p:nvGrpSpPr>
          <p:cNvPr id="92" name="Google Shape;92;p3"/>
          <p:cNvGrpSpPr/>
          <p:nvPr/>
        </p:nvGrpSpPr>
        <p:grpSpPr>
          <a:xfrm>
            <a:off x="-458461" y="-321271"/>
            <a:ext cx="10059175" cy="5791575"/>
            <a:chOff x="-458461" y="-321271"/>
            <a:chExt cx="10059175" cy="5791575"/>
          </a:xfrm>
        </p:grpSpPr>
        <p:grpSp>
          <p:nvGrpSpPr>
            <p:cNvPr id="93" name="Google Shape;93;p3"/>
            <p:cNvGrpSpPr/>
            <p:nvPr/>
          </p:nvGrpSpPr>
          <p:grpSpPr>
            <a:xfrm flipH="1">
              <a:off x="-458461" y="-245071"/>
              <a:ext cx="9830575" cy="5715375"/>
              <a:chOff x="-358925" y="-303650"/>
              <a:chExt cx="9830575" cy="5715375"/>
            </a:xfrm>
          </p:grpSpPr>
          <p:cxnSp>
            <p:nvCxnSpPr>
              <p:cNvPr id="94" name="Google Shape;94;p3"/>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95" name="Google Shape;95;p3"/>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96" name="Google Shape;96;p3"/>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97" name="Google Shape;97;p3"/>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98" name="Google Shape;98;p3"/>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99" name="Google Shape;99;p3"/>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00" name="Google Shape;100;p3"/>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01" name="Google Shape;101;p3"/>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02" name="Google Shape;102;p3"/>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03" name="Google Shape;103;p3"/>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04" name="Google Shape;104;p3"/>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05" name="Google Shape;105;p3"/>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06" name="Google Shape;106;p3"/>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07" name="Google Shape;107;p3"/>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08" name="Google Shape;108;p3"/>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09" name="Google Shape;109;p3"/>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10" name="Google Shape;110;p3"/>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11" name="Google Shape;111;p3"/>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12" name="Google Shape;112;p3"/>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13" name="Google Shape;113;p3"/>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14" name="Google Shape;114;p3"/>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15" name="Google Shape;115;p3"/>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16" name="Google Shape;116;p3"/>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17" name="Google Shape;117;p3"/>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18" name="Google Shape;118;p3"/>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19" name="Google Shape;119;p3"/>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20" name="Google Shape;120;p3"/>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21" name="Google Shape;121;p3"/>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22" name="Google Shape;122;p3"/>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23" name="Google Shape;123;p3"/>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24" name="Google Shape;124;p3"/>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25" name="Google Shape;125;p3"/>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26" name="Google Shape;126;p3"/>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27" name="Google Shape;127;p3"/>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28" name="Google Shape;128;p3"/>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29" name="Google Shape;129;p3"/>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30" name="Google Shape;130;p3"/>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31" name="Google Shape;131;p3"/>
            <p:cNvGrpSpPr/>
            <p:nvPr/>
          </p:nvGrpSpPr>
          <p:grpSpPr>
            <a:xfrm rot="10800000">
              <a:off x="-229861" y="-321271"/>
              <a:ext cx="9830575" cy="5715375"/>
              <a:chOff x="-358925" y="-303650"/>
              <a:chExt cx="9830575" cy="5715375"/>
            </a:xfrm>
          </p:grpSpPr>
          <p:cxnSp>
            <p:nvCxnSpPr>
              <p:cNvPr id="132" name="Google Shape;132;p3"/>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33" name="Google Shape;133;p3"/>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34" name="Google Shape;134;p3"/>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35" name="Google Shape;135;p3"/>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36" name="Google Shape;136;p3"/>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37" name="Google Shape;137;p3"/>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38" name="Google Shape;138;p3"/>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39" name="Google Shape;139;p3"/>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40" name="Google Shape;140;p3"/>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41" name="Google Shape;141;p3"/>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42" name="Google Shape;142;p3"/>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43" name="Google Shape;143;p3"/>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44" name="Google Shape;144;p3"/>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45" name="Google Shape;145;p3"/>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46" name="Google Shape;146;p3"/>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47" name="Google Shape;147;p3"/>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48" name="Google Shape;148;p3"/>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49" name="Google Shape;149;p3"/>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50" name="Google Shape;150;p3"/>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51" name="Google Shape;151;p3"/>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52" name="Google Shape;152;p3"/>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53" name="Google Shape;153;p3"/>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54" name="Google Shape;154;p3"/>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55" name="Google Shape;155;p3"/>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56" name="Google Shape;156;p3"/>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57" name="Google Shape;157;p3"/>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58" name="Google Shape;158;p3"/>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59" name="Google Shape;159;p3"/>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60" name="Google Shape;160;p3"/>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61" name="Google Shape;161;p3"/>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62" name="Google Shape;162;p3"/>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63" name="Google Shape;163;p3"/>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64" name="Google Shape;164;p3"/>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65" name="Google Shape;165;p3"/>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66" name="Google Shape;166;p3"/>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67" name="Google Shape;167;p3"/>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68" name="Google Shape;168;p3"/>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69" name="Google Shape;169;p3"/>
          <p:cNvSpPr txBox="1">
            <a:spLocks noGrp="1"/>
          </p:cNvSpPr>
          <p:nvPr>
            <p:ph type="title"/>
          </p:nvPr>
        </p:nvSpPr>
        <p:spPr>
          <a:xfrm>
            <a:off x="717600" y="2352150"/>
            <a:ext cx="4017900" cy="8418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70" name="Google Shape;170;p3"/>
          <p:cNvSpPr txBox="1">
            <a:spLocks noGrp="1"/>
          </p:cNvSpPr>
          <p:nvPr>
            <p:ph type="title" idx="2" hasCustomPrompt="1"/>
          </p:nvPr>
        </p:nvSpPr>
        <p:spPr>
          <a:xfrm>
            <a:off x="717600" y="1528000"/>
            <a:ext cx="1535400" cy="6585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9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71" name="Google Shape;171;p3"/>
          <p:cNvSpPr txBox="1">
            <a:spLocks noGrp="1"/>
          </p:cNvSpPr>
          <p:nvPr>
            <p:ph type="subTitle" idx="1"/>
          </p:nvPr>
        </p:nvSpPr>
        <p:spPr>
          <a:xfrm>
            <a:off x="715100" y="3193950"/>
            <a:ext cx="4017900" cy="421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72" name="Google Shape;172;p3"/>
          <p:cNvGrpSpPr/>
          <p:nvPr/>
        </p:nvGrpSpPr>
        <p:grpSpPr>
          <a:xfrm flipH="1">
            <a:off x="-2208532" y="-1825065"/>
            <a:ext cx="4017967" cy="3644766"/>
            <a:chOff x="3166062" y="1034326"/>
            <a:chExt cx="6010422" cy="5452155"/>
          </a:xfrm>
        </p:grpSpPr>
        <p:sp>
          <p:nvSpPr>
            <p:cNvPr id="173" name="Google Shape;173;p3"/>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 name="Google Shape;175;p3"/>
          <p:cNvGrpSpPr/>
          <p:nvPr/>
        </p:nvGrpSpPr>
        <p:grpSpPr>
          <a:xfrm>
            <a:off x="4497249" y="804357"/>
            <a:ext cx="5111263" cy="4704119"/>
            <a:chOff x="3133537" y="-308699"/>
            <a:chExt cx="6010422" cy="5452155"/>
          </a:xfrm>
        </p:grpSpPr>
        <p:sp>
          <p:nvSpPr>
            <p:cNvPr id="176" name="Google Shape;176;p3"/>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78"/>
        <p:cNvGrpSpPr/>
        <p:nvPr/>
      </p:nvGrpSpPr>
      <p:grpSpPr>
        <a:xfrm>
          <a:off x="0" y="0"/>
          <a:ext cx="0" cy="0"/>
          <a:chOff x="0" y="0"/>
          <a:chExt cx="0" cy="0"/>
        </a:xfrm>
      </p:grpSpPr>
      <p:grpSp>
        <p:nvGrpSpPr>
          <p:cNvPr id="179" name="Google Shape;179;p4"/>
          <p:cNvGrpSpPr/>
          <p:nvPr/>
        </p:nvGrpSpPr>
        <p:grpSpPr>
          <a:xfrm>
            <a:off x="-458461" y="-321271"/>
            <a:ext cx="10059175" cy="5791575"/>
            <a:chOff x="-458461" y="-321271"/>
            <a:chExt cx="10059175" cy="5791575"/>
          </a:xfrm>
        </p:grpSpPr>
        <p:grpSp>
          <p:nvGrpSpPr>
            <p:cNvPr id="180" name="Google Shape;180;p4"/>
            <p:cNvGrpSpPr/>
            <p:nvPr/>
          </p:nvGrpSpPr>
          <p:grpSpPr>
            <a:xfrm flipH="1">
              <a:off x="-458461" y="-245071"/>
              <a:ext cx="9830575" cy="5715375"/>
              <a:chOff x="-358925" y="-303650"/>
              <a:chExt cx="9830575" cy="5715375"/>
            </a:xfrm>
          </p:grpSpPr>
          <p:cxnSp>
            <p:nvCxnSpPr>
              <p:cNvPr id="181" name="Google Shape;181;p4"/>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82" name="Google Shape;182;p4"/>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83" name="Google Shape;183;p4"/>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84" name="Google Shape;184;p4"/>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85" name="Google Shape;185;p4"/>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86" name="Google Shape;186;p4"/>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87" name="Google Shape;187;p4"/>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88" name="Google Shape;188;p4"/>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89" name="Google Shape;189;p4"/>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90" name="Google Shape;190;p4"/>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91" name="Google Shape;191;p4"/>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92" name="Google Shape;192;p4"/>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93" name="Google Shape;193;p4"/>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94" name="Google Shape;194;p4"/>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95" name="Google Shape;195;p4"/>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96" name="Google Shape;196;p4"/>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97" name="Google Shape;197;p4"/>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98" name="Google Shape;198;p4"/>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99" name="Google Shape;199;p4"/>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200" name="Google Shape;200;p4"/>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201" name="Google Shape;201;p4"/>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202" name="Google Shape;202;p4"/>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203" name="Google Shape;203;p4"/>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204" name="Google Shape;204;p4"/>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205" name="Google Shape;205;p4"/>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206" name="Google Shape;206;p4"/>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207" name="Google Shape;207;p4"/>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208" name="Google Shape;208;p4"/>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209" name="Google Shape;209;p4"/>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210" name="Google Shape;210;p4"/>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211" name="Google Shape;211;p4"/>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212" name="Google Shape;212;p4"/>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213" name="Google Shape;213;p4"/>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214" name="Google Shape;214;p4"/>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215" name="Google Shape;215;p4"/>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216" name="Google Shape;216;p4"/>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217" name="Google Shape;217;p4"/>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218" name="Google Shape;218;p4"/>
            <p:cNvGrpSpPr/>
            <p:nvPr/>
          </p:nvGrpSpPr>
          <p:grpSpPr>
            <a:xfrm rot="10800000">
              <a:off x="-229861" y="-321271"/>
              <a:ext cx="9830575" cy="5715375"/>
              <a:chOff x="-358925" y="-303650"/>
              <a:chExt cx="9830575" cy="5715375"/>
            </a:xfrm>
          </p:grpSpPr>
          <p:cxnSp>
            <p:nvCxnSpPr>
              <p:cNvPr id="219" name="Google Shape;219;p4"/>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220" name="Google Shape;220;p4"/>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221" name="Google Shape;221;p4"/>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222" name="Google Shape;222;p4"/>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223" name="Google Shape;223;p4"/>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224" name="Google Shape;224;p4"/>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225" name="Google Shape;225;p4"/>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226" name="Google Shape;226;p4"/>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227" name="Google Shape;227;p4"/>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228" name="Google Shape;228;p4"/>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229" name="Google Shape;229;p4"/>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230" name="Google Shape;230;p4"/>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231" name="Google Shape;231;p4"/>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232" name="Google Shape;232;p4"/>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233" name="Google Shape;233;p4"/>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234" name="Google Shape;234;p4"/>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235" name="Google Shape;235;p4"/>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236" name="Google Shape;236;p4"/>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237" name="Google Shape;237;p4"/>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238" name="Google Shape;238;p4"/>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239" name="Google Shape;239;p4"/>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240" name="Google Shape;240;p4"/>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241" name="Google Shape;241;p4"/>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242" name="Google Shape;242;p4"/>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243" name="Google Shape;243;p4"/>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244" name="Google Shape;244;p4"/>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245" name="Google Shape;245;p4"/>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246" name="Google Shape;246;p4"/>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247" name="Google Shape;247;p4"/>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248" name="Google Shape;248;p4"/>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249" name="Google Shape;249;p4"/>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250" name="Google Shape;250;p4"/>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251" name="Google Shape;251;p4"/>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252" name="Google Shape;252;p4"/>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253" name="Google Shape;253;p4"/>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254" name="Google Shape;254;p4"/>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255" name="Google Shape;255;p4"/>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256" name="Google Shape;256;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7" name="Google Shape;257;p4"/>
          <p:cNvSpPr txBox="1">
            <a:spLocks noGrp="1"/>
          </p:cNvSpPr>
          <p:nvPr>
            <p:ph type="body" idx="1"/>
          </p:nvPr>
        </p:nvSpPr>
        <p:spPr>
          <a:xfrm>
            <a:off x="720000" y="1152475"/>
            <a:ext cx="7704000" cy="6798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grpSp>
        <p:nvGrpSpPr>
          <p:cNvPr id="258" name="Google Shape;258;p4"/>
          <p:cNvGrpSpPr/>
          <p:nvPr/>
        </p:nvGrpSpPr>
        <p:grpSpPr>
          <a:xfrm>
            <a:off x="8148972" y="-1637511"/>
            <a:ext cx="3863499" cy="3798516"/>
            <a:chOff x="3133537" y="-308699"/>
            <a:chExt cx="6010422" cy="5452155"/>
          </a:xfrm>
        </p:grpSpPr>
        <p:sp>
          <p:nvSpPr>
            <p:cNvPr id="259" name="Google Shape;259;p4"/>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4"/>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4"/>
          <p:cNvGrpSpPr/>
          <p:nvPr/>
        </p:nvGrpSpPr>
        <p:grpSpPr>
          <a:xfrm>
            <a:off x="7726703" y="-626164"/>
            <a:ext cx="593164" cy="1161172"/>
            <a:chOff x="4921825" y="870250"/>
            <a:chExt cx="407925" cy="798550"/>
          </a:xfrm>
        </p:grpSpPr>
        <p:sp>
          <p:nvSpPr>
            <p:cNvPr id="262" name="Google Shape;262;p4"/>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4"/>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4"/>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4"/>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4"/>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4"/>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4"/>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4"/>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4"/>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4"/>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4"/>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4"/>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4"/>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4"/>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4"/>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4"/>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4"/>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4"/>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4"/>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4"/>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4"/>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4"/>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4"/>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4"/>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4"/>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4"/>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4"/>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4"/>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4"/>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4"/>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92;p4"/>
          <p:cNvGrpSpPr/>
          <p:nvPr/>
        </p:nvGrpSpPr>
        <p:grpSpPr>
          <a:xfrm flipH="1">
            <a:off x="-2299857" y="-2697840"/>
            <a:ext cx="4017967" cy="3644766"/>
            <a:chOff x="3166062" y="1034326"/>
            <a:chExt cx="6010422" cy="5452155"/>
          </a:xfrm>
        </p:grpSpPr>
        <p:sp>
          <p:nvSpPr>
            <p:cNvPr id="293" name="Google Shape;293;p4"/>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4"/>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95"/>
        <p:cNvGrpSpPr/>
        <p:nvPr/>
      </p:nvGrpSpPr>
      <p:grpSpPr>
        <a:xfrm>
          <a:off x="0" y="0"/>
          <a:ext cx="0" cy="0"/>
          <a:chOff x="0" y="0"/>
          <a:chExt cx="0" cy="0"/>
        </a:xfrm>
      </p:grpSpPr>
      <p:grpSp>
        <p:nvGrpSpPr>
          <p:cNvPr id="296" name="Google Shape;296;p5"/>
          <p:cNvGrpSpPr/>
          <p:nvPr/>
        </p:nvGrpSpPr>
        <p:grpSpPr>
          <a:xfrm>
            <a:off x="-458461" y="-321271"/>
            <a:ext cx="10059175" cy="5791575"/>
            <a:chOff x="-458461" y="-321271"/>
            <a:chExt cx="10059175" cy="5791575"/>
          </a:xfrm>
        </p:grpSpPr>
        <p:grpSp>
          <p:nvGrpSpPr>
            <p:cNvPr id="297" name="Google Shape;297;p5"/>
            <p:cNvGrpSpPr/>
            <p:nvPr/>
          </p:nvGrpSpPr>
          <p:grpSpPr>
            <a:xfrm flipH="1">
              <a:off x="-458461" y="-245071"/>
              <a:ext cx="9830575" cy="5715375"/>
              <a:chOff x="-358925" y="-303650"/>
              <a:chExt cx="9830575" cy="5715375"/>
            </a:xfrm>
          </p:grpSpPr>
          <p:cxnSp>
            <p:nvCxnSpPr>
              <p:cNvPr id="298" name="Google Shape;298;p5"/>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299" name="Google Shape;299;p5"/>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300" name="Google Shape;300;p5"/>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301" name="Google Shape;301;p5"/>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302" name="Google Shape;302;p5"/>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303" name="Google Shape;303;p5"/>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304" name="Google Shape;304;p5"/>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305" name="Google Shape;305;p5"/>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306" name="Google Shape;306;p5"/>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307" name="Google Shape;307;p5"/>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308" name="Google Shape;308;p5"/>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309" name="Google Shape;309;p5"/>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310" name="Google Shape;310;p5"/>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311" name="Google Shape;311;p5"/>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312" name="Google Shape;312;p5"/>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313" name="Google Shape;313;p5"/>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314" name="Google Shape;314;p5"/>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315" name="Google Shape;315;p5"/>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316" name="Google Shape;316;p5"/>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317" name="Google Shape;317;p5"/>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318" name="Google Shape;318;p5"/>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319" name="Google Shape;319;p5"/>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320" name="Google Shape;320;p5"/>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321" name="Google Shape;321;p5"/>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322" name="Google Shape;322;p5"/>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323" name="Google Shape;323;p5"/>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324" name="Google Shape;324;p5"/>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325" name="Google Shape;325;p5"/>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326" name="Google Shape;326;p5"/>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327" name="Google Shape;327;p5"/>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328" name="Google Shape;328;p5"/>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329" name="Google Shape;329;p5"/>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330" name="Google Shape;330;p5"/>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331" name="Google Shape;331;p5"/>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332" name="Google Shape;332;p5"/>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333" name="Google Shape;333;p5"/>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334" name="Google Shape;334;p5"/>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335" name="Google Shape;335;p5"/>
            <p:cNvGrpSpPr/>
            <p:nvPr/>
          </p:nvGrpSpPr>
          <p:grpSpPr>
            <a:xfrm rot="10800000">
              <a:off x="-229861" y="-321271"/>
              <a:ext cx="9830575" cy="5715375"/>
              <a:chOff x="-358925" y="-303650"/>
              <a:chExt cx="9830575" cy="5715375"/>
            </a:xfrm>
          </p:grpSpPr>
          <p:cxnSp>
            <p:nvCxnSpPr>
              <p:cNvPr id="336" name="Google Shape;336;p5"/>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337" name="Google Shape;337;p5"/>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338" name="Google Shape;338;p5"/>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339" name="Google Shape;339;p5"/>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340" name="Google Shape;340;p5"/>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341" name="Google Shape;341;p5"/>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342" name="Google Shape;342;p5"/>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343" name="Google Shape;343;p5"/>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344" name="Google Shape;344;p5"/>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345" name="Google Shape;345;p5"/>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346" name="Google Shape;346;p5"/>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347" name="Google Shape;347;p5"/>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348" name="Google Shape;348;p5"/>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349" name="Google Shape;349;p5"/>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350" name="Google Shape;350;p5"/>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351" name="Google Shape;351;p5"/>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352" name="Google Shape;352;p5"/>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353" name="Google Shape;353;p5"/>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354" name="Google Shape;354;p5"/>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355" name="Google Shape;355;p5"/>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356" name="Google Shape;356;p5"/>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357" name="Google Shape;357;p5"/>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358" name="Google Shape;358;p5"/>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359" name="Google Shape;359;p5"/>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360" name="Google Shape;360;p5"/>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361" name="Google Shape;361;p5"/>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362" name="Google Shape;362;p5"/>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363" name="Google Shape;363;p5"/>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364" name="Google Shape;364;p5"/>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365" name="Google Shape;365;p5"/>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366" name="Google Shape;366;p5"/>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367" name="Google Shape;367;p5"/>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368" name="Google Shape;368;p5"/>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369" name="Google Shape;369;p5"/>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370" name="Google Shape;370;p5"/>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371" name="Google Shape;371;p5"/>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372" name="Google Shape;372;p5"/>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373" name="Google Shape;373;p5"/>
          <p:cNvSpPr txBox="1">
            <a:spLocks noGrp="1"/>
          </p:cNvSpPr>
          <p:nvPr>
            <p:ph type="subTitle" idx="1"/>
          </p:nvPr>
        </p:nvSpPr>
        <p:spPr>
          <a:xfrm>
            <a:off x="1007988" y="2537625"/>
            <a:ext cx="3271500" cy="3474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dk1"/>
              </a:buClr>
              <a:buSzPts val="1800"/>
              <a:buFont typeface="Questrial"/>
              <a:buNone/>
              <a:defRPr sz="1600">
                <a:solidFill>
                  <a:schemeClr val="dk1"/>
                </a:solidFill>
                <a:latin typeface="Questrial"/>
                <a:ea typeface="Questrial"/>
                <a:cs typeface="Questrial"/>
                <a:sym typeface="Questrial"/>
              </a:defRPr>
            </a:lvl1pPr>
            <a:lvl2pPr lvl="1" algn="ctr">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2pPr>
            <a:lvl3pPr lvl="2" algn="ctr">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3pPr>
            <a:lvl4pPr lvl="3" algn="ctr">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4pPr>
            <a:lvl5pPr lvl="4" algn="ctr">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5pPr>
            <a:lvl6pPr lvl="5" algn="ctr">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6pPr>
            <a:lvl7pPr lvl="6" algn="ctr">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7pPr>
            <a:lvl8pPr lvl="7" algn="ctr">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8pPr>
            <a:lvl9pPr lvl="8" algn="ctr">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9pPr>
          </a:lstStyle>
          <a:p>
            <a:endParaRPr/>
          </a:p>
        </p:txBody>
      </p:sp>
      <p:sp>
        <p:nvSpPr>
          <p:cNvPr id="374" name="Google Shape;374;p5"/>
          <p:cNvSpPr txBox="1">
            <a:spLocks noGrp="1"/>
          </p:cNvSpPr>
          <p:nvPr>
            <p:ph type="subTitle" idx="2"/>
          </p:nvPr>
        </p:nvSpPr>
        <p:spPr>
          <a:xfrm>
            <a:off x="4864519" y="2537625"/>
            <a:ext cx="3271500" cy="34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800"/>
              <a:buFont typeface="Questrial"/>
              <a:buNone/>
              <a:defRPr sz="1600">
                <a:solidFill>
                  <a:schemeClr val="dk1"/>
                </a:solidFill>
                <a:latin typeface="Questrial"/>
                <a:ea typeface="Questrial"/>
                <a:cs typeface="Questrial"/>
                <a:sym typeface="Questrial"/>
              </a:defRPr>
            </a:lvl1pPr>
            <a:lvl2pPr lvl="1" algn="ctr" rtl="0">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2pPr>
            <a:lvl3pPr lvl="2" algn="ctr" rtl="0">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3pPr>
            <a:lvl4pPr lvl="3" algn="ctr" rtl="0">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4pPr>
            <a:lvl5pPr lvl="4" algn="ctr" rtl="0">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5pPr>
            <a:lvl6pPr lvl="5" algn="ctr" rtl="0">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6pPr>
            <a:lvl7pPr lvl="6" algn="ctr" rtl="0">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7pPr>
            <a:lvl8pPr lvl="7" algn="ctr" rtl="0">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8pPr>
            <a:lvl9pPr lvl="8" algn="ctr" rtl="0">
              <a:lnSpc>
                <a:spcPct val="100000"/>
              </a:lnSpc>
              <a:spcBef>
                <a:spcPts val="0"/>
              </a:spcBef>
              <a:spcAft>
                <a:spcPts val="0"/>
              </a:spcAft>
              <a:buClr>
                <a:schemeClr val="dk1"/>
              </a:buClr>
              <a:buSzPts val="1800"/>
              <a:buFont typeface="Questrial"/>
              <a:buNone/>
              <a:defRPr sz="1800">
                <a:solidFill>
                  <a:schemeClr val="dk1"/>
                </a:solidFill>
                <a:latin typeface="Questrial"/>
                <a:ea typeface="Questrial"/>
                <a:cs typeface="Questrial"/>
                <a:sym typeface="Questrial"/>
              </a:defRPr>
            </a:lvl9pPr>
          </a:lstStyle>
          <a:p>
            <a:endParaRPr/>
          </a:p>
        </p:txBody>
      </p:sp>
      <p:sp>
        <p:nvSpPr>
          <p:cNvPr id="375" name="Google Shape;375;p5"/>
          <p:cNvSpPr txBox="1">
            <a:spLocks noGrp="1"/>
          </p:cNvSpPr>
          <p:nvPr>
            <p:ph type="subTitle" idx="3"/>
          </p:nvPr>
        </p:nvSpPr>
        <p:spPr>
          <a:xfrm>
            <a:off x="1007988" y="3098150"/>
            <a:ext cx="32715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6" name="Google Shape;376;p5"/>
          <p:cNvSpPr txBox="1">
            <a:spLocks noGrp="1"/>
          </p:cNvSpPr>
          <p:nvPr>
            <p:ph type="subTitle" idx="4"/>
          </p:nvPr>
        </p:nvSpPr>
        <p:spPr>
          <a:xfrm>
            <a:off x="4864519" y="3098150"/>
            <a:ext cx="32715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7" name="Google Shape;377;p5"/>
          <p:cNvSpPr txBox="1">
            <a:spLocks noGrp="1"/>
          </p:cNvSpPr>
          <p:nvPr>
            <p:ph type="title"/>
          </p:nvPr>
        </p:nvSpPr>
        <p:spPr>
          <a:xfrm>
            <a:off x="720000" y="445025"/>
            <a:ext cx="7704000" cy="57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378" name="Google Shape;378;p5"/>
          <p:cNvGrpSpPr/>
          <p:nvPr/>
        </p:nvGrpSpPr>
        <p:grpSpPr>
          <a:xfrm>
            <a:off x="315016" y="3811561"/>
            <a:ext cx="593164" cy="1161172"/>
            <a:chOff x="4921825" y="870250"/>
            <a:chExt cx="407925" cy="798550"/>
          </a:xfrm>
        </p:grpSpPr>
        <p:sp>
          <p:nvSpPr>
            <p:cNvPr id="379" name="Google Shape;379;p5"/>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5"/>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5"/>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5"/>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5"/>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5"/>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5"/>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5"/>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5"/>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5"/>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5"/>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5"/>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5"/>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5"/>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5"/>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5"/>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5"/>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5"/>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5"/>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5"/>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5"/>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5"/>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5"/>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5"/>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5"/>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5"/>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5"/>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5"/>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5"/>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5"/>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 name="Google Shape;409;p5"/>
          <p:cNvGrpSpPr/>
          <p:nvPr/>
        </p:nvGrpSpPr>
        <p:grpSpPr>
          <a:xfrm>
            <a:off x="7987641" y="204698"/>
            <a:ext cx="593164" cy="1161172"/>
            <a:chOff x="4921825" y="870250"/>
            <a:chExt cx="407925" cy="798550"/>
          </a:xfrm>
        </p:grpSpPr>
        <p:sp>
          <p:nvSpPr>
            <p:cNvPr id="410" name="Google Shape;410;p5"/>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5"/>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5"/>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5"/>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5"/>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5"/>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5"/>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5"/>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5"/>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5"/>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5"/>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5"/>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5"/>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5"/>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5"/>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5"/>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5"/>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5"/>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5"/>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5"/>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5"/>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5"/>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5"/>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5"/>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5"/>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5"/>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5"/>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5"/>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5"/>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5"/>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 name="Google Shape;440;p5"/>
          <p:cNvSpPr/>
          <p:nvPr/>
        </p:nvSpPr>
        <p:spPr>
          <a:xfrm rot="10800000">
            <a:off x="-253" y="-93"/>
            <a:ext cx="2019852" cy="1148544"/>
          </a:xfrm>
          <a:custGeom>
            <a:avLst/>
            <a:gdLst/>
            <a:ahLst/>
            <a:cxnLst/>
            <a:rect l="l" t="t" r="r" b="b"/>
            <a:pathLst>
              <a:path w="116586" h="66294" extrusionOk="0">
                <a:moveTo>
                  <a:pt x="116586" y="0"/>
                </a:moveTo>
                <a:lnTo>
                  <a:pt x="0" y="66294"/>
                </a:lnTo>
                <a:lnTo>
                  <a:pt x="116586" y="66294"/>
                </a:lnTo>
                <a:close/>
              </a:path>
            </a:pathLst>
          </a:custGeom>
          <a:solidFill>
            <a:schemeClr val="lt2"/>
          </a:solidFill>
          <a:ln>
            <a:noFill/>
          </a:ln>
        </p:spPr>
      </p:sp>
      <p:grpSp>
        <p:nvGrpSpPr>
          <p:cNvPr id="441" name="Google Shape;441;p5"/>
          <p:cNvGrpSpPr/>
          <p:nvPr/>
        </p:nvGrpSpPr>
        <p:grpSpPr>
          <a:xfrm>
            <a:off x="7123447" y="2151889"/>
            <a:ext cx="3863499" cy="3798516"/>
            <a:chOff x="3133537" y="-308699"/>
            <a:chExt cx="6010422" cy="5452155"/>
          </a:xfrm>
        </p:grpSpPr>
        <p:sp>
          <p:nvSpPr>
            <p:cNvPr id="442" name="Google Shape;442;p5"/>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5"/>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44"/>
        <p:cNvGrpSpPr/>
        <p:nvPr/>
      </p:nvGrpSpPr>
      <p:grpSpPr>
        <a:xfrm>
          <a:off x="0" y="0"/>
          <a:ext cx="0" cy="0"/>
          <a:chOff x="0" y="0"/>
          <a:chExt cx="0" cy="0"/>
        </a:xfrm>
      </p:grpSpPr>
      <p:grpSp>
        <p:nvGrpSpPr>
          <p:cNvPr id="445" name="Google Shape;445;p6"/>
          <p:cNvGrpSpPr/>
          <p:nvPr/>
        </p:nvGrpSpPr>
        <p:grpSpPr>
          <a:xfrm>
            <a:off x="-458461" y="-321271"/>
            <a:ext cx="10059175" cy="5791575"/>
            <a:chOff x="-458461" y="-321271"/>
            <a:chExt cx="10059175" cy="5791575"/>
          </a:xfrm>
        </p:grpSpPr>
        <p:grpSp>
          <p:nvGrpSpPr>
            <p:cNvPr id="446" name="Google Shape;446;p6"/>
            <p:cNvGrpSpPr/>
            <p:nvPr/>
          </p:nvGrpSpPr>
          <p:grpSpPr>
            <a:xfrm flipH="1">
              <a:off x="-458461" y="-245071"/>
              <a:ext cx="9830575" cy="5715375"/>
              <a:chOff x="-358925" y="-303650"/>
              <a:chExt cx="9830575" cy="5715375"/>
            </a:xfrm>
          </p:grpSpPr>
          <p:cxnSp>
            <p:nvCxnSpPr>
              <p:cNvPr id="447" name="Google Shape;447;p6"/>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448" name="Google Shape;448;p6"/>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449" name="Google Shape;449;p6"/>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450" name="Google Shape;450;p6"/>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451" name="Google Shape;451;p6"/>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452" name="Google Shape;452;p6"/>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453" name="Google Shape;453;p6"/>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454" name="Google Shape;454;p6"/>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455" name="Google Shape;455;p6"/>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456" name="Google Shape;456;p6"/>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457" name="Google Shape;457;p6"/>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458" name="Google Shape;458;p6"/>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459" name="Google Shape;459;p6"/>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460" name="Google Shape;460;p6"/>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461" name="Google Shape;461;p6"/>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462" name="Google Shape;462;p6"/>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463" name="Google Shape;463;p6"/>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464" name="Google Shape;464;p6"/>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465" name="Google Shape;465;p6"/>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466" name="Google Shape;466;p6"/>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467" name="Google Shape;467;p6"/>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468" name="Google Shape;468;p6"/>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469" name="Google Shape;469;p6"/>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470" name="Google Shape;470;p6"/>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471" name="Google Shape;471;p6"/>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472" name="Google Shape;472;p6"/>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473" name="Google Shape;473;p6"/>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474" name="Google Shape;474;p6"/>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475" name="Google Shape;475;p6"/>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476" name="Google Shape;476;p6"/>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477" name="Google Shape;477;p6"/>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478" name="Google Shape;478;p6"/>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479" name="Google Shape;479;p6"/>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480" name="Google Shape;480;p6"/>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481" name="Google Shape;481;p6"/>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482" name="Google Shape;482;p6"/>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483" name="Google Shape;483;p6"/>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484" name="Google Shape;484;p6"/>
            <p:cNvGrpSpPr/>
            <p:nvPr/>
          </p:nvGrpSpPr>
          <p:grpSpPr>
            <a:xfrm rot="10800000">
              <a:off x="-229861" y="-321271"/>
              <a:ext cx="9830575" cy="5715375"/>
              <a:chOff x="-358925" y="-303650"/>
              <a:chExt cx="9830575" cy="5715375"/>
            </a:xfrm>
          </p:grpSpPr>
          <p:cxnSp>
            <p:nvCxnSpPr>
              <p:cNvPr id="485" name="Google Shape;485;p6"/>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486" name="Google Shape;486;p6"/>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487" name="Google Shape;487;p6"/>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488" name="Google Shape;488;p6"/>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489" name="Google Shape;489;p6"/>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490" name="Google Shape;490;p6"/>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491" name="Google Shape;491;p6"/>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492" name="Google Shape;492;p6"/>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493" name="Google Shape;493;p6"/>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494" name="Google Shape;494;p6"/>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495" name="Google Shape;495;p6"/>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496" name="Google Shape;496;p6"/>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497" name="Google Shape;497;p6"/>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498" name="Google Shape;498;p6"/>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499" name="Google Shape;499;p6"/>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500" name="Google Shape;500;p6"/>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501" name="Google Shape;501;p6"/>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502" name="Google Shape;502;p6"/>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503" name="Google Shape;503;p6"/>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504" name="Google Shape;504;p6"/>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505" name="Google Shape;505;p6"/>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506" name="Google Shape;506;p6"/>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507" name="Google Shape;507;p6"/>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508" name="Google Shape;508;p6"/>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509" name="Google Shape;509;p6"/>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510" name="Google Shape;510;p6"/>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511" name="Google Shape;511;p6"/>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512" name="Google Shape;512;p6"/>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513" name="Google Shape;513;p6"/>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514" name="Google Shape;514;p6"/>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515" name="Google Shape;515;p6"/>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516" name="Google Shape;516;p6"/>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517" name="Google Shape;517;p6"/>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518" name="Google Shape;518;p6"/>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519" name="Google Shape;519;p6"/>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520" name="Google Shape;520;p6"/>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521" name="Google Shape;521;p6"/>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522" name="Google Shape;522;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23"/>
        <p:cNvGrpSpPr/>
        <p:nvPr/>
      </p:nvGrpSpPr>
      <p:grpSpPr>
        <a:xfrm>
          <a:off x="0" y="0"/>
          <a:ext cx="0" cy="0"/>
          <a:chOff x="0" y="0"/>
          <a:chExt cx="0" cy="0"/>
        </a:xfrm>
      </p:grpSpPr>
      <p:grpSp>
        <p:nvGrpSpPr>
          <p:cNvPr id="524" name="Google Shape;524;p7"/>
          <p:cNvGrpSpPr/>
          <p:nvPr/>
        </p:nvGrpSpPr>
        <p:grpSpPr>
          <a:xfrm>
            <a:off x="-458461" y="-321271"/>
            <a:ext cx="10059175" cy="5791575"/>
            <a:chOff x="-458461" y="-321271"/>
            <a:chExt cx="10059175" cy="5791575"/>
          </a:xfrm>
        </p:grpSpPr>
        <p:grpSp>
          <p:nvGrpSpPr>
            <p:cNvPr id="525" name="Google Shape;525;p7"/>
            <p:cNvGrpSpPr/>
            <p:nvPr/>
          </p:nvGrpSpPr>
          <p:grpSpPr>
            <a:xfrm flipH="1">
              <a:off x="-458461" y="-245071"/>
              <a:ext cx="9830575" cy="5715375"/>
              <a:chOff x="-358925" y="-303650"/>
              <a:chExt cx="9830575" cy="5715375"/>
            </a:xfrm>
          </p:grpSpPr>
          <p:cxnSp>
            <p:nvCxnSpPr>
              <p:cNvPr id="526" name="Google Shape;526;p7"/>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527" name="Google Shape;527;p7"/>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528" name="Google Shape;528;p7"/>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529" name="Google Shape;529;p7"/>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530" name="Google Shape;530;p7"/>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531" name="Google Shape;531;p7"/>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532" name="Google Shape;532;p7"/>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533" name="Google Shape;533;p7"/>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534" name="Google Shape;534;p7"/>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535" name="Google Shape;535;p7"/>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536" name="Google Shape;536;p7"/>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537" name="Google Shape;537;p7"/>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538" name="Google Shape;538;p7"/>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539" name="Google Shape;539;p7"/>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540" name="Google Shape;540;p7"/>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541" name="Google Shape;541;p7"/>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542" name="Google Shape;542;p7"/>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543" name="Google Shape;543;p7"/>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544" name="Google Shape;544;p7"/>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545" name="Google Shape;545;p7"/>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546" name="Google Shape;546;p7"/>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547" name="Google Shape;547;p7"/>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548" name="Google Shape;548;p7"/>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549" name="Google Shape;549;p7"/>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550" name="Google Shape;550;p7"/>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551" name="Google Shape;551;p7"/>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552" name="Google Shape;552;p7"/>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553" name="Google Shape;553;p7"/>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554" name="Google Shape;554;p7"/>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555" name="Google Shape;555;p7"/>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556" name="Google Shape;556;p7"/>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557" name="Google Shape;557;p7"/>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558" name="Google Shape;558;p7"/>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559" name="Google Shape;559;p7"/>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560" name="Google Shape;560;p7"/>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561" name="Google Shape;561;p7"/>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562" name="Google Shape;562;p7"/>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563" name="Google Shape;563;p7"/>
            <p:cNvGrpSpPr/>
            <p:nvPr/>
          </p:nvGrpSpPr>
          <p:grpSpPr>
            <a:xfrm rot="10800000">
              <a:off x="-229861" y="-321271"/>
              <a:ext cx="9830575" cy="5715375"/>
              <a:chOff x="-358925" y="-303650"/>
              <a:chExt cx="9830575" cy="5715375"/>
            </a:xfrm>
          </p:grpSpPr>
          <p:cxnSp>
            <p:nvCxnSpPr>
              <p:cNvPr id="564" name="Google Shape;564;p7"/>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565" name="Google Shape;565;p7"/>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566" name="Google Shape;566;p7"/>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567" name="Google Shape;567;p7"/>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568" name="Google Shape;568;p7"/>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569" name="Google Shape;569;p7"/>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570" name="Google Shape;570;p7"/>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571" name="Google Shape;571;p7"/>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572" name="Google Shape;572;p7"/>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573" name="Google Shape;573;p7"/>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574" name="Google Shape;574;p7"/>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575" name="Google Shape;575;p7"/>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576" name="Google Shape;576;p7"/>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577" name="Google Shape;577;p7"/>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578" name="Google Shape;578;p7"/>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579" name="Google Shape;579;p7"/>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580" name="Google Shape;580;p7"/>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581" name="Google Shape;581;p7"/>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582" name="Google Shape;582;p7"/>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583" name="Google Shape;583;p7"/>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584" name="Google Shape;584;p7"/>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585" name="Google Shape;585;p7"/>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586" name="Google Shape;586;p7"/>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587" name="Google Shape;587;p7"/>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588" name="Google Shape;588;p7"/>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589" name="Google Shape;589;p7"/>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590" name="Google Shape;590;p7"/>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591" name="Google Shape;591;p7"/>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592" name="Google Shape;592;p7"/>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593" name="Google Shape;593;p7"/>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594" name="Google Shape;594;p7"/>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595" name="Google Shape;595;p7"/>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596" name="Google Shape;596;p7"/>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597" name="Google Shape;597;p7"/>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598" name="Google Shape;598;p7"/>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599" name="Google Shape;599;p7"/>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600" name="Google Shape;600;p7"/>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601" name="Google Shape;601;p7"/>
          <p:cNvSpPr txBox="1">
            <a:spLocks noGrp="1"/>
          </p:cNvSpPr>
          <p:nvPr>
            <p:ph type="title"/>
          </p:nvPr>
        </p:nvSpPr>
        <p:spPr>
          <a:xfrm>
            <a:off x="715100" y="855675"/>
            <a:ext cx="3842100" cy="12720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02" name="Google Shape;602;p7"/>
          <p:cNvSpPr txBox="1">
            <a:spLocks noGrp="1"/>
          </p:cNvSpPr>
          <p:nvPr>
            <p:ph type="body" idx="1"/>
          </p:nvPr>
        </p:nvSpPr>
        <p:spPr>
          <a:xfrm>
            <a:off x="715100" y="2257425"/>
            <a:ext cx="3842100" cy="2030400"/>
          </a:xfrm>
          <a:prstGeom prst="rect">
            <a:avLst/>
          </a:prstGeom>
        </p:spPr>
        <p:txBody>
          <a:bodyPr spcFirstLastPara="1" wrap="square" lIns="91425" tIns="91425" rIns="91425" bIns="91425" anchor="t" anchorCtr="0">
            <a:noAutofit/>
          </a:bodyPr>
          <a:lstStyle>
            <a:lvl1pPr marL="457200" lvl="0" indent="-330200" rtl="0">
              <a:spcBef>
                <a:spcPts val="0"/>
              </a:spcBef>
              <a:spcAft>
                <a:spcPts val="0"/>
              </a:spcAft>
              <a:buSzPts val="1600"/>
              <a:buFont typeface="Nunito Light"/>
              <a:buChar char="●"/>
              <a:defRPr sz="1400"/>
            </a:lvl1pPr>
            <a:lvl2pPr marL="914400" lvl="1" indent="-330200" rtl="0">
              <a:lnSpc>
                <a:spcPct val="115000"/>
              </a:lnSpc>
              <a:spcBef>
                <a:spcPts val="0"/>
              </a:spcBef>
              <a:spcAft>
                <a:spcPts val="0"/>
              </a:spcAft>
              <a:buSzPts val="1600"/>
              <a:buFont typeface="Nunito Light"/>
              <a:buChar char="○"/>
              <a:defRPr/>
            </a:lvl2pPr>
            <a:lvl3pPr marL="1371600" lvl="2" indent="-323850" rtl="0">
              <a:lnSpc>
                <a:spcPct val="115000"/>
              </a:lnSpc>
              <a:spcBef>
                <a:spcPts val="0"/>
              </a:spcBef>
              <a:spcAft>
                <a:spcPts val="0"/>
              </a:spcAft>
              <a:buSzPts val="1500"/>
              <a:buFont typeface="Nunito Light"/>
              <a:buChar char="■"/>
              <a:defRPr/>
            </a:lvl3pPr>
            <a:lvl4pPr marL="1828800" lvl="3" indent="-323850" rtl="0">
              <a:lnSpc>
                <a:spcPct val="115000"/>
              </a:lnSpc>
              <a:spcBef>
                <a:spcPts val="0"/>
              </a:spcBef>
              <a:spcAft>
                <a:spcPts val="0"/>
              </a:spcAft>
              <a:buSzPts val="1500"/>
              <a:buFont typeface="Nunito Light"/>
              <a:buChar char="●"/>
              <a:defRPr/>
            </a:lvl4pPr>
            <a:lvl5pPr marL="2286000" lvl="4" indent="-317500" rtl="0">
              <a:lnSpc>
                <a:spcPct val="115000"/>
              </a:lnSpc>
              <a:spcBef>
                <a:spcPts val="0"/>
              </a:spcBef>
              <a:spcAft>
                <a:spcPts val="0"/>
              </a:spcAft>
              <a:buSzPts val="1400"/>
              <a:buFont typeface="Nunito Light"/>
              <a:buChar char="○"/>
              <a:defRPr/>
            </a:lvl5pPr>
            <a:lvl6pPr marL="2743200" lvl="5" indent="-317500" rtl="0">
              <a:lnSpc>
                <a:spcPct val="115000"/>
              </a:lnSpc>
              <a:spcBef>
                <a:spcPts val="0"/>
              </a:spcBef>
              <a:spcAft>
                <a:spcPts val="0"/>
              </a:spcAft>
              <a:buSzPts val="1400"/>
              <a:buFont typeface="Nunito Light"/>
              <a:buChar char="■"/>
              <a:defRPr/>
            </a:lvl6pPr>
            <a:lvl7pPr marL="3200400" lvl="6" indent="-311150" rtl="0">
              <a:lnSpc>
                <a:spcPct val="115000"/>
              </a:lnSpc>
              <a:spcBef>
                <a:spcPts val="0"/>
              </a:spcBef>
              <a:spcAft>
                <a:spcPts val="0"/>
              </a:spcAft>
              <a:buSzPts val="1300"/>
              <a:buFont typeface="Nunito Light"/>
              <a:buChar char="●"/>
              <a:defRPr/>
            </a:lvl7pPr>
            <a:lvl8pPr marL="3657600" lvl="7" indent="-311150" rtl="0">
              <a:lnSpc>
                <a:spcPct val="115000"/>
              </a:lnSpc>
              <a:spcBef>
                <a:spcPts val="0"/>
              </a:spcBef>
              <a:spcAft>
                <a:spcPts val="0"/>
              </a:spcAft>
              <a:buSzPts val="1300"/>
              <a:buFont typeface="Nunito Light"/>
              <a:buChar char="○"/>
              <a:defRPr/>
            </a:lvl8pPr>
            <a:lvl9pPr marL="4114800" lvl="8" indent="-317500" rtl="0">
              <a:lnSpc>
                <a:spcPct val="115000"/>
              </a:lnSpc>
              <a:spcBef>
                <a:spcPts val="0"/>
              </a:spcBef>
              <a:spcAft>
                <a:spcPts val="0"/>
              </a:spcAft>
              <a:buSzPts val="1400"/>
              <a:buFont typeface="Nunito Light"/>
              <a:buChar char="■"/>
              <a:defRPr/>
            </a:lvl9pPr>
          </a:lstStyle>
          <a:p>
            <a:endParaRPr/>
          </a:p>
        </p:txBody>
      </p:sp>
      <p:sp>
        <p:nvSpPr>
          <p:cNvPr id="603" name="Google Shape;603;p7"/>
          <p:cNvSpPr/>
          <p:nvPr/>
        </p:nvSpPr>
        <p:spPr>
          <a:xfrm flipH="1">
            <a:off x="110" y="4099029"/>
            <a:ext cx="1836812" cy="1044462"/>
          </a:xfrm>
          <a:custGeom>
            <a:avLst/>
            <a:gdLst/>
            <a:ahLst/>
            <a:cxnLst/>
            <a:rect l="l" t="t" r="r" b="b"/>
            <a:pathLst>
              <a:path w="116586" h="66294" extrusionOk="0">
                <a:moveTo>
                  <a:pt x="116586" y="0"/>
                </a:moveTo>
                <a:lnTo>
                  <a:pt x="0" y="66294"/>
                </a:lnTo>
                <a:lnTo>
                  <a:pt x="116586" y="66294"/>
                </a:lnTo>
                <a:close/>
              </a:path>
            </a:pathLst>
          </a:custGeom>
          <a:solidFill>
            <a:schemeClr val="accent4"/>
          </a:solidFill>
          <a:ln>
            <a:noFill/>
          </a:ln>
        </p:spPr>
      </p:sp>
      <p:grpSp>
        <p:nvGrpSpPr>
          <p:cNvPr id="604" name="Google Shape;604;p7"/>
          <p:cNvGrpSpPr/>
          <p:nvPr/>
        </p:nvGrpSpPr>
        <p:grpSpPr>
          <a:xfrm>
            <a:off x="8178341" y="619573"/>
            <a:ext cx="593164" cy="1161172"/>
            <a:chOff x="4921825" y="870250"/>
            <a:chExt cx="407925" cy="798550"/>
          </a:xfrm>
        </p:grpSpPr>
        <p:sp>
          <p:nvSpPr>
            <p:cNvPr id="605" name="Google Shape;605;p7"/>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7"/>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7"/>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7"/>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7"/>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7"/>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7"/>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7"/>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7"/>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7"/>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7"/>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7"/>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7"/>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7"/>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7"/>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7"/>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7"/>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7"/>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7"/>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7"/>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7"/>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7"/>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7"/>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7"/>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7"/>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7"/>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7"/>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7"/>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7"/>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7"/>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35"/>
        <p:cNvGrpSpPr/>
        <p:nvPr/>
      </p:nvGrpSpPr>
      <p:grpSpPr>
        <a:xfrm>
          <a:off x="0" y="0"/>
          <a:ext cx="0" cy="0"/>
          <a:chOff x="0" y="0"/>
          <a:chExt cx="0" cy="0"/>
        </a:xfrm>
      </p:grpSpPr>
      <p:grpSp>
        <p:nvGrpSpPr>
          <p:cNvPr id="636" name="Google Shape;636;p8"/>
          <p:cNvGrpSpPr/>
          <p:nvPr/>
        </p:nvGrpSpPr>
        <p:grpSpPr>
          <a:xfrm>
            <a:off x="-458461" y="-321271"/>
            <a:ext cx="10059175" cy="5791575"/>
            <a:chOff x="-458461" y="-321271"/>
            <a:chExt cx="10059175" cy="5791575"/>
          </a:xfrm>
        </p:grpSpPr>
        <p:grpSp>
          <p:nvGrpSpPr>
            <p:cNvPr id="637" name="Google Shape;637;p8"/>
            <p:cNvGrpSpPr/>
            <p:nvPr/>
          </p:nvGrpSpPr>
          <p:grpSpPr>
            <a:xfrm flipH="1">
              <a:off x="-458461" y="-245071"/>
              <a:ext cx="9830575" cy="5715375"/>
              <a:chOff x="-358925" y="-303650"/>
              <a:chExt cx="9830575" cy="5715375"/>
            </a:xfrm>
          </p:grpSpPr>
          <p:cxnSp>
            <p:nvCxnSpPr>
              <p:cNvPr id="638" name="Google Shape;638;p8"/>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639" name="Google Shape;639;p8"/>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640" name="Google Shape;640;p8"/>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641" name="Google Shape;641;p8"/>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642" name="Google Shape;642;p8"/>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643" name="Google Shape;643;p8"/>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644" name="Google Shape;644;p8"/>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645" name="Google Shape;645;p8"/>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646" name="Google Shape;646;p8"/>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647" name="Google Shape;647;p8"/>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648" name="Google Shape;648;p8"/>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649" name="Google Shape;649;p8"/>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650" name="Google Shape;650;p8"/>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651" name="Google Shape;651;p8"/>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652" name="Google Shape;652;p8"/>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653" name="Google Shape;653;p8"/>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654" name="Google Shape;654;p8"/>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655" name="Google Shape;655;p8"/>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656" name="Google Shape;656;p8"/>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657" name="Google Shape;657;p8"/>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658" name="Google Shape;658;p8"/>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659" name="Google Shape;659;p8"/>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660" name="Google Shape;660;p8"/>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661" name="Google Shape;661;p8"/>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662" name="Google Shape;662;p8"/>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663" name="Google Shape;663;p8"/>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664" name="Google Shape;664;p8"/>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665" name="Google Shape;665;p8"/>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666" name="Google Shape;666;p8"/>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667" name="Google Shape;667;p8"/>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668" name="Google Shape;668;p8"/>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669" name="Google Shape;669;p8"/>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670" name="Google Shape;670;p8"/>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671" name="Google Shape;671;p8"/>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672" name="Google Shape;672;p8"/>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673" name="Google Shape;673;p8"/>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674" name="Google Shape;674;p8"/>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675" name="Google Shape;675;p8"/>
            <p:cNvGrpSpPr/>
            <p:nvPr/>
          </p:nvGrpSpPr>
          <p:grpSpPr>
            <a:xfrm rot="10800000">
              <a:off x="-229861" y="-321271"/>
              <a:ext cx="9830575" cy="5715375"/>
              <a:chOff x="-358925" y="-303650"/>
              <a:chExt cx="9830575" cy="5715375"/>
            </a:xfrm>
          </p:grpSpPr>
          <p:cxnSp>
            <p:nvCxnSpPr>
              <p:cNvPr id="676" name="Google Shape;676;p8"/>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677" name="Google Shape;677;p8"/>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678" name="Google Shape;678;p8"/>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679" name="Google Shape;679;p8"/>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680" name="Google Shape;680;p8"/>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681" name="Google Shape;681;p8"/>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682" name="Google Shape;682;p8"/>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683" name="Google Shape;683;p8"/>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684" name="Google Shape;684;p8"/>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685" name="Google Shape;685;p8"/>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686" name="Google Shape;686;p8"/>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687" name="Google Shape;687;p8"/>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688" name="Google Shape;688;p8"/>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689" name="Google Shape;689;p8"/>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690" name="Google Shape;690;p8"/>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691" name="Google Shape;691;p8"/>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692" name="Google Shape;692;p8"/>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693" name="Google Shape;693;p8"/>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694" name="Google Shape;694;p8"/>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695" name="Google Shape;695;p8"/>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696" name="Google Shape;696;p8"/>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697" name="Google Shape;697;p8"/>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698" name="Google Shape;698;p8"/>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699" name="Google Shape;699;p8"/>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700" name="Google Shape;700;p8"/>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701" name="Google Shape;701;p8"/>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702" name="Google Shape;702;p8"/>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703" name="Google Shape;703;p8"/>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704" name="Google Shape;704;p8"/>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705" name="Google Shape;705;p8"/>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706" name="Google Shape;706;p8"/>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707" name="Google Shape;707;p8"/>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708" name="Google Shape;708;p8"/>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709" name="Google Shape;709;p8"/>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710" name="Google Shape;710;p8"/>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711" name="Google Shape;711;p8"/>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712" name="Google Shape;712;p8"/>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713" name="Google Shape;713;p8"/>
          <p:cNvSpPr txBox="1">
            <a:spLocks noGrp="1"/>
          </p:cNvSpPr>
          <p:nvPr>
            <p:ph type="title"/>
          </p:nvPr>
        </p:nvSpPr>
        <p:spPr>
          <a:xfrm>
            <a:off x="715100" y="1307100"/>
            <a:ext cx="6125100" cy="2529300"/>
          </a:xfrm>
          <a:prstGeom prst="rect">
            <a:avLst/>
          </a:prstGeom>
        </p:spPr>
        <p:txBody>
          <a:bodyPr spcFirstLastPara="1" wrap="square" lIns="91425" tIns="91425" rIns="91425" bIns="91425" anchor="ctr" anchorCtr="0">
            <a:noAutofit/>
          </a:bodyPr>
          <a:lstStyle>
            <a:lvl1pPr lvl="0">
              <a:lnSpc>
                <a:spcPct val="80000"/>
              </a:lnSpc>
              <a:spcBef>
                <a:spcPts val="0"/>
              </a:spcBef>
              <a:spcAft>
                <a:spcPts val="0"/>
              </a:spcAft>
              <a:buSzPts val="6000"/>
              <a:buNone/>
              <a:defRPr sz="83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grpSp>
        <p:nvGrpSpPr>
          <p:cNvPr id="714" name="Google Shape;714;p8"/>
          <p:cNvGrpSpPr/>
          <p:nvPr/>
        </p:nvGrpSpPr>
        <p:grpSpPr>
          <a:xfrm>
            <a:off x="5735399" y="581245"/>
            <a:ext cx="5111263" cy="4704119"/>
            <a:chOff x="3133537" y="-308699"/>
            <a:chExt cx="6010422" cy="5452155"/>
          </a:xfrm>
        </p:grpSpPr>
        <p:sp>
          <p:nvSpPr>
            <p:cNvPr id="715" name="Google Shape;715;p8"/>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8"/>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17"/>
        <p:cNvGrpSpPr/>
        <p:nvPr/>
      </p:nvGrpSpPr>
      <p:grpSpPr>
        <a:xfrm>
          <a:off x="0" y="0"/>
          <a:ext cx="0" cy="0"/>
          <a:chOff x="0" y="0"/>
          <a:chExt cx="0" cy="0"/>
        </a:xfrm>
      </p:grpSpPr>
      <p:grpSp>
        <p:nvGrpSpPr>
          <p:cNvPr id="718" name="Google Shape;718;p9"/>
          <p:cNvGrpSpPr/>
          <p:nvPr/>
        </p:nvGrpSpPr>
        <p:grpSpPr>
          <a:xfrm>
            <a:off x="-458461" y="-321271"/>
            <a:ext cx="10059175" cy="5791575"/>
            <a:chOff x="-458461" y="-321271"/>
            <a:chExt cx="10059175" cy="5791575"/>
          </a:xfrm>
        </p:grpSpPr>
        <p:grpSp>
          <p:nvGrpSpPr>
            <p:cNvPr id="719" name="Google Shape;719;p9"/>
            <p:cNvGrpSpPr/>
            <p:nvPr/>
          </p:nvGrpSpPr>
          <p:grpSpPr>
            <a:xfrm flipH="1">
              <a:off x="-458461" y="-245071"/>
              <a:ext cx="9830575" cy="5715375"/>
              <a:chOff x="-358925" y="-303650"/>
              <a:chExt cx="9830575" cy="5715375"/>
            </a:xfrm>
          </p:grpSpPr>
          <p:cxnSp>
            <p:nvCxnSpPr>
              <p:cNvPr id="720" name="Google Shape;720;p9"/>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721" name="Google Shape;721;p9"/>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722" name="Google Shape;722;p9"/>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723" name="Google Shape;723;p9"/>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724" name="Google Shape;724;p9"/>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725" name="Google Shape;725;p9"/>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726" name="Google Shape;726;p9"/>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727" name="Google Shape;727;p9"/>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728" name="Google Shape;728;p9"/>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729" name="Google Shape;729;p9"/>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730" name="Google Shape;730;p9"/>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731" name="Google Shape;731;p9"/>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732" name="Google Shape;732;p9"/>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733" name="Google Shape;733;p9"/>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734" name="Google Shape;734;p9"/>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735" name="Google Shape;735;p9"/>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736" name="Google Shape;736;p9"/>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737" name="Google Shape;737;p9"/>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738" name="Google Shape;738;p9"/>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739" name="Google Shape;739;p9"/>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740" name="Google Shape;740;p9"/>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741" name="Google Shape;741;p9"/>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742" name="Google Shape;742;p9"/>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743" name="Google Shape;743;p9"/>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744" name="Google Shape;744;p9"/>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745" name="Google Shape;745;p9"/>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746" name="Google Shape;746;p9"/>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747" name="Google Shape;747;p9"/>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748" name="Google Shape;748;p9"/>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749" name="Google Shape;749;p9"/>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750" name="Google Shape;750;p9"/>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751" name="Google Shape;751;p9"/>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752" name="Google Shape;752;p9"/>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753" name="Google Shape;753;p9"/>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754" name="Google Shape;754;p9"/>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755" name="Google Shape;755;p9"/>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756" name="Google Shape;756;p9"/>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757" name="Google Shape;757;p9"/>
            <p:cNvGrpSpPr/>
            <p:nvPr/>
          </p:nvGrpSpPr>
          <p:grpSpPr>
            <a:xfrm rot="10800000">
              <a:off x="-229861" y="-321271"/>
              <a:ext cx="9830575" cy="5715375"/>
              <a:chOff x="-358925" y="-303650"/>
              <a:chExt cx="9830575" cy="5715375"/>
            </a:xfrm>
          </p:grpSpPr>
          <p:cxnSp>
            <p:nvCxnSpPr>
              <p:cNvPr id="758" name="Google Shape;758;p9"/>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759" name="Google Shape;759;p9"/>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760" name="Google Shape;760;p9"/>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761" name="Google Shape;761;p9"/>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762" name="Google Shape;762;p9"/>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763" name="Google Shape;763;p9"/>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764" name="Google Shape;764;p9"/>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765" name="Google Shape;765;p9"/>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766" name="Google Shape;766;p9"/>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767" name="Google Shape;767;p9"/>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768" name="Google Shape;768;p9"/>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769" name="Google Shape;769;p9"/>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770" name="Google Shape;770;p9"/>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771" name="Google Shape;771;p9"/>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772" name="Google Shape;772;p9"/>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773" name="Google Shape;773;p9"/>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774" name="Google Shape;774;p9"/>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775" name="Google Shape;775;p9"/>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776" name="Google Shape;776;p9"/>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777" name="Google Shape;777;p9"/>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778" name="Google Shape;778;p9"/>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779" name="Google Shape;779;p9"/>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780" name="Google Shape;780;p9"/>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781" name="Google Shape;781;p9"/>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782" name="Google Shape;782;p9"/>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783" name="Google Shape;783;p9"/>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784" name="Google Shape;784;p9"/>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785" name="Google Shape;785;p9"/>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786" name="Google Shape;786;p9"/>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787" name="Google Shape;787;p9"/>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788" name="Google Shape;788;p9"/>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789" name="Google Shape;789;p9"/>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790" name="Google Shape;790;p9"/>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791" name="Google Shape;791;p9"/>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792" name="Google Shape;792;p9"/>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793" name="Google Shape;793;p9"/>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794" name="Google Shape;794;p9"/>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795" name="Google Shape;795;p9"/>
          <p:cNvSpPr txBox="1">
            <a:spLocks noGrp="1"/>
          </p:cNvSpPr>
          <p:nvPr>
            <p:ph type="title"/>
          </p:nvPr>
        </p:nvSpPr>
        <p:spPr>
          <a:xfrm>
            <a:off x="3369100" y="1420725"/>
            <a:ext cx="5059800" cy="142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9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796" name="Google Shape;796;p9"/>
          <p:cNvSpPr txBox="1">
            <a:spLocks noGrp="1"/>
          </p:cNvSpPr>
          <p:nvPr>
            <p:ph type="subTitle" idx="1"/>
          </p:nvPr>
        </p:nvSpPr>
        <p:spPr>
          <a:xfrm>
            <a:off x="3369100" y="3036375"/>
            <a:ext cx="5059800" cy="686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solidFill>
                  <a:srgbClr val="666666"/>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797" name="Google Shape;797;p9"/>
          <p:cNvGrpSpPr/>
          <p:nvPr/>
        </p:nvGrpSpPr>
        <p:grpSpPr>
          <a:xfrm flipH="1">
            <a:off x="-2547989" y="60894"/>
            <a:ext cx="5703890" cy="5174095"/>
            <a:chOff x="3166062" y="1034326"/>
            <a:chExt cx="6010422" cy="5452155"/>
          </a:xfrm>
        </p:grpSpPr>
        <p:sp>
          <p:nvSpPr>
            <p:cNvPr id="798" name="Google Shape;798;p9"/>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9"/>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 name="Google Shape;800;p9"/>
          <p:cNvGrpSpPr/>
          <p:nvPr/>
        </p:nvGrpSpPr>
        <p:grpSpPr>
          <a:xfrm>
            <a:off x="875216" y="444723"/>
            <a:ext cx="593164" cy="1161172"/>
            <a:chOff x="4921825" y="870250"/>
            <a:chExt cx="407925" cy="798550"/>
          </a:xfrm>
        </p:grpSpPr>
        <p:sp>
          <p:nvSpPr>
            <p:cNvPr id="801" name="Google Shape;801;p9"/>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9"/>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9"/>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9"/>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9"/>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9"/>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9"/>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9"/>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9"/>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9"/>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9"/>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9"/>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9"/>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9"/>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9"/>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9"/>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9"/>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9"/>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9"/>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9"/>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9"/>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9"/>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9"/>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9"/>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9"/>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9"/>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9"/>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9"/>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9"/>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9"/>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 name="Google Shape;831;p9"/>
          <p:cNvGrpSpPr/>
          <p:nvPr/>
        </p:nvGrpSpPr>
        <p:grpSpPr>
          <a:xfrm>
            <a:off x="7835741" y="3803948"/>
            <a:ext cx="593164" cy="1161172"/>
            <a:chOff x="4921825" y="870250"/>
            <a:chExt cx="407925" cy="798550"/>
          </a:xfrm>
        </p:grpSpPr>
        <p:sp>
          <p:nvSpPr>
            <p:cNvPr id="832" name="Google Shape;832;p9"/>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9"/>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9"/>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9"/>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9"/>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9"/>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9"/>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9"/>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9"/>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9"/>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9"/>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9"/>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9"/>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9"/>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9"/>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9"/>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9"/>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9"/>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9"/>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9"/>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9"/>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9"/>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9"/>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9"/>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9"/>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9"/>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9"/>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9"/>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9"/>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9"/>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62"/>
        <p:cNvGrpSpPr/>
        <p:nvPr/>
      </p:nvGrpSpPr>
      <p:grpSpPr>
        <a:xfrm>
          <a:off x="0" y="0"/>
          <a:ext cx="0" cy="0"/>
          <a:chOff x="0" y="0"/>
          <a:chExt cx="0" cy="0"/>
        </a:xfrm>
      </p:grpSpPr>
      <p:sp>
        <p:nvSpPr>
          <p:cNvPr id="863" name="Google Shape;863;p10"/>
          <p:cNvSpPr txBox="1">
            <a:spLocks noGrp="1"/>
          </p:cNvSpPr>
          <p:nvPr>
            <p:ph type="title"/>
          </p:nvPr>
        </p:nvSpPr>
        <p:spPr>
          <a:xfrm>
            <a:off x="1647926" y="868850"/>
            <a:ext cx="4587300" cy="19269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64"/>
        <p:cNvGrpSpPr/>
        <p:nvPr/>
      </p:nvGrpSpPr>
      <p:grpSpPr>
        <a:xfrm>
          <a:off x="0" y="0"/>
          <a:ext cx="0" cy="0"/>
          <a:chOff x="0" y="0"/>
          <a:chExt cx="0" cy="0"/>
        </a:xfrm>
      </p:grpSpPr>
      <p:grpSp>
        <p:nvGrpSpPr>
          <p:cNvPr id="865" name="Google Shape;865;p11"/>
          <p:cNvGrpSpPr/>
          <p:nvPr/>
        </p:nvGrpSpPr>
        <p:grpSpPr>
          <a:xfrm>
            <a:off x="-458461" y="-321271"/>
            <a:ext cx="10059175" cy="5791575"/>
            <a:chOff x="-458461" y="-321271"/>
            <a:chExt cx="10059175" cy="5791575"/>
          </a:xfrm>
        </p:grpSpPr>
        <p:grpSp>
          <p:nvGrpSpPr>
            <p:cNvPr id="866" name="Google Shape;866;p11"/>
            <p:cNvGrpSpPr/>
            <p:nvPr/>
          </p:nvGrpSpPr>
          <p:grpSpPr>
            <a:xfrm flipH="1">
              <a:off x="-458461" y="-245071"/>
              <a:ext cx="9830575" cy="5715375"/>
              <a:chOff x="-358925" y="-303650"/>
              <a:chExt cx="9830575" cy="5715375"/>
            </a:xfrm>
          </p:grpSpPr>
          <p:cxnSp>
            <p:nvCxnSpPr>
              <p:cNvPr id="867" name="Google Shape;867;p11"/>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868" name="Google Shape;868;p11"/>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869" name="Google Shape;869;p11"/>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870" name="Google Shape;870;p11"/>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871" name="Google Shape;871;p11"/>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872" name="Google Shape;872;p11"/>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873" name="Google Shape;873;p11"/>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874" name="Google Shape;874;p11"/>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875" name="Google Shape;875;p11"/>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876" name="Google Shape;876;p11"/>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877" name="Google Shape;877;p11"/>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878" name="Google Shape;878;p11"/>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879" name="Google Shape;879;p11"/>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880" name="Google Shape;880;p11"/>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881" name="Google Shape;881;p11"/>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882" name="Google Shape;882;p11"/>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883" name="Google Shape;883;p11"/>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884" name="Google Shape;884;p11"/>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885" name="Google Shape;885;p11"/>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886" name="Google Shape;886;p11"/>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887" name="Google Shape;887;p11"/>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888" name="Google Shape;888;p11"/>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889" name="Google Shape;889;p11"/>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890" name="Google Shape;890;p11"/>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891" name="Google Shape;891;p11"/>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892" name="Google Shape;892;p11"/>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893" name="Google Shape;893;p11"/>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894" name="Google Shape;894;p11"/>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895" name="Google Shape;895;p11"/>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896" name="Google Shape;896;p11"/>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897" name="Google Shape;897;p11"/>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898" name="Google Shape;898;p11"/>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899" name="Google Shape;899;p11"/>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900" name="Google Shape;900;p11"/>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901" name="Google Shape;901;p11"/>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902" name="Google Shape;902;p11"/>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903" name="Google Shape;903;p11"/>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904" name="Google Shape;904;p11"/>
            <p:cNvGrpSpPr/>
            <p:nvPr/>
          </p:nvGrpSpPr>
          <p:grpSpPr>
            <a:xfrm rot="10800000">
              <a:off x="-229861" y="-321271"/>
              <a:ext cx="9830575" cy="5715375"/>
              <a:chOff x="-358925" y="-303650"/>
              <a:chExt cx="9830575" cy="5715375"/>
            </a:xfrm>
          </p:grpSpPr>
          <p:cxnSp>
            <p:nvCxnSpPr>
              <p:cNvPr id="905" name="Google Shape;905;p11"/>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906" name="Google Shape;906;p11"/>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907" name="Google Shape;907;p11"/>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908" name="Google Shape;908;p11"/>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909" name="Google Shape;909;p11"/>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910" name="Google Shape;910;p11"/>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911" name="Google Shape;911;p11"/>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912" name="Google Shape;912;p11"/>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913" name="Google Shape;913;p11"/>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914" name="Google Shape;914;p11"/>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915" name="Google Shape;915;p11"/>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916" name="Google Shape;916;p11"/>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917" name="Google Shape;917;p11"/>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918" name="Google Shape;918;p11"/>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919" name="Google Shape;919;p11"/>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920" name="Google Shape;920;p11"/>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921" name="Google Shape;921;p11"/>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922" name="Google Shape;922;p11"/>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923" name="Google Shape;923;p11"/>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924" name="Google Shape;924;p11"/>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925" name="Google Shape;925;p11"/>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926" name="Google Shape;926;p11"/>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927" name="Google Shape;927;p11"/>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928" name="Google Shape;928;p11"/>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929" name="Google Shape;929;p11"/>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930" name="Google Shape;930;p11"/>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931" name="Google Shape;931;p11"/>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932" name="Google Shape;932;p11"/>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933" name="Google Shape;933;p11"/>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934" name="Google Shape;934;p11"/>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935" name="Google Shape;935;p11"/>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936" name="Google Shape;936;p11"/>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937" name="Google Shape;937;p11"/>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938" name="Google Shape;938;p11"/>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939" name="Google Shape;939;p11"/>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940" name="Google Shape;940;p11"/>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941" name="Google Shape;941;p11"/>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942" name="Google Shape;942;p11"/>
          <p:cNvSpPr txBox="1">
            <a:spLocks noGrp="1"/>
          </p:cNvSpPr>
          <p:nvPr>
            <p:ph type="title" hasCustomPrompt="1"/>
          </p:nvPr>
        </p:nvSpPr>
        <p:spPr>
          <a:xfrm>
            <a:off x="2113750" y="2522228"/>
            <a:ext cx="2431500" cy="3957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3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43" name="Google Shape;943;p11"/>
          <p:cNvSpPr txBox="1">
            <a:spLocks noGrp="1"/>
          </p:cNvSpPr>
          <p:nvPr>
            <p:ph type="subTitle" idx="1"/>
          </p:nvPr>
        </p:nvSpPr>
        <p:spPr>
          <a:xfrm>
            <a:off x="2113750" y="2917803"/>
            <a:ext cx="2431500" cy="327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944" name="Google Shape;944;p11"/>
          <p:cNvGrpSpPr/>
          <p:nvPr/>
        </p:nvGrpSpPr>
        <p:grpSpPr>
          <a:xfrm>
            <a:off x="6476809" y="-946040"/>
            <a:ext cx="6048287" cy="5946120"/>
            <a:chOff x="3133537" y="-308699"/>
            <a:chExt cx="6010422" cy="5452155"/>
          </a:xfrm>
        </p:grpSpPr>
        <p:sp>
          <p:nvSpPr>
            <p:cNvPr id="945" name="Google Shape;945;p11"/>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1"/>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7" name="Google Shape;947;p11"/>
          <p:cNvSpPr txBox="1">
            <a:spLocks noGrp="1"/>
          </p:cNvSpPr>
          <p:nvPr>
            <p:ph type="title" idx="2"/>
          </p:nvPr>
        </p:nvSpPr>
        <p:spPr>
          <a:xfrm>
            <a:off x="720000" y="445025"/>
            <a:ext cx="7704000" cy="57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4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_1_1">
    <p:bg>
      <p:bgPr>
        <a:solidFill>
          <a:srgbClr val="FFFFFF"/>
        </a:solidFill>
        <a:effectLst/>
      </p:bgPr>
    </p:bg>
    <p:spTree>
      <p:nvGrpSpPr>
        <p:cNvPr id="1" name="Shape 949"/>
        <p:cNvGrpSpPr/>
        <p:nvPr/>
      </p:nvGrpSpPr>
      <p:grpSpPr>
        <a:xfrm>
          <a:off x="0" y="0"/>
          <a:ext cx="0" cy="0"/>
          <a:chOff x="0" y="0"/>
          <a:chExt cx="0" cy="0"/>
        </a:xfrm>
      </p:grpSpPr>
      <p:grpSp>
        <p:nvGrpSpPr>
          <p:cNvPr id="950" name="Google Shape;950;p13"/>
          <p:cNvGrpSpPr/>
          <p:nvPr/>
        </p:nvGrpSpPr>
        <p:grpSpPr>
          <a:xfrm>
            <a:off x="-458461" y="-321271"/>
            <a:ext cx="10059175" cy="5791575"/>
            <a:chOff x="-458461" y="-321271"/>
            <a:chExt cx="10059175" cy="5791575"/>
          </a:xfrm>
        </p:grpSpPr>
        <p:grpSp>
          <p:nvGrpSpPr>
            <p:cNvPr id="951" name="Google Shape;951;p13"/>
            <p:cNvGrpSpPr/>
            <p:nvPr/>
          </p:nvGrpSpPr>
          <p:grpSpPr>
            <a:xfrm flipH="1">
              <a:off x="-458461" y="-245071"/>
              <a:ext cx="9830575" cy="5715375"/>
              <a:chOff x="-358925" y="-303650"/>
              <a:chExt cx="9830575" cy="5715375"/>
            </a:xfrm>
          </p:grpSpPr>
          <p:cxnSp>
            <p:nvCxnSpPr>
              <p:cNvPr id="952" name="Google Shape;952;p13"/>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953" name="Google Shape;953;p13"/>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954" name="Google Shape;954;p13"/>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955" name="Google Shape;955;p13"/>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956" name="Google Shape;956;p13"/>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957" name="Google Shape;957;p13"/>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958" name="Google Shape;958;p13"/>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959" name="Google Shape;959;p13"/>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960" name="Google Shape;960;p13"/>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961" name="Google Shape;961;p13"/>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962" name="Google Shape;962;p13"/>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963" name="Google Shape;963;p13"/>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964" name="Google Shape;964;p13"/>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965" name="Google Shape;965;p13"/>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966" name="Google Shape;966;p13"/>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967" name="Google Shape;967;p13"/>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968" name="Google Shape;968;p13"/>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969" name="Google Shape;969;p13"/>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970" name="Google Shape;970;p13"/>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971" name="Google Shape;971;p13"/>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972" name="Google Shape;972;p13"/>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973" name="Google Shape;973;p13"/>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974" name="Google Shape;974;p13"/>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975" name="Google Shape;975;p13"/>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976" name="Google Shape;976;p13"/>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977" name="Google Shape;977;p13"/>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978" name="Google Shape;978;p13"/>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979" name="Google Shape;979;p13"/>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980" name="Google Shape;980;p13"/>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981" name="Google Shape;981;p13"/>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982" name="Google Shape;982;p13"/>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983" name="Google Shape;983;p13"/>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984" name="Google Shape;984;p13"/>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985" name="Google Shape;985;p13"/>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986" name="Google Shape;986;p13"/>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987" name="Google Shape;987;p13"/>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988" name="Google Shape;988;p13"/>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989" name="Google Shape;989;p13"/>
            <p:cNvGrpSpPr/>
            <p:nvPr/>
          </p:nvGrpSpPr>
          <p:grpSpPr>
            <a:xfrm rot="10800000">
              <a:off x="-229861" y="-321271"/>
              <a:ext cx="9830575" cy="5715375"/>
              <a:chOff x="-358925" y="-303650"/>
              <a:chExt cx="9830575" cy="5715375"/>
            </a:xfrm>
          </p:grpSpPr>
          <p:cxnSp>
            <p:nvCxnSpPr>
              <p:cNvPr id="990" name="Google Shape;990;p13"/>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991" name="Google Shape;991;p13"/>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992" name="Google Shape;992;p13"/>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993" name="Google Shape;993;p13"/>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994" name="Google Shape;994;p13"/>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995" name="Google Shape;995;p13"/>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996" name="Google Shape;996;p13"/>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997" name="Google Shape;997;p13"/>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998" name="Google Shape;998;p13"/>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999" name="Google Shape;999;p13"/>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000" name="Google Shape;1000;p13"/>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001" name="Google Shape;1001;p13"/>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002" name="Google Shape;1002;p13"/>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003" name="Google Shape;1003;p13"/>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004" name="Google Shape;1004;p13"/>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005" name="Google Shape;1005;p13"/>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006" name="Google Shape;1006;p13"/>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007" name="Google Shape;1007;p13"/>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008" name="Google Shape;1008;p13"/>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009" name="Google Shape;1009;p13"/>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010" name="Google Shape;1010;p13"/>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011" name="Google Shape;1011;p13"/>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012" name="Google Shape;1012;p13"/>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013" name="Google Shape;1013;p13"/>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014" name="Google Shape;1014;p13"/>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015" name="Google Shape;1015;p13"/>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016" name="Google Shape;1016;p13"/>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017" name="Google Shape;1017;p13"/>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018" name="Google Shape;1018;p13"/>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019" name="Google Shape;1019;p13"/>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020" name="Google Shape;1020;p13"/>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021" name="Google Shape;1021;p13"/>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022" name="Google Shape;1022;p13"/>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023" name="Google Shape;1023;p13"/>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024" name="Google Shape;1024;p13"/>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025" name="Google Shape;1025;p13"/>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026" name="Google Shape;1026;p13"/>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027" name="Google Shape;1027;p13"/>
          <p:cNvSpPr txBox="1">
            <a:spLocks noGrp="1"/>
          </p:cNvSpPr>
          <p:nvPr>
            <p:ph type="ctrTitle"/>
          </p:nvPr>
        </p:nvSpPr>
        <p:spPr>
          <a:xfrm>
            <a:off x="3658660" y="1589224"/>
            <a:ext cx="2322900" cy="270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000000"/>
              </a:buClr>
              <a:buSzPts val="1600"/>
              <a:buNone/>
              <a:defRPr sz="1800"/>
            </a:lvl1pPr>
            <a:lvl2pPr lvl="1" algn="ctr" rtl="0">
              <a:spcBef>
                <a:spcPts val="0"/>
              </a:spcBef>
              <a:spcAft>
                <a:spcPts val="0"/>
              </a:spcAft>
              <a:buClr>
                <a:srgbClr val="000000"/>
              </a:buClr>
              <a:buSzPts val="1600"/>
              <a:buNone/>
              <a:defRPr sz="1600">
                <a:solidFill>
                  <a:srgbClr val="000000"/>
                </a:solidFill>
              </a:defRPr>
            </a:lvl2pPr>
            <a:lvl3pPr lvl="2" algn="ctr" rtl="0">
              <a:spcBef>
                <a:spcPts val="0"/>
              </a:spcBef>
              <a:spcAft>
                <a:spcPts val="0"/>
              </a:spcAft>
              <a:buClr>
                <a:srgbClr val="000000"/>
              </a:buClr>
              <a:buSzPts val="1600"/>
              <a:buNone/>
              <a:defRPr sz="1600">
                <a:solidFill>
                  <a:srgbClr val="000000"/>
                </a:solidFill>
              </a:defRPr>
            </a:lvl3pPr>
            <a:lvl4pPr lvl="3" algn="ctr" rtl="0">
              <a:spcBef>
                <a:spcPts val="0"/>
              </a:spcBef>
              <a:spcAft>
                <a:spcPts val="0"/>
              </a:spcAft>
              <a:buClr>
                <a:srgbClr val="000000"/>
              </a:buClr>
              <a:buSzPts val="1600"/>
              <a:buNone/>
              <a:defRPr sz="1600">
                <a:solidFill>
                  <a:srgbClr val="000000"/>
                </a:solidFill>
              </a:defRPr>
            </a:lvl4pPr>
            <a:lvl5pPr lvl="4" algn="ctr" rtl="0">
              <a:spcBef>
                <a:spcPts val="0"/>
              </a:spcBef>
              <a:spcAft>
                <a:spcPts val="0"/>
              </a:spcAft>
              <a:buClr>
                <a:srgbClr val="000000"/>
              </a:buClr>
              <a:buSzPts val="1600"/>
              <a:buNone/>
              <a:defRPr sz="1600">
                <a:solidFill>
                  <a:srgbClr val="000000"/>
                </a:solidFill>
              </a:defRPr>
            </a:lvl5pPr>
            <a:lvl6pPr lvl="5" algn="ctr" rtl="0">
              <a:spcBef>
                <a:spcPts val="0"/>
              </a:spcBef>
              <a:spcAft>
                <a:spcPts val="0"/>
              </a:spcAft>
              <a:buClr>
                <a:srgbClr val="000000"/>
              </a:buClr>
              <a:buSzPts val="1600"/>
              <a:buNone/>
              <a:defRPr sz="1600">
                <a:solidFill>
                  <a:srgbClr val="000000"/>
                </a:solidFill>
              </a:defRPr>
            </a:lvl6pPr>
            <a:lvl7pPr lvl="6" algn="ctr" rtl="0">
              <a:spcBef>
                <a:spcPts val="0"/>
              </a:spcBef>
              <a:spcAft>
                <a:spcPts val="0"/>
              </a:spcAft>
              <a:buClr>
                <a:srgbClr val="000000"/>
              </a:buClr>
              <a:buSzPts val="1600"/>
              <a:buNone/>
              <a:defRPr sz="1600">
                <a:solidFill>
                  <a:srgbClr val="000000"/>
                </a:solidFill>
              </a:defRPr>
            </a:lvl7pPr>
            <a:lvl8pPr lvl="7" algn="ctr" rtl="0">
              <a:spcBef>
                <a:spcPts val="0"/>
              </a:spcBef>
              <a:spcAft>
                <a:spcPts val="0"/>
              </a:spcAft>
              <a:buClr>
                <a:srgbClr val="000000"/>
              </a:buClr>
              <a:buSzPts val="1600"/>
              <a:buNone/>
              <a:defRPr sz="1600">
                <a:solidFill>
                  <a:srgbClr val="000000"/>
                </a:solidFill>
              </a:defRPr>
            </a:lvl8pPr>
            <a:lvl9pPr lvl="8" algn="ctr" rtl="0">
              <a:spcBef>
                <a:spcPts val="0"/>
              </a:spcBef>
              <a:spcAft>
                <a:spcPts val="0"/>
              </a:spcAft>
              <a:buClr>
                <a:srgbClr val="000000"/>
              </a:buClr>
              <a:buSzPts val="1600"/>
              <a:buNone/>
              <a:defRPr sz="1600">
                <a:solidFill>
                  <a:srgbClr val="000000"/>
                </a:solidFill>
              </a:defRPr>
            </a:lvl9pPr>
          </a:lstStyle>
          <a:p>
            <a:endParaRPr/>
          </a:p>
        </p:txBody>
      </p:sp>
      <p:sp>
        <p:nvSpPr>
          <p:cNvPr id="1028" name="Google Shape;1028;p13"/>
          <p:cNvSpPr txBox="1">
            <a:spLocks noGrp="1"/>
          </p:cNvSpPr>
          <p:nvPr>
            <p:ph type="subTitle" idx="1"/>
          </p:nvPr>
        </p:nvSpPr>
        <p:spPr>
          <a:xfrm>
            <a:off x="3658661" y="1846527"/>
            <a:ext cx="23229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9" name="Google Shape;1029;p13"/>
          <p:cNvSpPr txBox="1">
            <a:spLocks noGrp="1"/>
          </p:cNvSpPr>
          <p:nvPr>
            <p:ph type="title" idx="2" hasCustomPrompt="1"/>
          </p:nvPr>
        </p:nvSpPr>
        <p:spPr>
          <a:xfrm>
            <a:off x="4269160" y="833125"/>
            <a:ext cx="1101900" cy="577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000000"/>
              </a:buClr>
              <a:buSzPts val="6000"/>
              <a:buNone/>
              <a:defRPr sz="5000">
                <a:solidFill>
                  <a:srgbClr val="000000"/>
                </a:solidFill>
              </a:defRPr>
            </a:lvl1pPr>
            <a:lvl2pPr lvl="1"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1030" name="Google Shape;1030;p13"/>
          <p:cNvSpPr txBox="1">
            <a:spLocks noGrp="1"/>
          </p:cNvSpPr>
          <p:nvPr>
            <p:ph type="ctrTitle" idx="3"/>
          </p:nvPr>
        </p:nvSpPr>
        <p:spPr>
          <a:xfrm>
            <a:off x="3658660" y="3722410"/>
            <a:ext cx="2322900" cy="2697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000000"/>
              </a:buClr>
              <a:buSzPts val="1600"/>
              <a:buNone/>
              <a:defRPr sz="1800"/>
            </a:lvl1pPr>
            <a:lvl2pPr lvl="1" algn="ctr" rtl="0">
              <a:spcBef>
                <a:spcPts val="0"/>
              </a:spcBef>
              <a:spcAft>
                <a:spcPts val="0"/>
              </a:spcAft>
              <a:buClr>
                <a:srgbClr val="000000"/>
              </a:buClr>
              <a:buSzPts val="1600"/>
              <a:buNone/>
              <a:defRPr sz="1600">
                <a:solidFill>
                  <a:srgbClr val="000000"/>
                </a:solidFill>
              </a:defRPr>
            </a:lvl2pPr>
            <a:lvl3pPr lvl="2" algn="ctr" rtl="0">
              <a:spcBef>
                <a:spcPts val="0"/>
              </a:spcBef>
              <a:spcAft>
                <a:spcPts val="0"/>
              </a:spcAft>
              <a:buClr>
                <a:srgbClr val="000000"/>
              </a:buClr>
              <a:buSzPts val="1600"/>
              <a:buNone/>
              <a:defRPr sz="1600">
                <a:solidFill>
                  <a:srgbClr val="000000"/>
                </a:solidFill>
              </a:defRPr>
            </a:lvl3pPr>
            <a:lvl4pPr lvl="3" algn="ctr" rtl="0">
              <a:spcBef>
                <a:spcPts val="0"/>
              </a:spcBef>
              <a:spcAft>
                <a:spcPts val="0"/>
              </a:spcAft>
              <a:buClr>
                <a:srgbClr val="000000"/>
              </a:buClr>
              <a:buSzPts val="1600"/>
              <a:buNone/>
              <a:defRPr sz="1600">
                <a:solidFill>
                  <a:srgbClr val="000000"/>
                </a:solidFill>
              </a:defRPr>
            </a:lvl4pPr>
            <a:lvl5pPr lvl="4" algn="ctr" rtl="0">
              <a:spcBef>
                <a:spcPts val="0"/>
              </a:spcBef>
              <a:spcAft>
                <a:spcPts val="0"/>
              </a:spcAft>
              <a:buClr>
                <a:srgbClr val="000000"/>
              </a:buClr>
              <a:buSzPts val="1600"/>
              <a:buNone/>
              <a:defRPr sz="1600">
                <a:solidFill>
                  <a:srgbClr val="000000"/>
                </a:solidFill>
              </a:defRPr>
            </a:lvl5pPr>
            <a:lvl6pPr lvl="5" algn="ctr" rtl="0">
              <a:spcBef>
                <a:spcPts val="0"/>
              </a:spcBef>
              <a:spcAft>
                <a:spcPts val="0"/>
              </a:spcAft>
              <a:buClr>
                <a:srgbClr val="000000"/>
              </a:buClr>
              <a:buSzPts val="1600"/>
              <a:buNone/>
              <a:defRPr sz="1600">
                <a:solidFill>
                  <a:srgbClr val="000000"/>
                </a:solidFill>
              </a:defRPr>
            </a:lvl6pPr>
            <a:lvl7pPr lvl="6" algn="ctr" rtl="0">
              <a:spcBef>
                <a:spcPts val="0"/>
              </a:spcBef>
              <a:spcAft>
                <a:spcPts val="0"/>
              </a:spcAft>
              <a:buClr>
                <a:srgbClr val="000000"/>
              </a:buClr>
              <a:buSzPts val="1600"/>
              <a:buNone/>
              <a:defRPr sz="1600">
                <a:solidFill>
                  <a:srgbClr val="000000"/>
                </a:solidFill>
              </a:defRPr>
            </a:lvl7pPr>
            <a:lvl8pPr lvl="7" algn="ctr" rtl="0">
              <a:spcBef>
                <a:spcPts val="0"/>
              </a:spcBef>
              <a:spcAft>
                <a:spcPts val="0"/>
              </a:spcAft>
              <a:buClr>
                <a:srgbClr val="000000"/>
              </a:buClr>
              <a:buSzPts val="1600"/>
              <a:buNone/>
              <a:defRPr sz="1600">
                <a:solidFill>
                  <a:srgbClr val="000000"/>
                </a:solidFill>
              </a:defRPr>
            </a:lvl8pPr>
            <a:lvl9pPr lvl="8" algn="ctr" rtl="0">
              <a:spcBef>
                <a:spcPts val="0"/>
              </a:spcBef>
              <a:spcAft>
                <a:spcPts val="0"/>
              </a:spcAft>
              <a:buClr>
                <a:srgbClr val="000000"/>
              </a:buClr>
              <a:buSzPts val="1600"/>
              <a:buNone/>
              <a:defRPr sz="1600">
                <a:solidFill>
                  <a:srgbClr val="000000"/>
                </a:solidFill>
              </a:defRPr>
            </a:lvl9pPr>
          </a:lstStyle>
          <a:p>
            <a:endParaRPr/>
          </a:p>
        </p:txBody>
      </p:sp>
      <p:sp>
        <p:nvSpPr>
          <p:cNvPr id="1031" name="Google Shape;1031;p13"/>
          <p:cNvSpPr txBox="1">
            <a:spLocks noGrp="1"/>
          </p:cNvSpPr>
          <p:nvPr>
            <p:ph type="subTitle" idx="4"/>
          </p:nvPr>
        </p:nvSpPr>
        <p:spPr>
          <a:xfrm>
            <a:off x="3658661" y="3992523"/>
            <a:ext cx="23229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32" name="Google Shape;1032;p13"/>
          <p:cNvSpPr txBox="1">
            <a:spLocks noGrp="1"/>
          </p:cNvSpPr>
          <p:nvPr>
            <p:ph type="title" idx="5" hasCustomPrompt="1"/>
          </p:nvPr>
        </p:nvSpPr>
        <p:spPr>
          <a:xfrm>
            <a:off x="4269160" y="2972134"/>
            <a:ext cx="1101900" cy="577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000000"/>
              </a:buClr>
              <a:buSzPts val="6000"/>
              <a:buNone/>
              <a:defRPr sz="5000">
                <a:solidFill>
                  <a:srgbClr val="000000"/>
                </a:solidFill>
              </a:defRPr>
            </a:lvl1pPr>
            <a:lvl2pPr lvl="1"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1033" name="Google Shape;1033;p13"/>
          <p:cNvSpPr txBox="1">
            <a:spLocks noGrp="1"/>
          </p:cNvSpPr>
          <p:nvPr>
            <p:ph type="ctrTitle" idx="6"/>
          </p:nvPr>
        </p:nvSpPr>
        <p:spPr>
          <a:xfrm>
            <a:off x="5974922" y="1589224"/>
            <a:ext cx="2322900" cy="270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000000"/>
              </a:buClr>
              <a:buSzPts val="1600"/>
              <a:buNone/>
              <a:defRPr sz="1800"/>
            </a:lvl1pPr>
            <a:lvl2pPr lvl="1" algn="ctr" rtl="0">
              <a:spcBef>
                <a:spcPts val="0"/>
              </a:spcBef>
              <a:spcAft>
                <a:spcPts val="0"/>
              </a:spcAft>
              <a:buClr>
                <a:srgbClr val="000000"/>
              </a:buClr>
              <a:buSzPts val="1600"/>
              <a:buNone/>
              <a:defRPr sz="1600">
                <a:solidFill>
                  <a:srgbClr val="000000"/>
                </a:solidFill>
              </a:defRPr>
            </a:lvl2pPr>
            <a:lvl3pPr lvl="2" algn="ctr" rtl="0">
              <a:spcBef>
                <a:spcPts val="0"/>
              </a:spcBef>
              <a:spcAft>
                <a:spcPts val="0"/>
              </a:spcAft>
              <a:buClr>
                <a:srgbClr val="000000"/>
              </a:buClr>
              <a:buSzPts val="1600"/>
              <a:buNone/>
              <a:defRPr sz="1600">
                <a:solidFill>
                  <a:srgbClr val="000000"/>
                </a:solidFill>
              </a:defRPr>
            </a:lvl3pPr>
            <a:lvl4pPr lvl="3" algn="ctr" rtl="0">
              <a:spcBef>
                <a:spcPts val="0"/>
              </a:spcBef>
              <a:spcAft>
                <a:spcPts val="0"/>
              </a:spcAft>
              <a:buClr>
                <a:srgbClr val="000000"/>
              </a:buClr>
              <a:buSzPts val="1600"/>
              <a:buNone/>
              <a:defRPr sz="1600">
                <a:solidFill>
                  <a:srgbClr val="000000"/>
                </a:solidFill>
              </a:defRPr>
            </a:lvl4pPr>
            <a:lvl5pPr lvl="4" algn="ctr" rtl="0">
              <a:spcBef>
                <a:spcPts val="0"/>
              </a:spcBef>
              <a:spcAft>
                <a:spcPts val="0"/>
              </a:spcAft>
              <a:buClr>
                <a:srgbClr val="000000"/>
              </a:buClr>
              <a:buSzPts val="1600"/>
              <a:buNone/>
              <a:defRPr sz="1600">
                <a:solidFill>
                  <a:srgbClr val="000000"/>
                </a:solidFill>
              </a:defRPr>
            </a:lvl5pPr>
            <a:lvl6pPr lvl="5" algn="ctr" rtl="0">
              <a:spcBef>
                <a:spcPts val="0"/>
              </a:spcBef>
              <a:spcAft>
                <a:spcPts val="0"/>
              </a:spcAft>
              <a:buClr>
                <a:srgbClr val="000000"/>
              </a:buClr>
              <a:buSzPts val="1600"/>
              <a:buNone/>
              <a:defRPr sz="1600">
                <a:solidFill>
                  <a:srgbClr val="000000"/>
                </a:solidFill>
              </a:defRPr>
            </a:lvl6pPr>
            <a:lvl7pPr lvl="6" algn="ctr" rtl="0">
              <a:spcBef>
                <a:spcPts val="0"/>
              </a:spcBef>
              <a:spcAft>
                <a:spcPts val="0"/>
              </a:spcAft>
              <a:buClr>
                <a:srgbClr val="000000"/>
              </a:buClr>
              <a:buSzPts val="1600"/>
              <a:buNone/>
              <a:defRPr sz="1600">
                <a:solidFill>
                  <a:srgbClr val="000000"/>
                </a:solidFill>
              </a:defRPr>
            </a:lvl7pPr>
            <a:lvl8pPr lvl="7" algn="ctr" rtl="0">
              <a:spcBef>
                <a:spcPts val="0"/>
              </a:spcBef>
              <a:spcAft>
                <a:spcPts val="0"/>
              </a:spcAft>
              <a:buClr>
                <a:srgbClr val="000000"/>
              </a:buClr>
              <a:buSzPts val="1600"/>
              <a:buNone/>
              <a:defRPr sz="1600">
                <a:solidFill>
                  <a:srgbClr val="000000"/>
                </a:solidFill>
              </a:defRPr>
            </a:lvl8pPr>
            <a:lvl9pPr lvl="8" algn="ctr" rtl="0">
              <a:spcBef>
                <a:spcPts val="0"/>
              </a:spcBef>
              <a:spcAft>
                <a:spcPts val="0"/>
              </a:spcAft>
              <a:buClr>
                <a:srgbClr val="000000"/>
              </a:buClr>
              <a:buSzPts val="1600"/>
              <a:buNone/>
              <a:defRPr sz="1600">
                <a:solidFill>
                  <a:srgbClr val="000000"/>
                </a:solidFill>
              </a:defRPr>
            </a:lvl9pPr>
          </a:lstStyle>
          <a:p>
            <a:endParaRPr/>
          </a:p>
        </p:txBody>
      </p:sp>
      <p:sp>
        <p:nvSpPr>
          <p:cNvPr id="1034" name="Google Shape;1034;p13"/>
          <p:cNvSpPr txBox="1">
            <a:spLocks noGrp="1"/>
          </p:cNvSpPr>
          <p:nvPr>
            <p:ph type="subTitle" idx="7"/>
          </p:nvPr>
        </p:nvSpPr>
        <p:spPr>
          <a:xfrm>
            <a:off x="5974924" y="1846527"/>
            <a:ext cx="23229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35" name="Google Shape;1035;p13"/>
          <p:cNvSpPr txBox="1">
            <a:spLocks noGrp="1"/>
          </p:cNvSpPr>
          <p:nvPr>
            <p:ph type="title" idx="8" hasCustomPrompt="1"/>
          </p:nvPr>
        </p:nvSpPr>
        <p:spPr>
          <a:xfrm>
            <a:off x="6585422" y="833125"/>
            <a:ext cx="1101900" cy="577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000000"/>
              </a:buClr>
              <a:buSzPts val="6000"/>
              <a:buNone/>
              <a:defRPr sz="5000">
                <a:solidFill>
                  <a:srgbClr val="000000"/>
                </a:solidFill>
              </a:defRPr>
            </a:lvl1pPr>
            <a:lvl2pPr lvl="1"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1036" name="Google Shape;1036;p13"/>
          <p:cNvSpPr txBox="1">
            <a:spLocks noGrp="1"/>
          </p:cNvSpPr>
          <p:nvPr>
            <p:ph type="ctrTitle" idx="9"/>
          </p:nvPr>
        </p:nvSpPr>
        <p:spPr>
          <a:xfrm>
            <a:off x="5974922" y="3722410"/>
            <a:ext cx="2322900" cy="2697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000000"/>
              </a:buClr>
              <a:buSzPts val="1600"/>
              <a:buNone/>
              <a:defRPr sz="1800"/>
            </a:lvl1pPr>
            <a:lvl2pPr lvl="1" algn="ctr" rtl="0">
              <a:spcBef>
                <a:spcPts val="0"/>
              </a:spcBef>
              <a:spcAft>
                <a:spcPts val="0"/>
              </a:spcAft>
              <a:buClr>
                <a:srgbClr val="000000"/>
              </a:buClr>
              <a:buSzPts val="1600"/>
              <a:buNone/>
              <a:defRPr sz="1600">
                <a:solidFill>
                  <a:srgbClr val="000000"/>
                </a:solidFill>
              </a:defRPr>
            </a:lvl2pPr>
            <a:lvl3pPr lvl="2" algn="ctr" rtl="0">
              <a:spcBef>
                <a:spcPts val="0"/>
              </a:spcBef>
              <a:spcAft>
                <a:spcPts val="0"/>
              </a:spcAft>
              <a:buClr>
                <a:srgbClr val="000000"/>
              </a:buClr>
              <a:buSzPts val="1600"/>
              <a:buNone/>
              <a:defRPr sz="1600">
                <a:solidFill>
                  <a:srgbClr val="000000"/>
                </a:solidFill>
              </a:defRPr>
            </a:lvl3pPr>
            <a:lvl4pPr lvl="3" algn="ctr" rtl="0">
              <a:spcBef>
                <a:spcPts val="0"/>
              </a:spcBef>
              <a:spcAft>
                <a:spcPts val="0"/>
              </a:spcAft>
              <a:buClr>
                <a:srgbClr val="000000"/>
              </a:buClr>
              <a:buSzPts val="1600"/>
              <a:buNone/>
              <a:defRPr sz="1600">
                <a:solidFill>
                  <a:srgbClr val="000000"/>
                </a:solidFill>
              </a:defRPr>
            </a:lvl4pPr>
            <a:lvl5pPr lvl="4" algn="ctr" rtl="0">
              <a:spcBef>
                <a:spcPts val="0"/>
              </a:spcBef>
              <a:spcAft>
                <a:spcPts val="0"/>
              </a:spcAft>
              <a:buClr>
                <a:srgbClr val="000000"/>
              </a:buClr>
              <a:buSzPts val="1600"/>
              <a:buNone/>
              <a:defRPr sz="1600">
                <a:solidFill>
                  <a:srgbClr val="000000"/>
                </a:solidFill>
              </a:defRPr>
            </a:lvl5pPr>
            <a:lvl6pPr lvl="5" algn="ctr" rtl="0">
              <a:spcBef>
                <a:spcPts val="0"/>
              </a:spcBef>
              <a:spcAft>
                <a:spcPts val="0"/>
              </a:spcAft>
              <a:buClr>
                <a:srgbClr val="000000"/>
              </a:buClr>
              <a:buSzPts val="1600"/>
              <a:buNone/>
              <a:defRPr sz="1600">
                <a:solidFill>
                  <a:srgbClr val="000000"/>
                </a:solidFill>
              </a:defRPr>
            </a:lvl6pPr>
            <a:lvl7pPr lvl="6" algn="ctr" rtl="0">
              <a:spcBef>
                <a:spcPts val="0"/>
              </a:spcBef>
              <a:spcAft>
                <a:spcPts val="0"/>
              </a:spcAft>
              <a:buClr>
                <a:srgbClr val="000000"/>
              </a:buClr>
              <a:buSzPts val="1600"/>
              <a:buNone/>
              <a:defRPr sz="1600">
                <a:solidFill>
                  <a:srgbClr val="000000"/>
                </a:solidFill>
              </a:defRPr>
            </a:lvl7pPr>
            <a:lvl8pPr lvl="7" algn="ctr" rtl="0">
              <a:spcBef>
                <a:spcPts val="0"/>
              </a:spcBef>
              <a:spcAft>
                <a:spcPts val="0"/>
              </a:spcAft>
              <a:buClr>
                <a:srgbClr val="000000"/>
              </a:buClr>
              <a:buSzPts val="1600"/>
              <a:buNone/>
              <a:defRPr sz="1600">
                <a:solidFill>
                  <a:srgbClr val="000000"/>
                </a:solidFill>
              </a:defRPr>
            </a:lvl8pPr>
            <a:lvl9pPr lvl="8" algn="ctr" rtl="0">
              <a:spcBef>
                <a:spcPts val="0"/>
              </a:spcBef>
              <a:spcAft>
                <a:spcPts val="0"/>
              </a:spcAft>
              <a:buClr>
                <a:srgbClr val="000000"/>
              </a:buClr>
              <a:buSzPts val="1600"/>
              <a:buNone/>
              <a:defRPr sz="1600">
                <a:solidFill>
                  <a:srgbClr val="000000"/>
                </a:solidFill>
              </a:defRPr>
            </a:lvl9pPr>
          </a:lstStyle>
          <a:p>
            <a:endParaRPr/>
          </a:p>
        </p:txBody>
      </p:sp>
      <p:sp>
        <p:nvSpPr>
          <p:cNvPr id="1037" name="Google Shape;1037;p13"/>
          <p:cNvSpPr txBox="1">
            <a:spLocks noGrp="1"/>
          </p:cNvSpPr>
          <p:nvPr>
            <p:ph type="subTitle" idx="13"/>
          </p:nvPr>
        </p:nvSpPr>
        <p:spPr>
          <a:xfrm>
            <a:off x="5974924" y="3992523"/>
            <a:ext cx="23229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38" name="Google Shape;1038;p13"/>
          <p:cNvSpPr txBox="1">
            <a:spLocks noGrp="1"/>
          </p:cNvSpPr>
          <p:nvPr>
            <p:ph type="title" idx="14" hasCustomPrompt="1"/>
          </p:nvPr>
        </p:nvSpPr>
        <p:spPr>
          <a:xfrm>
            <a:off x="6585422" y="2972134"/>
            <a:ext cx="1101900" cy="577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000000"/>
              </a:buClr>
              <a:buSzPts val="6000"/>
              <a:buNone/>
              <a:defRPr sz="5000">
                <a:solidFill>
                  <a:srgbClr val="000000"/>
                </a:solidFill>
              </a:defRPr>
            </a:lvl1pPr>
            <a:lvl2pPr lvl="1"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1039" name="Google Shape;1039;p13"/>
          <p:cNvSpPr txBox="1">
            <a:spLocks noGrp="1"/>
          </p:cNvSpPr>
          <p:nvPr>
            <p:ph type="ctrTitle" idx="15"/>
          </p:nvPr>
        </p:nvSpPr>
        <p:spPr>
          <a:xfrm rot="-5400000">
            <a:off x="-1086025" y="2345625"/>
            <a:ext cx="4067100" cy="4428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000000"/>
              </a:buClr>
              <a:buSzPts val="2400"/>
              <a:buNone/>
              <a:defRPr sz="3000">
                <a:solidFill>
                  <a:srgbClr val="000000"/>
                </a:solidFill>
              </a:defRPr>
            </a:lvl1pPr>
            <a:lvl2pPr lvl="1" algn="ctr" rtl="0">
              <a:spcBef>
                <a:spcPts val="0"/>
              </a:spcBef>
              <a:spcAft>
                <a:spcPts val="0"/>
              </a:spcAft>
              <a:buClr>
                <a:srgbClr val="000000"/>
              </a:buClr>
              <a:buSzPts val="1100"/>
              <a:buNone/>
              <a:defRPr sz="1100">
                <a:solidFill>
                  <a:srgbClr val="000000"/>
                </a:solidFill>
              </a:defRPr>
            </a:lvl2pPr>
            <a:lvl3pPr lvl="2" algn="ctr" rtl="0">
              <a:spcBef>
                <a:spcPts val="0"/>
              </a:spcBef>
              <a:spcAft>
                <a:spcPts val="0"/>
              </a:spcAft>
              <a:buClr>
                <a:srgbClr val="000000"/>
              </a:buClr>
              <a:buSzPts val="1100"/>
              <a:buNone/>
              <a:defRPr sz="1100">
                <a:solidFill>
                  <a:srgbClr val="000000"/>
                </a:solidFill>
              </a:defRPr>
            </a:lvl3pPr>
            <a:lvl4pPr lvl="3" algn="ctr" rtl="0">
              <a:spcBef>
                <a:spcPts val="0"/>
              </a:spcBef>
              <a:spcAft>
                <a:spcPts val="0"/>
              </a:spcAft>
              <a:buClr>
                <a:srgbClr val="000000"/>
              </a:buClr>
              <a:buSzPts val="1100"/>
              <a:buNone/>
              <a:defRPr sz="1100">
                <a:solidFill>
                  <a:srgbClr val="000000"/>
                </a:solidFill>
              </a:defRPr>
            </a:lvl4pPr>
            <a:lvl5pPr lvl="4" algn="ctr" rtl="0">
              <a:spcBef>
                <a:spcPts val="0"/>
              </a:spcBef>
              <a:spcAft>
                <a:spcPts val="0"/>
              </a:spcAft>
              <a:buClr>
                <a:srgbClr val="000000"/>
              </a:buClr>
              <a:buSzPts val="1100"/>
              <a:buNone/>
              <a:defRPr sz="1100">
                <a:solidFill>
                  <a:srgbClr val="000000"/>
                </a:solidFill>
              </a:defRPr>
            </a:lvl5pPr>
            <a:lvl6pPr lvl="5" algn="ctr" rtl="0">
              <a:spcBef>
                <a:spcPts val="0"/>
              </a:spcBef>
              <a:spcAft>
                <a:spcPts val="0"/>
              </a:spcAft>
              <a:buClr>
                <a:srgbClr val="000000"/>
              </a:buClr>
              <a:buSzPts val="1100"/>
              <a:buNone/>
              <a:defRPr sz="1100">
                <a:solidFill>
                  <a:srgbClr val="000000"/>
                </a:solidFill>
              </a:defRPr>
            </a:lvl6pPr>
            <a:lvl7pPr lvl="6" algn="ctr" rtl="0">
              <a:spcBef>
                <a:spcPts val="0"/>
              </a:spcBef>
              <a:spcAft>
                <a:spcPts val="0"/>
              </a:spcAft>
              <a:buClr>
                <a:srgbClr val="000000"/>
              </a:buClr>
              <a:buSzPts val="1100"/>
              <a:buNone/>
              <a:defRPr sz="1100">
                <a:solidFill>
                  <a:srgbClr val="000000"/>
                </a:solidFill>
              </a:defRPr>
            </a:lvl7pPr>
            <a:lvl8pPr lvl="7" algn="ctr" rtl="0">
              <a:spcBef>
                <a:spcPts val="0"/>
              </a:spcBef>
              <a:spcAft>
                <a:spcPts val="0"/>
              </a:spcAft>
              <a:buClr>
                <a:srgbClr val="000000"/>
              </a:buClr>
              <a:buSzPts val="1100"/>
              <a:buNone/>
              <a:defRPr sz="1100">
                <a:solidFill>
                  <a:srgbClr val="000000"/>
                </a:solidFill>
              </a:defRPr>
            </a:lvl8pPr>
            <a:lvl9pPr lvl="8" algn="ctr" rtl="0">
              <a:spcBef>
                <a:spcPts val="0"/>
              </a:spcBef>
              <a:spcAft>
                <a:spcPts val="0"/>
              </a:spcAft>
              <a:buClr>
                <a:srgbClr val="000000"/>
              </a:buClr>
              <a:buSzPts val="1100"/>
              <a:buNone/>
              <a:defRPr sz="1100">
                <a:solidFill>
                  <a:srgbClr val="000000"/>
                </a:solidFill>
              </a:defRPr>
            </a:lvl9pPr>
          </a:lstStyle>
          <a:p>
            <a:endParaRPr/>
          </a:p>
        </p:txBody>
      </p:sp>
      <p:sp>
        <p:nvSpPr>
          <p:cNvPr id="1040" name="Google Shape;1040;p13"/>
          <p:cNvSpPr txBox="1">
            <a:spLocks noGrp="1"/>
          </p:cNvSpPr>
          <p:nvPr>
            <p:ph type="ctrTitle" idx="16"/>
          </p:nvPr>
        </p:nvSpPr>
        <p:spPr>
          <a:xfrm>
            <a:off x="1329575" y="1589233"/>
            <a:ext cx="2322900" cy="270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000000"/>
              </a:buClr>
              <a:buSzPts val="1600"/>
              <a:buNone/>
              <a:defRPr sz="1800"/>
            </a:lvl1pPr>
            <a:lvl2pPr lvl="1" algn="ctr" rtl="0">
              <a:spcBef>
                <a:spcPts val="0"/>
              </a:spcBef>
              <a:spcAft>
                <a:spcPts val="0"/>
              </a:spcAft>
              <a:buClr>
                <a:srgbClr val="000000"/>
              </a:buClr>
              <a:buSzPts val="1600"/>
              <a:buNone/>
              <a:defRPr sz="1600">
                <a:solidFill>
                  <a:srgbClr val="000000"/>
                </a:solidFill>
              </a:defRPr>
            </a:lvl2pPr>
            <a:lvl3pPr lvl="2" algn="ctr" rtl="0">
              <a:spcBef>
                <a:spcPts val="0"/>
              </a:spcBef>
              <a:spcAft>
                <a:spcPts val="0"/>
              </a:spcAft>
              <a:buClr>
                <a:srgbClr val="000000"/>
              </a:buClr>
              <a:buSzPts val="1600"/>
              <a:buNone/>
              <a:defRPr sz="1600">
                <a:solidFill>
                  <a:srgbClr val="000000"/>
                </a:solidFill>
              </a:defRPr>
            </a:lvl3pPr>
            <a:lvl4pPr lvl="3" algn="ctr" rtl="0">
              <a:spcBef>
                <a:spcPts val="0"/>
              </a:spcBef>
              <a:spcAft>
                <a:spcPts val="0"/>
              </a:spcAft>
              <a:buClr>
                <a:srgbClr val="000000"/>
              </a:buClr>
              <a:buSzPts val="1600"/>
              <a:buNone/>
              <a:defRPr sz="1600">
                <a:solidFill>
                  <a:srgbClr val="000000"/>
                </a:solidFill>
              </a:defRPr>
            </a:lvl4pPr>
            <a:lvl5pPr lvl="4" algn="ctr" rtl="0">
              <a:spcBef>
                <a:spcPts val="0"/>
              </a:spcBef>
              <a:spcAft>
                <a:spcPts val="0"/>
              </a:spcAft>
              <a:buClr>
                <a:srgbClr val="000000"/>
              </a:buClr>
              <a:buSzPts val="1600"/>
              <a:buNone/>
              <a:defRPr sz="1600">
                <a:solidFill>
                  <a:srgbClr val="000000"/>
                </a:solidFill>
              </a:defRPr>
            </a:lvl5pPr>
            <a:lvl6pPr lvl="5" algn="ctr" rtl="0">
              <a:spcBef>
                <a:spcPts val="0"/>
              </a:spcBef>
              <a:spcAft>
                <a:spcPts val="0"/>
              </a:spcAft>
              <a:buClr>
                <a:srgbClr val="000000"/>
              </a:buClr>
              <a:buSzPts val="1600"/>
              <a:buNone/>
              <a:defRPr sz="1600">
                <a:solidFill>
                  <a:srgbClr val="000000"/>
                </a:solidFill>
              </a:defRPr>
            </a:lvl6pPr>
            <a:lvl7pPr lvl="6" algn="ctr" rtl="0">
              <a:spcBef>
                <a:spcPts val="0"/>
              </a:spcBef>
              <a:spcAft>
                <a:spcPts val="0"/>
              </a:spcAft>
              <a:buClr>
                <a:srgbClr val="000000"/>
              </a:buClr>
              <a:buSzPts val="1600"/>
              <a:buNone/>
              <a:defRPr sz="1600">
                <a:solidFill>
                  <a:srgbClr val="000000"/>
                </a:solidFill>
              </a:defRPr>
            </a:lvl7pPr>
            <a:lvl8pPr lvl="7" algn="ctr" rtl="0">
              <a:spcBef>
                <a:spcPts val="0"/>
              </a:spcBef>
              <a:spcAft>
                <a:spcPts val="0"/>
              </a:spcAft>
              <a:buClr>
                <a:srgbClr val="000000"/>
              </a:buClr>
              <a:buSzPts val="1600"/>
              <a:buNone/>
              <a:defRPr sz="1600">
                <a:solidFill>
                  <a:srgbClr val="000000"/>
                </a:solidFill>
              </a:defRPr>
            </a:lvl8pPr>
            <a:lvl9pPr lvl="8" algn="ctr" rtl="0">
              <a:spcBef>
                <a:spcPts val="0"/>
              </a:spcBef>
              <a:spcAft>
                <a:spcPts val="0"/>
              </a:spcAft>
              <a:buClr>
                <a:srgbClr val="000000"/>
              </a:buClr>
              <a:buSzPts val="1600"/>
              <a:buNone/>
              <a:defRPr sz="1600">
                <a:solidFill>
                  <a:srgbClr val="000000"/>
                </a:solidFill>
              </a:defRPr>
            </a:lvl9pPr>
          </a:lstStyle>
          <a:p>
            <a:endParaRPr/>
          </a:p>
        </p:txBody>
      </p:sp>
      <p:sp>
        <p:nvSpPr>
          <p:cNvPr id="1041" name="Google Shape;1041;p13"/>
          <p:cNvSpPr txBox="1">
            <a:spLocks noGrp="1"/>
          </p:cNvSpPr>
          <p:nvPr>
            <p:ph type="subTitle" idx="17"/>
          </p:nvPr>
        </p:nvSpPr>
        <p:spPr>
          <a:xfrm>
            <a:off x="1329575" y="1846527"/>
            <a:ext cx="23229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42" name="Google Shape;1042;p13"/>
          <p:cNvSpPr txBox="1">
            <a:spLocks noGrp="1"/>
          </p:cNvSpPr>
          <p:nvPr>
            <p:ph type="title" idx="18" hasCustomPrompt="1"/>
          </p:nvPr>
        </p:nvSpPr>
        <p:spPr>
          <a:xfrm>
            <a:off x="1940075" y="833125"/>
            <a:ext cx="1101900" cy="577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000000"/>
              </a:buClr>
              <a:buSzPts val="6000"/>
              <a:buNone/>
              <a:defRPr sz="5000">
                <a:solidFill>
                  <a:srgbClr val="000000"/>
                </a:solidFill>
              </a:defRPr>
            </a:lvl1pPr>
            <a:lvl2pPr lvl="1"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1043" name="Google Shape;1043;p13"/>
          <p:cNvSpPr txBox="1">
            <a:spLocks noGrp="1"/>
          </p:cNvSpPr>
          <p:nvPr>
            <p:ph type="ctrTitle" idx="19"/>
          </p:nvPr>
        </p:nvSpPr>
        <p:spPr>
          <a:xfrm>
            <a:off x="1329575" y="3722410"/>
            <a:ext cx="2322900" cy="2697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000000"/>
              </a:buClr>
              <a:buSzPts val="1600"/>
              <a:buNone/>
              <a:defRPr sz="1800"/>
            </a:lvl1pPr>
            <a:lvl2pPr lvl="1" algn="ctr" rtl="0">
              <a:spcBef>
                <a:spcPts val="0"/>
              </a:spcBef>
              <a:spcAft>
                <a:spcPts val="0"/>
              </a:spcAft>
              <a:buClr>
                <a:srgbClr val="000000"/>
              </a:buClr>
              <a:buSzPts val="1600"/>
              <a:buNone/>
              <a:defRPr sz="1600">
                <a:solidFill>
                  <a:srgbClr val="000000"/>
                </a:solidFill>
              </a:defRPr>
            </a:lvl2pPr>
            <a:lvl3pPr lvl="2" algn="ctr" rtl="0">
              <a:spcBef>
                <a:spcPts val="0"/>
              </a:spcBef>
              <a:spcAft>
                <a:spcPts val="0"/>
              </a:spcAft>
              <a:buClr>
                <a:srgbClr val="000000"/>
              </a:buClr>
              <a:buSzPts val="1600"/>
              <a:buNone/>
              <a:defRPr sz="1600">
                <a:solidFill>
                  <a:srgbClr val="000000"/>
                </a:solidFill>
              </a:defRPr>
            </a:lvl3pPr>
            <a:lvl4pPr lvl="3" algn="ctr" rtl="0">
              <a:spcBef>
                <a:spcPts val="0"/>
              </a:spcBef>
              <a:spcAft>
                <a:spcPts val="0"/>
              </a:spcAft>
              <a:buClr>
                <a:srgbClr val="000000"/>
              </a:buClr>
              <a:buSzPts val="1600"/>
              <a:buNone/>
              <a:defRPr sz="1600">
                <a:solidFill>
                  <a:srgbClr val="000000"/>
                </a:solidFill>
              </a:defRPr>
            </a:lvl4pPr>
            <a:lvl5pPr lvl="4" algn="ctr" rtl="0">
              <a:spcBef>
                <a:spcPts val="0"/>
              </a:spcBef>
              <a:spcAft>
                <a:spcPts val="0"/>
              </a:spcAft>
              <a:buClr>
                <a:srgbClr val="000000"/>
              </a:buClr>
              <a:buSzPts val="1600"/>
              <a:buNone/>
              <a:defRPr sz="1600">
                <a:solidFill>
                  <a:srgbClr val="000000"/>
                </a:solidFill>
              </a:defRPr>
            </a:lvl5pPr>
            <a:lvl6pPr lvl="5" algn="ctr" rtl="0">
              <a:spcBef>
                <a:spcPts val="0"/>
              </a:spcBef>
              <a:spcAft>
                <a:spcPts val="0"/>
              </a:spcAft>
              <a:buClr>
                <a:srgbClr val="000000"/>
              </a:buClr>
              <a:buSzPts val="1600"/>
              <a:buNone/>
              <a:defRPr sz="1600">
                <a:solidFill>
                  <a:srgbClr val="000000"/>
                </a:solidFill>
              </a:defRPr>
            </a:lvl6pPr>
            <a:lvl7pPr lvl="6" algn="ctr" rtl="0">
              <a:spcBef>
                <a:spcPts val="0"/>
              </a:spcBef>
              <a:spcAft>
                <a:spcPts val="0"/>
              </a:spcAft>
              <a:buClr>
                <a:srgbClr val="000000"/>
              </a:buClr>
              <a:buSzPts val="1600"/>
              <a:buNone/>
              <a:defRPr sz="1600">
                <a:solidFill>
                  <a:srgbClr val="000000"/>
                </a:solidFill>
              </a:defRPr>
            </a:lvl7pPr>
            <a:lvl8pPr lvl="7" algn="ctr" rtl="0">
              <a:spcBef>
                <a:spcPts val="0"/>
              </a:spcBef>
              <a:spcAft>
                <a:spcPts val="0"/>
              </a:spcAft>
              <a:buClr>
                <a:srgbClr val="000000"/>
              </a:buClr>
              <a:buSzPts val="1600"/>
              <a:buNone/>
              <a:defRPr sz="1600">
                <a:solidFill>
                  <a:srgbClr val="000000"/>
                </a:solidFill>
              </a:defRPr>
            </a:lvl8pPr>
            <a:lvl9pPr lvl="8" algn="ctr" rtl="0">
              <a:spcBef>
                <a:spcPts val="0"/>
              </a:spcBef>
              <a:spcAft>
                <a:spcPts val="0"/>
              </a:spcAft>
              <a:buClr>
                <a:srgbClr val="000000"/>
              </a:buClr>
              <a:buSzPts val="1600"/>
              <a:buNone/>
              <a:defRPr sz="1600">
                <a:solidFill>
                  <a:srgbClr val="000000"/>
                </a:solidFill>
              </a:defRPr>
            </a:lvl9pPr>
          </a:lstStyle>
          <a:p>
            <a:endParaRPr/>
          </a:p>
        </p:txBody>
      </p:sp>
      <p:sp>
        <p:nvSpPr>
          <p:cNvPr id="1044" name="Google Shape;1044;p13"/>
          <p:cNvSpPr txBox="1">
            <a:spLocks noGrp="1"/>
          </p:cNvSpPr>
          <p:nvPr>
            <p:ph type="subTitle" idx="20"/>
          </p:nvPr>
        </p:nvSpPr>
        <p:spPr>
          <a:xfrm>
            <a:off x="1329575" y="3992523"/>
            <a:ext cx="23229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45" name="Google Shape;1045;p13"/>
          <p:cNvSpPr txBox="1">
            <a:spLocks noGrp="1"/>
          </p:cNvSpPr>
          <p:nvPr>
            <p:ph type="title" idx="21" hasCustomPrompt="1"/>
          </p:nvPr>
        </p:nvSpPr>
        <p:spPr>
          <a:xfrm>
            <a:off x="1940075" y="2972134"/>
            <a:ext cx="1101900" cy="577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000000"/>
              </a:buClr>
              <a:buSzPts val="6000"/>
              <a:buNone/>
              <a:defRPr sz="5000">
                <a:solidFill>
                  <a:srgbClr val="000000"/>
                </a:solidFill>
              </a:defRPr>
            </a:lvl1pPr>
            <a:lvl2pPr lvl="1"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grpSp>
        <p:nvGrpSpPr>
          <p:cNvPr id="1046" name="Google Shape;1046;p13"/>
          <p:cNvGrpSpPr/>
          <p:nvPr/>
        </p:nvGrpSpPr>
        <p:grpSpPr>
          <a:xfrm>
            <a:off x="8158897" y="1101339"/>
            <a:ext cx="3863499" cy="3798516"/>
            <a:chOff x="3133537" y="-308699"/>
            <a:chExt cx="6010422" cy="5452155"/>
          </a:xfrm>
        </p:grpSpPr>
        <p:sp>
          <p:nvSpPr>
            <p:cNvPr id="1047" name="Google Shape;1047;p13"/>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13"/>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 name="Google Shape;1049;p13"/>
          <p:cNvGrpSpPr/>
          <p:nvPr/>
        </p:nvGrpSpPr>
        <p:grpSpPr>
          <a:xfrm flipH="1">
            <a:off x="-2735682" y="-2543415"/>
            <a:ext cx="4017967" cy="3644766"/>
            <a:chOff x="3166062" y="1034326"/>
            <a:chExt cx="6010422" cy="5452155"/>
          </a:xfrm>
        </p:grpSpPr>
        <p:sp>
          <p:nvSpPr>
            <p:cNvPr id="1050" name="Google Shape;1050;p13"/>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13"/>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 name="Google Shape;1052;p13"/>
          <p:cNvGrpSpPr/>
          <p:nvPr/>
        </p:nvGrpSpPr>
        <p:grpSpPr>
          <a:xfrm>
            <a:off x="8356066" y="1991161"/>
            <a:ext cx="593164" cy="1161172"/>
            <a:chOff x="4921825" y="870250"/>
            <a:chExt cx="407925" cy="798550"/>
          </a:xfrm>
        </p:grpSpPr>
        <p:sp>
          <p:nvSpPr>
            <p:cNvPr id="1053" name="Google Shape;1053;p13"/>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3"/>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3"/>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3"/>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3"/>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3"/>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3"/>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3"/>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13"/>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13"/>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3"/>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3"/>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13"/>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13"/>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13"/>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13"/>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3"/>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13"/>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13"/>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3"/>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3"/>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13"/>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3"/>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3"/>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13"/>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3"/>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13"/>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13"/>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13"/>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13"/>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083"/>
        <p:cNvGrpSpPr/>
        <p:nvPr/>
      </p:nvGrpSpPr>
      <p:grpSpPr>
        <a:xfrm>
          <a:off x="0" y="0"/>
          <a:ext cx="0" cy="0"/>
          <a:chOff x="0" y="0"/>
          <a:chExt cx="0" cy="0"/>
        </a:xfrm>
      </p:grpSpPr>
      <p:grpSp>
        <p:nvGrpSpPr>
          <p:cNvPr id="1084" name="Google Shape;1084;p14"/>
          <p:cNvGrpSpPr/>
          <p:nvPr/>
        </p:nvGrpSpPr>
        <p:grpSpPr>
          <a:xfrm>
            <a:off x="-458461" y="-321271"/>
            <a:ext cx="10059175" cy="5791575"/>
            <a:chOff x="-458461" y="-321271"/>
            <a:chExt cx="10059175" cy="5791575"/>
          </a:xfrm>
        </p:grpSpPr>
        <p:grpSp>
          <p:nvGrpSpPr>
            <p:cNvPr id="1085" name="Google Shape;1085;p14"/>
            <p:cNvGrpSpPr/>
            <p:nvPr/>
          </p:nvGrpSpPr>
          <p:grpSpPr>
            <a:xfrm flipH="1">
              <a:off x="-458461" y="-245071"/>
              <a:ext cx="9830575" cy="5715375"/>
              <a:chOff x="-358925" y="-303650"/>
              <a:chExt cx="9830575" cy="5715375"/>
            </a:xfrm>
          </p:grpSpPr>
          <p:cxnSp>
            <p:nvCxnSpPr>
              <p:cNvPr id="1086" name="Google Shape;1086;p14"/>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087" name="Google Shape;1087;p14"/>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088" name="Google Shape;1088;p14"/>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089" name="Google Shape;1089;p14"/>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090" name="Google Shape;1090;p14"/>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091" name="Google Shape;1091;p14"/>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092" name="Google Shape;1092;p14"/>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093" name="Google Shape;1093;p14"/>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094" name="Google Shape;1094;p14"/>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095" name="Google Shape;1095;p14"/>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096" name="Google Shape;1096;p14"/>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097" name="Google Shape;1097;p14"/>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098" name="Google Shape;1098;p14"/>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099" name="Google Shape;1099;p14"/>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100" name="Google Shape;1100;p14"/>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101" name="Google Shape;1101;p14"/>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102" name="Google Shape;1102;p14"/>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103" name="Google Shape;1103;p14"/>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104" name="Google Shape;1104;p14"/>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105" name="Google Shape;1105;p14"/>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106" name="Google Shape;1106;p14"/>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107" name="Google Shape;1107;p14"/>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108" name="Google Shape;1108;p14"/>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109" name="Google Shape;1109;p14"/>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110" name="Google Shape;1110;p14"/>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111" name="Google Shape;1111;p14"/>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112" name="Google Shape;1112;p14"/>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113" name="Google Shape;1113;p14"/>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114" name="Google Shape;1114;p14"/>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115" name="Google Shape;1115;p14"/>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116" name="Google Shape;1116;p14"/>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117" name="Google Shape;1117;p14"/>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118" name="Google Shape;1118;p14"/>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119" name="Google Shape;1119;p14"/>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120" name="Google Shape;1120;p14"/>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121" name="Google Shape;1121;p14"/>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122" name="Google Shape;1122;p14"/>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123" name="Google Shape;1123;p14"/>
            <p:cNvGrpSpPr/>
            <p:nvPr/>
          </p:nvGrpSpPr>
          <p:grpSpPr>
            <a:xfrm rot="10800000">
              <a:off x="-229861" y="-321271"/>
              <a:ext cx="9830575" cy="5715375"/>
              <a:chOff x="-358925" y="-303650"/>
              <a:chExt cx="9830575" cy="5715375"/>
            </a:xfrm>
          </p:grpSpPr>
          <p:cxnSp>
            <p:nvCxnSpPr>
              <p:cNvPr id="1124" name="Google Shape;1124;p14"/>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125" name="Google Shape;1125;p14"/>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126" name="Google Shape;1126;p14"/>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127" name="Google Shape;1127;p14"/>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128" name="Google Shape;1128;p14"/>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129" name="Google Shape;1129;p14"/>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130" name="Google Shape;1130;p14"/>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131" name="Google Shape;1131;p14"/>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132" name="Google Shape;1132;p14"/>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133" name="Google Shape;1133;p14"/>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134" name="Google Shape;1134;p14"/>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135" name="Google Shape;1135;p14"/>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136" name="Google Shape;1136;p14"/>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137" name="Google Shape;1137;p14"/>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138" name="Google Shape;1138;p14"/>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139" name="Google Shape;1139;p14"/>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140" name="Google Shape;1140;p14"/>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141" name="Google Shape;1141;p14"/>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142" name="Google Shape;1142;p14"/>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143" name="Google Shape;1143;p14"/>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144" name="Google Shape;1144;p14"/>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145" name="Google Shape;1145;p14"/>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146" name="Google Shape;1146;p14"/>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147" name="Google Shape;1147;p14"/>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148" name="Google Shape;1148;p14"/>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149" name="Google Shape;1149;p14"/>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150" name="Google Shape;1150;p14"/>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151" name="Google Shape;1151;p14"/>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152" name="Google Shape;1152;p14"/>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153" name="Google Shape;1153;p14"/>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154" name="Google Shape;1154;p14"/>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155" name="Google Shape;1155;p14"/>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156" name="Google Shape;1156;p14"/>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157" name="Google Shape;1157;p14"/>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158" name="Google Shape;1158;p14"/>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159" name="Google Shape;1159;p14"/>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160" name="Google Shape;1160;p14"/>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161" name="Google Shape;1161;p14"/>
          <p:cNvSpPr txBox="1">
            <a:spLocks noGrp="1"/>
          </p:cNvSpPr>
          <p:nvPr>
            <p:ph type="title"/>
          </p:nvPr>
        </p:nvSpPr>
        <p:spPr>
          <a:xfrm>
            <a:off x="5726950" y="3519625"/>
            <a:ext cx="2701800" cy="314700"/>
          </a:xfrm>
          <a:prstGeom prst="rect">
            <a:avLst/>
          </a:prstGeom>
        </p:spPr>
        <p:txBody>
          <a:bodyPr spcFirstLastPara="1" wrap="square" lIns="91425" tIns="91425" rIns="91425" bIns="91425" anchor="ctr" anchorCtr="0">
            <a:noAutofit/>
          </a:bodyPr>
          <a:lstStyle>
            <a:lvl1pPr lvl="0" algn="r" rtl="0">
              <a:lnSpc>
                <a:spcPct val="115000"/>
              </a:lnSpc>
              <a:spcBef>
                <a:spcPts val="0"/>
              </a:spcBef>
              <a:spcAft>
                <a:spcPts val="0"/>
              </a:spcAft>
              <a:buSzPts val="3000"/>
              <a:buNone/>
              <a:defRPr sz="1800"/>
            </a:lvl1pPr>
            <a:lvl2pPr lvl="1" algn="ctr" rtl="0">
              <a:spcBef>
                <a:spcPts val="0"/>
              </a:spcBef>
              <a:spcAft>
                <a:spcPts val="0"/>
              </a:spcAft>
              <a:buClr>
                <a:schemeClr val="dk2"/>
              </a:buClr>
              <a:buSzPts val="3000"/>
              <a:buNone/>
              <a:defRPr sz="3000">
                <a:solidFill>
                  <a:schemeClr val="dk2"/>
                </a:solidFill>
              </a:defRPr>
            </a:lvl2pPr>
            <a:lvl3pPr lvl="2" algn="ctr" rtl="0">
              <a:spcBef>
                <a:spcPts val="0"/>
              </a:spcBef>
              <a:spcAft>
                <a:spcPts val="0"/>
              </a:spcAft>
              <a:buClr>
                <a:schemeClr val="dk2"/>
              </a:buClr>
              <a:buSzPts val="3000"/>
              <a:buNone/>
              <a:defRPr sz="3000">
                <a:solidFill>
                  <a:schemeClr val="dk2"/>
                </a:solidFill>
              </a:defRPr>
            </a:lvl3pPr>
            <a:lvl4pPr lvl="3" algn="ctr" rtl="0">
              <a:spcBef>
                <a:spcPts val="0"/>
              </a:spcBef>
              <a:spcAft>
                <a:spcPts val="0"/>
              </a:spcAft>
              <a:buClr>
                <a:schemeClr val="dk2"/>
              </a:buClr>
              <a:buSzPts val="3000"/>
              <a:buNone/>
              <a:defRPr sz="3000">
                <a:solidFill>
                  <a:schemeClr val="dk2"/>
                </a:solidFill>
              </a:defRPr>
            </a:lvl4pPr>
            <a:lvl5pPr lvl="4" algn="ctr" rtl="0">
              <a:spcBef>
                <a:spcPts val="0"/>
              </a:spcBef>
              <a:spcAft>
                <a:spcPts val="0"/>
              </a:spcAft>
              <a:buClr>
                <a:schemeClr val="dk2"/>
              </a:buClr>
              <a:buSzPts val="3000"/>
              <a:buNone/>
              <a:defRPr sz="3000">
                <a:solidFill>
                  <a:schemeClr val="dk2"/>
                </a:solidFill>
              </a:defRPr>
            </a:lvl5pPr>
            <a:lvl6pPr lvl="5" algn="ctr" rtl="0">
              <a:spcBef>
                <a:spcPts val="0"/>
              </a:spcBef>
              <a:spcAft>
                <a:spcPts val="0"/>
              </a:spcAft>
              <a:buClr>
                <a:schemeClr val="dk2"/>
              </a:buClr>
              <a:buSzPts val="3000"/>
              <a:buNone/>
              <a:defRPr sz="3000">
                <a:solidFill>
                  <a:schemeClr val="dk2"/>
                </a:solidFill>
              </a:defRPr>
            </a:lvl6pPr>
            <a:lvl7pPr lvl="6" algn="ctr" rtl="0">
              <a:spcBef>
                <a:spcPts val="0"/>
              </a:spcBef>
              <a:spcAft>
                <a:spcPts val="0"/>
              </a:spcAft>
              <a:buClr>
                <a:schemeClr val="dk2"/>
              </a:buClr>
              <a:buSzPts val="3000"/>
              <a:buNone/>
              <a:defRPr sz="3000">
                <a:solidFill>
                  <a:schemeClr val="dk2"/>
                </a:solidFill>
              </a:defRPr>
            </a:lvl7pPr>
            <a:lvl8pPr lvl="7" algn="ctr" rtl="0">
              <a:spcBef>
                <a:spcPts val="0"/>
              </a:spcBef>
              <a:spcAft>
                <a:spcPts val="0"/>
              </a:spcAft>
              <a:buClr>
                <a:schemeClr val="dk2"/>
              </a:buClr>
              <a:buSzPts val="3000"/>
              <a:buNone/>
              <a:defRPr sz="3000">
                <a:solidFill>
                  <a:schemeClr val="dk2"/>
                </a:solidFill>
              </a:defRPr>
            </a:lvl8pPr>
            <a:lvl9pPr lvl="8" algn="ctr" rtl="0">
              <a:spcBef>
                <a:spcPts val="0"/>
              </a:spcBef>
              <a:spcAft>
                <a:spcPts val="0"/>
              </a:spcAft>
              <a:buClr>
                <a:schemeClr val="dk2"/>
              </a:buClr>
              <a:buSzPts val="3000"/>
              <a:buNone/>
              <a:defRPr sz="3000">
                <a:solidFill>
                  <a:schemeClr val="dk2"/>
                </a:solidFill>
              </a:defRPr>
            </a:lvl9pPr>
          </a:lstStyle>
          <a:p>
            <a:endParaRPr/>
          </a:p>
        </p:txBody>
      </p:sp>
      <p:sp>
        <p:nvSpPr>
          <p:cNvPr id="1162" name="Google Shape;1162;p14"/>
          <p:cNvSpPr txBox="1">
            <a:spLocks noGrp="1"/>
          </p:cNvSpPr>
          <p:nvPr>
            <p:ph type="subTitle" idx="1"/>
          </p:nvPr>
        </p:nvSpPr>
        <p:spPr>
          <a:xfrm>
            <a:off x="2201175" y="1415825"/>
            <a:ext cx="6227700" cy="1740300"/>
          </a:xfrm>
          <a:prstGeom prst="rect">
            <a:avLst/>
          </a:prstGeom>
        </p:spPr>
        <p:txBody>
          <a:bodyPr spcFirstLastPara="1" wrap="square" lIns="91425" tIns="91425" rIns="91425" bIns="91425" anchor="ctr" anchorCtr="0">
            <a:noAutofit/>
          </a:bodyPr>
          <a:lstStyle>
            <a:lvl1pPr lvl="0" algn="r" rtl="0">
              <a:lnSpc>
                <a:spcPct val="115000"/>
              </a:lnSpc>
              <a:spcBef>
                <a:spcPts val="0"/>
              </a:spcBef>
              <a:spcAft>
                <a:spcPts val="0"/>
              </a:spcAft>
              <a:buSzPts val="2500"/>
              <a:buNone/>
              <a:defRPr sz="3000"/>
            </a:lvl1pPr>
            <a:lvl2pPr lvl="1" algn="ctr" rtl="0">
              <a:lnSpc>
                <a:spcPct val="100000"/>
              </a:lnSpc>
              <a:spcBef>
                <a:spcPts val="160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grpSp>
        <p:nvGrpSpPr>
          <p:cNvPr id="1163" name="Google Shape;1163;p14"/>
          <p:cNvGrpSpPr/>
          <p:nvPr/>
        </p:nvGrpSpPr>
        <p:grpSpPr>
          <a:xfrm flipH="1">
            <a:off x="-2312653" y="259583"/>
            <a:ext cx="5684657" cy="5157739"/>
            <a:chOff x="3166062" y="1034326"/>
            <a:chExt cx="6010422" cy="5452155"/>
          </a:xfrm>
        </p:grpSpPr>
        <p:sp>
          <p:nvSpPr>
            <p:cNvPr id="1164" name="Google Shape;1164;p14"/>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4"/>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166"/>
        <p:cNvGrpSpPr/>
        <p:nvPr/>
      </p:nvGrpSpPr>
      <p:grpSpPr>
        <a:xfrm>
          <a:off x="0" y="0"/>
          <a:ext cx="0" cy="0"/>
          <a:chOff x="0" y="0"/>
          <a:chExt cx="0" cy="0"/>
        </a:xfrm>
      </p:grpSpPr>
      <p:grpSp>
        <p:nvGrpSpPr>
          <p:cNvPr id="1167" name="Google Shape;1167;p15"/>
          <p:cNvGrpSpPr/>
          <p:nvPr/>
        </p:nvGrpSpPr>
        <p:grpSpPr>
          <a:xfrm>
            <a:off x="-458461" y="-321271"/>
            <a:ext cx="10059175" cy="5791575"/>
            <a:chOff x="-458461" y="-321271"/>
            <a:chExt cx="10059175" cy="5791575"/>
          </a:xfrm>
        </p:grpSpPr>
        <p:grpSp>
          <p:nvGrpSpPr>
            <p:cNvPr id="1168" name="Google Shape;1168;p15"/>
            <p:cNvGrpSpPr/>
            <p:nvPr/>
          </p:nvGrpSpPr>
          <p:grpSpPr>
            <a:xfrm flipH="1">
              <a:off x="-458461" y="-245071"/>
              <a:ext cx="9830575" cy="5715375"/>
              <a:chOff x="-358925" y="-303650"/>
              <a:chExt cx="9830575" cy="5715375"/>
            </a:xfrm>
          </p:grpSpPr>
          <p:cxnSp>
            <p:nvCxnSpPr>
              <p:cNvPr id="1169" name="Google Shape;1169;p15"/>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170" name="Google Shape;1170;p15"/>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171" name="Google Shape;1171;p15"/>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172" name="Google Shape;1172;p15"/>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173" name="Google Shape;1173;p15"/>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174" name="Google Shape;1174;p15"/>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175" name="Google Shape;1175;p15"/>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176" name="Google Shape;1176;p15"/>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177" name="Google Shape;1177;p15"/>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178" name="Google Shape;1178;p15"/>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179" name="Google Shape;1179;p15"/>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180" name="Google Shape;1180;p15"/>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181" name="Google Shape;1181;p15"/>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182" name="Google Shape;1182;p15"/>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183" name="Google Shape;1183;p15"/>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184" name="Google Shape;1184;p15"/>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185" name="Google Shape;1185;p15"/>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186" name="Google Shape;1186;p15"/>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187" name="Google Shape;1187;p15"/>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188" name="Google Shape;1188;p15"/>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189" name="Google Shape;1189;p15"/>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190" name="Google Shape;1190;p15"/>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191" name="Google Shape;1191;p15"/>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192" name="Google Shape;1192;p15"/>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193" name="Google Shape;1193;p15"/>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194" name="Google Shape;1194;p15"/>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195" name="Google Shape;1195;p15"/>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196" name="Google Shape;1196;p15"/>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197" name="Google Shape;1197;p15"/>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198" name="Google Shape;1198;p15"/>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199" name="Google Shape;1199;p15"/>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200" name="Google Shape;1200;p15"/>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201" name="Google Shape;1201;p15"/>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202" name="Google Shape;1202;p15"/>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203" name="Google Shape;1203;p15"/>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204" name="Google Shape;1204;p15"/>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205" name="Google Shape;1205;p15"/>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206" name="Google Shape;1206;p15"/>
            <p:cNvGrpSpPr/>
            <p:nvPr/>
          </p:nvGrpSpPr>
          <p:grpSpPr>
            <a:xfrm rot="10800000">
              <a:off x="-229861" y="-321271"/>
              <a:ext cx="9830575" cy="5715375"/>
              <a:chOff x="-358925" y="-303650"/>
              <a:chExt cx="9830575" cy="5715375"/>
            </a:xfrm>
          </p:grpSpPr>
          <p:cxnSp>
            <p:nvCxnSpPr>
              <p:cNvPr id="1207" name="Google Shape;1207;p15"/>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208" name="Google Shape;1208;p15"/>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209" name="Google Shape;1209;p15"/>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210" name="Google Shape;1210;p15"/>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211" name="Google Shape;1211;p15"/>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212" name="Google Shape;1212;p15"/>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213" name="Google Shape;1213;p15"/>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214" name="Google Shape;1214;p15"/>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215" name="Google Shape;1215;p15"/>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216" name="Google Shape;1216;p15"/>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217" name="Google Shape;1217;p15"/>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218" name="Google Shape;1218;p15"/>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219" name="Google Shape;1219;p15"/>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220" name="Google Shape;1220;p15"/>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221" name="Google Shape;1221;p15"/>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222" name="Google Shape;1222;p15"/>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223" name="Google Shape;1223;p15"/>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224" name="Google Shape;1224;p15"/>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225" name="Google Shape;1225;p15"/>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226" name="Google Shape;1226;p15"/>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227" name="Google Shape;1227;p15"/>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228" name="Google Shape;1228;p15"/>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229" name="Google Shape;1229;p15"/>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230" name="Google Shape;1230;p15"/>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231" name="Google Shape;1231;p15"/>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232" name="Google Shape;1232;p15"/>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233" name="Google Shape;1233;p15"/>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234" name="Google Shape;1234;p15"/>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235" name="Google Shape;1235;p15"/>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236" name="Google Shape;1236;p15"/>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237" name="Google Shape;1237;p15"/>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238" name="Google Shape;1238;p15"/>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239" name="Google Shape;1239;p15"/>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240" name="Google Shape;1240;p15"/>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241" name="Google Shape;1241;p15"/>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242" name="Google Shape;1242;p15"/>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243" name="Google Shape;1243;p15"/>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244" name="Google Shape;1244;p15"/>
          <p:cNvSpPr txBox="1">
            <a:spLocks noGrp="1"/>
          </p:cNvSpPr>
          <p:nvPr>
            <p:ph type="ctrTitle"/>
          </p:nvPr>
        </p:nvSpPr>
        <p:spPr>
          <a:xfrm>
            <a:off x="713225" y="1735900"/>
            <a:ext cx="3858900" cy="628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000000"/>
              </a:buClr>
              <a:buSzPts val="2800"/>
              <a:buNone/>
              <a:defRPr sz="3000">
                <a:solidFill>
                  <a:srgbClr val="212121"/>
                </a:solidFill>
              </a:defRPr>
            </a:lvl1pPr>
            <a:lvl2pPr lvl="1" rtl="0">
              <a:spcBef>
                <a:spcPts val="0"/>
              </a:spcBef>
              <a:spcAft>
                <a:spcPts val="0"/>
              </a:spcAft>
              <a:buClr>
                <a:srgbClr val="000000"/>
              </a:buClr>
              <a:buSzPts val="1600"/>
              <a:buNone/>
              <a:defRPr sz="1600">
                <a:solidFill>
                  <a:srgbClr val="000000"/>
                </a:solidFill>
              </a:defRPr>
            </a:lvl2pPr>
            <a:lvl3pPr lvl="2" rtl="0">
              <a:spcBef>
                <a:spcPts val="0"/>
              </a:spcBef>
              <a:spcAft>
                <a:spcPts val="0"/>
              </a:spcAft>
              <a:buClr>
                <a:srgbClr val="000000"/>
              </a:buClr>
              <a:buSzPts val="1600"/>
              <a:buNone/>
              <a:defRPr sz="1600">
                <a:solidFill>
                  <a:srgbClr val="000000"/>
                </a:solidFill>
              </a:defRPr>
            </a:lvl3pPr>
            <a:lvl4pPr lvl="3" rtl="0">
              <a:spcBef>
                <a:spcPts val="0"/>
              </a:spcBef>
              <a:spcAft>
                <a:spcPts val="0"/>
              </a:spcAft>
              <a:buClr>
                <a:srgbClr val="000000"/>
              </a:buClr>
              <a:buSzPts val="1600"/>
              <a:buNone/>
              <a:defRPr sz="1600">
                <a:solidFill>
                  <a:srgbClr val="000000"/>
                </a:solidFill>
              </a:defRPr>
            </a:lvl4pPr>
            <a:lvl5pPr lvl="4" rtl="0">
              <a:spcBef>
                <a:spcPts val="0"/>
              </a:spcBef>
              <a:spcAft>
                <a:spcPts val="0"/>
              </a:spcAft>
              <a:buClr>
                <a:srgbClr val="000000"/>
              </a:buClr>
              <a:buSzPts val="1600"/>
              <a:buNone/>
              <a:defRPr sz="1600">
                <a:solidFill>
                  <a:srgbClr val="000000"/>
                </a:solidFill>
              </a:defRPr>
            </a:lvl5pPr>
            <a:lvl6pPr lvl="5" rtl="0">
              <a:spcBef>
                <a:spcPts val="0"/>
              </a:spcBef>
              <a:spcAft>
                <a:spcPts val="0"/>
              </a:spcAft>
              <a:buClr>
                <a:srgbClr val="000000"/>
              </a:buClr>
              <a:buSzPts val="1600"/>
              <a:buNone/>
              <a:defRPr sz="1600">
                <a:solidFill>
                  <a:srgbClr val="000000"/>
                </a:solidFill>
              </a:defRPr>
            </a:lvl6pPr>
            <a:lvl7pPr lvl="6" rtl="0">
              <a:spcBef>
                <a:spcPts val="0"/>
              </a:spcBef>
              <a:spcAft>
                <a:spcPts val="0"/>
              </a:spcAft>
              <a:buClr>
                <a:srgbClr val="000000"/>
              </a:buClr>
              <a:buSzPts val="1600"/>
              <a:buNone/>
              <a:defRPr sz="1600">
                <a:solidFill>
                  <a:srgbClr val="000000"/>
                </a:solidFill>
              </a:defRPr>
            </a:lvl7pPr>
            <a:lvl8pPr lvl="7" rtl="0">
              <a:spcBef>
                <a:spcPts val="0"/>
              </a:spcBef>
              <a:spcAft>
                <a:spcPts val="0"/>
              </a:spcAft>
              <a:buClr>
                <a:srgbClr val="000000"/>
              </a:buClr>
              <a:buSzPts val="1600"/>
              <a:buNone/>
              <a:defRPr sz="1600">
                <a:solidFill>
                  <a:srgbClr val="000000"/>
                </a:solidFill>
              </a:defRPr>
            </a:lvl8pPr>
            <a:lvl9pPr lvl="8" rtl="0">
              <a:spcBef>
                <a:spcPts val="0"/>
              </a:spcBef>
              <a:spcAft>
                <a:spcPts val="0"/>
              </a:spcAft>
              <a:buClr>
                <a:srgbClr val="000000"/>
              </a:buClr>
              <a:buSzPts val="1600"/>
              <a:buNone/>
              <a:defRPr sz="1600">
                <a:solidFill>
                  <a:srgbClr val="000000"/>
                </a:solidFill>
              </a:defRPr>
            </a:lvl9pPr>
          </a:lstStyle>
          <a:p>
            <a:endParaRPr/>
          </a:p>
        </p:txBody>
      </p:sp>
      <p:sp>
        <p:nvSpPr>
          <p:cNvPr id="1245" name="Google Shape;1245;p15"/>
          <p:cNvSpPr txBox="1">
            <a:spLocks noGrp="1"/>
          </p:cNvSpPr>
          <p:nvPr>
            <p:ph type="subTitle" idx="1"/>
          </p:nvPr>
        </p:nvSpPr>
        <p:spPr>
          <a:xfrm>
            <a:off x="713225" y="2364200"/>
            <a:ext cx="3858900" cy="104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Clr>
                <a:srgbClr val="000000"/>
              </a:buClr>
              <a:buSzPts val="1400"/>
              <a:buNone/>
              <a:defRPr>
                <a:solidFill>
                  <a:srgbClr val="000000"/>
                </a:solidFill>
              </a:defRPr>
            </a:lvl2pPr>
            <a:lvl3pPr lvl="2" rtl="0">
              <a:lnSpc>
                <a:spcPct val="100000"/>
              </a:lnSpc>
              <a:spcBef>
                <a:spcPts val="0"/>
              </a:spcBef>
              <a:spcAft>
                <a:spcPts val="0"/>
              </a:spcAft>
              <a:buClr>
                <a:srgbClr val="000000"/>
              </a:buClr>
              <a:buSzPts val="1400"/>
              <a:buNone/>
              <a:defRPr>
                <a:solidFill>
                  <a:srgbClr val="000000"/>
                </a:solidFill>
              </a:defRPr>
            </a:lvl3pPr>
            <a:lvl4pPr lvl="3" rtl="0">
              <a:lnSpc>
                <a:spcPct val="100000"/>
              </a:lnSpc>
              <a:spcBef>
                <a:spcPts val="0"/>
              </a:spcBef>
              <a:spcAft>
                <a:spcPts val="0"/>
              </a:spcAft>
              <a:buClr>
                <a:srgbClr val="000000"/>
              </a:buClr>
              <a:buSzPts val="1400"/>
              <a:buNone/>
              <a:defRPr>
                <a:solidFill>
                  <a:srgbClr val="000000"/>
                </a:solidFill>
              </a:defRPr>
            </a:lvl4pPr>
            <a:lvl5pPr lvl="4" rtl="0">
              <a:lnSpc>
                <a:spcPct val="100000"/>
              </a:lnSpc>
              <a:spcBef>
                <a:spcPts val="0"/>
              </a:spcBef>
              <a:spcAft>
                <a:spcPts val="0"/>
              </a:spcAft>
              <a:buClr>
                <a:srgbClr val="000000"/>
              </a:buClr>
              <a:buSzPts val="1400"/>
              <a:buNone/>
              <a:defRPr>
                <a:solidFill>
                  <a:srgbClr val="000000"/>
                </a:solidFill>
              </a:defRPr>
            </a:lvl5pPr>
            <a:lvl6pPr lvl="5" rtl="0">
              <a:lnSpc>
                <a:spcPct val="100000"/>
              </a:lnSpc>
              <a:spcBef>
                <a:spcPts val="0"/>
              </a:spcBef>
              <a:spcAft>
                <a:spcPts val="0"/>
              </a:spcAft>
              <a:buClr>
                <a:srgbClr val="000000"/>
              </a:buClr>
              <a:buSzPts val="1400"/>
              <a:buNone/>
              <a:defRPr>
                <a:solidFill>
                  <a:srgbClr val="000000"/>
                </a:solidFill>
              </a:defRPr>
            </a:lvl6pPr>
            <a:lvl7pPr lvl="6" rtl="0">
              <a:lnSpc>
                <a:spcPct val="100000"/>
              </a:lnSpc>
              <a:spcBef>
                <a:spcPts val="0"/>
              </a:spcBef>
              <a:spcAft>
                <a:spcPts val="0"/>
              </a:spcAft>
              <a:buClr>
                <a:srgbClr val="000000"/>
              </a:buClr>
              <a:buSzPts val="1400"/>
              <a:buNone/>
              <a:defRPr>
                <a:solidFill>
                  <a:srgbClr val="000000"/>
                </a:solidFill>
              </a:defRPr>
            </a:lvl7pPr>
            <a:lvl8pPr lvl="7" rtl="0">
              <a:lnSpc>
                <a:spcPct val="100000"/>
              </a:lnSpc>
              <a:spcBef>
                <a:spcPts val="0"/>
              </a:spcBef>
              <a:spcAft>
                <a:spcPts val="0"/>
              </a:spcAft>
              <a:buClr>
                <a:srgbClr val="000000"/>
              </a:buClr>
              <a:buSzPts val="1400"/>
              <a:buNone/>
              <a:defRPr>
                <a:solidFill>
                  <a:srgbClr val="000000"/>
                </a:solidFill>
              </a:defRPr>
            </a:lvl8pPr>
            <a:lvl9pPr lvl="8" rtl="0">
              <a:lnSpc>
                <a:spcPct val="100000"/>
              </a:lnSpc>
              <a:spcBef>
                <a:spcPts val="0"/>
              </a:spcBef>
              <a:spcAft>
                <a:spcPts val="0"/>
              </a:spcAft>
              <a:buClr>
                <a:srgbClr val="000000"/>
              </a:buClr>
              <a:buSzPts val="1400"/>
              <a:buNone/>
              <a:defRPr>
                <a:solidFill>
                  <a:srgbClr val="000000"/>
                </a:solidFill>
              </a:defRPr>
            </a:lvl9pPr>
          </a:lstStyle>
          <a:p>
            <a:endParaRPr/>
          </a:p>
        </p:txBody>
      </p:sp>
      <p:grpSp>
        <p:nvGrpSpPr>
          <p:cNvPr id="1246" name="Google Shape;1246;p15"/>
          <p:cNvGrpSpPr/>
          <p:nvPr/>
        </p:nvGrpSpPr>
        <p:grpSpPr>
          <a:xfrm>
            <a:off x="4091299" y="804357"/>
            <a:ext cx="5111263" cy="4704119"/>
            <a:chOff x="3133537" y="-308699"/>
            <a:chExt cx="6010422" cy="5452155"/>
          </a:xfrm>
        </p:grpSpPr>
        <p:sp>
          <p:nvSpPr>
            <p:cNvPr id="1247" name="Google Shape;1247;p15"/>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15"/>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9" name="Google Shape;1249;p15"/>
          <p:cNvSpPr/>
          <p:nvPr/>
        </p:nvSpPr>
        <p:spPr>
          <a:xfrm flipH="1">
            <a:off x="-262" y="4291845"/>
            <a:ext cx="1497839" cy="851712"/>
          </a:xfrm>
          <a:custGeom>
            <a:avLst/>
            <a:gdLst/>
            <a:ahLst/>
            <a:cxnLst/>
            <a:rect l="l" t="t" r="r" b="b"/>
            <a:pathLst>
              <a:path w="116586" h="66294" extrusionOk="0">
                <a:moveTo>
                  <a:pt x="116586" y="0"/>
                </a:moveTo>
                <a:lnTo>
                  <a:pt x="0" y="66294"/>
                </a:lnTo>
                <a:lnTo>
                  <a:pt x="116586" y="66294"/>
                </a:lnTo>
                <a:close/>
              </a:path>
            </a:pathLst>
          </a:custGeom>
          <a:solidFill>
            <a:schemeClr val="accent4"/>
          </a:solid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wo columns 1">
  <p:cSld name="TITLE_AND_BODY_1">
    <p:spTree>
      <p:nvGrpSpPr>
        <p:cNvPr id="1" name="Shape 1250"/>
        <p:cNvGrpSpPr/>
        <p:nvPr/>
      </p:nvGrpSpPr>
      <p:grpSpPr>
        <a:xfrm>
          <a:off x="0" y="0"/>
          <a:ext cx="0" cy="0"/>
          <a:chOff x="0" y="0"/>
          <a:chExt cx="0" cy="0"/>
        </a:xfrm>
      </p:grpSpPr>
      <p:grpSp>
        <p:nvGrpSpPr>
          <p:cNvPr id="1251" name="Google Shape;1251;p16"/>
          <p:cNvGrpSpPr/>
          <p:nvPr/>
        </p:nvGrpSpPr>
        <p:grpSpPr>
          <a:xfrm>
            <a:off x="-458461" y="-321271"/>
            <a:ext cx="10059175" cy="5791575"/>
            <a:chOff x="-458461" y="-321271"/>
            <a:chExt cx="10059175" cy="5791575"/>
          </a:xfrm>
        </p:grpSpPr>
        <p:grpSp>
          <p:nvGrpSpPr>
            <p:cNvPr id="1252" name="Google Shape;1252;p16"/>
            <p:cNvGrpSpPr/>
            <p:nvPr/>
          </p:nvGrpSpPr>
          <p:grpSpPr>
            <a:xfrm flipH="1">
              <a:off x="-458461" y="-245071"/>
              <a:ext cx="9830575" cy="5715375"/>
              <a:chOff x="-358925" y="-303650"/>
              <a:chExt cx="9830575" cy="5715375"/>
            </a:xfrm>
          </p:grpSpPr>
          <p:cxnSp>
            <p:nvCxnSpPr>
              <p:cNvPr id="1253" name="Google Shape;1253;p16"/>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254" name="Google Shape;1254;p16"/>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255" name="Google Shape;1255;p16"/>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256" name="Google Shape;1256;p16"/>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257" name="Google Shape;1257;p16"/>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258" name="Google Shape;1258;p16"/>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259" name="Google Shape;1259;p16"/>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260" name="Google Shape;1260;p16"/>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261" name="Google Shape;1261;p16"/>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262" name="Google Shape;1262;p16"/>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263" name="Google Shape;1263;p16"/>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264" name="Google Shape;1264;p16"/>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265" name="Google Shape;1265;p16"/>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266" name="Google Shape;1266;p16"/>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267" name="Google Shape;1267;p16"/>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268" name="Google Shape;1268;p16"/>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269" name="Google Shape;1269;p16"/>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270" name="Google Shape;1270;p16"/>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271" name="Google Shape;1271;p16"/>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272" name="Google Shape;1272;p16"/>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273" name="Google Shape;1273;p16"/>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274" name="Google Shape;1274;p16"/>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275" name="Google Shape;1275;p16"/>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276" name="Google Shape;1276;p16"/>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277" name="Google Shape;1277;p16"/>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278" name="Google Shape;1278;p16"/>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279" name="Google Shape;1279;p16"/>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280" name="Google Shape;1280;p16"/>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281" name="Google Shape;1281;p16"/>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282" name="Google Shape;1282;p16"/>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283" name="Google Shape;1283;p16"/>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284" name="Google Shape;1284;p16"/>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285" name="Google Shape;1285;p16"/>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286" name="Google Shape;1286;p16"/>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287" name="Google Shape;1287;p16"/>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288" name="Google Shape;1288;p16"/>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289" name="Google Shape;1289;p16"/>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290" name="Google Shape;1290;p16"/>
            <p:cNvGrpSpPr/>
            <p:nvPr/>
          </p:nvGrpSpPr>
          <p:grpSpPr>
            <a:xfrm rot="10800000">
              <a:off x="-229861" y="-321271"/>
              <a:ext cx="9830575" cy="5715375"/>
              <a:chOff x="-358925" y="-303650"/>
              <a:chExt cx="9830575" cy="5715375"/>
            </a:xfrm>
          </p:grpSpPr>
          <p:cxnSp>
            <p:nvCxnSpPr>
              <p:cNvPr id="1291" name="Google Shape;1291;p16"/>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292" name="Google Shape;1292;p16"/>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293" name="Google Shape;1293;p16"/>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294" name="Google Shape;1294;p16"/>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295" name="Google Shape;1295;p16"/>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296" name="Google Shape;1296;p16"/>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297" name="Google Shape;1297;p16"/>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298" name="Google Shape;1298;p16"/>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299" name="Google Shape;1299;p16"/>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300" name="Google Shape;1300;p16"/>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301" name="Google Shape;1301;p16"/>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302" name="Google Shape;1302;p16"/>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303" name="Google Shape;1303;p16"/>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304" name="Google Shape;1304;p16"/>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305" name="Google Shape;1305;p16"/>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306" name="Google Shape;1306;p16"/>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307" name="Google Shape;1307;p16"/>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308" name="Google Shape;1308;p16"/>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309" name="Google Shape;1309;p16"/>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310" name="Google Shape;1310;p16"/>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311" name="Google Shape;1311;p16"/>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312" name="Google Shape;1312;p16"/>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313" name="Google Shape;1313;p16"/>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314" name="Google Shape;1314;p16"/>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315" name="Google Shape;1315;p16"/>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316" name="Google Shape;1316;p16"/>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317" name="Google Shape;1317;p16"/>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318" name="Google Shape;1318;p16"/>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319" name="Google Shape;1319;p16"/>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320" name="Google Shape;1320;p16"/>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321" name="Google Shape;1321;p16"/>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322" name="Google Shape;1322;p16"/>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323" name="Google Shape;1323;p16"/>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324" name="Google Shape;1324;p16"/>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325" name="Google Shape;1325;p16"/>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326" name="Google Shape;1326;p16"/>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327" name="Google Shape;1327;p16"/>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328" name="Google Shape;1328;p1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29" name="Google Shape;1329;p16"/>
          <p:cNvSpPr txBox="1">
            <a:spLocks noGrp="1"/>
          </p:cNvSpPr>
          <p:nvPr>
            <p:ph type="body" idx="1"/>
          </p:nvPr>
        </p:nvSpPr>
        <p:spPr>
          <a:xfrm>
            <a:off x="717550" y="1466900"/>
            <a:ext cx="3800400" cy="31416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grpSp>
        <p:nvGrpSpPr>
          <p:cNvPr id="1330" name="Google Shape;1330;p16"/>
          <p:cNvGrpSpPr/>
          <p:nvPr/>
        </p:nvGrpSpPr>
        <p:grpSpPr>
          <a:xfrm>
            <a:off x="8148972" y="-1637511"/>
            <a:ext cx="3863499" cy="3798516"/>
            <a:chOff x="3133537" y="-308699"/>
            <a:chExt cx="6010422" cy="5452155"/>
          </a:xfrm>
        </p:grpSpPr>
        <p:sp>
          <p:nvSpPr>
            <p:cNvPr id="1331" name="Google Shape;1331;p16"/>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16"/>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 name="Google Shape;1333;p16"/>
          <p:cNvGrpSpPr/>
          <p:nvPr/>
        </p:nvGrpSpPr>
        <p:grpSpPr>
          <a:xfrm>
            <a:off x="7726703" y="-626164"/>
            <a:ext cx="593164" cy="1161172"/>
            <a:chOff x="4921825" y="870250"/>
            <a:chExt cx="407925" cy="798550"/>
          </a:xfrm>
        </p:grpSpPr>
        <p:sp>
          <p:nvSpPr>
            <p:cNvPr id="1334" name="Google Shape;1334;p16"/>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16"/>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6"/>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16"/>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16"/>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6"/>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6"/>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6"/>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16"/>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16"/>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6"/>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6"/>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16"/>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16"/>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6"/>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16"/>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16"/>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16"/>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16"/>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6"/>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6"/>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6"/>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6"/>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6"/>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16"/>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16"/>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6"/>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16"/>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16"/>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16"/>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 name="Google Shape;1364;p16"/>
          <p:cNvGrpSpPr/>
          <p:nvPr/>
        </p:nvGrpSpPr>
        <p:grpSpPr>
          <a:xfrm flipH="1">
            <a:off x="-2299857" y="-2697840"/>
            <a:ext cx="4017967" cy="3644766"/>
            <a:chOff x="3166062" y="1034326"/>
            <a:chExt cx="6010422" cy="5452155"/>
          </a:xfrm>
        </p:grpSpPr>
        <p:sp>
          <p:nvSpPr>
            <p:cNvPr id="1365" name="Google Shape;1365;p16"/>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6"/>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7" name="Google Shape;1367;p16"/>
          <p:cNvSpPr txBox="1">
            <a:spLocks noGrp="1"/>
          </p:cNvSpPr>
          <p:nvPr>
            <p:ph type="body" idx="2"/>
          </p:nvPr>
        </p:nvSpPr>
        <p:spPr>
          <a:xfrm>
            <a:off x="4698350" y="1466900"/>
            <a:ext cx="3728100" cy="31416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368"/>
        <p:cNvGrpSpPr/>
        <p:nvPr/>
      </p:nvGrpSpPr>
      <p:grpSpPr>
        <a:xfrm>
          <a:off x="0" y="0"/>
          <a:ext cx="0" cy="0"/>
          <a:chOff x="0" y="0"/>
          <a:chExt cx="0" cy="0"/>
        </a:xfrm>
      </p:grpSpPr>
      <p:grpSp>
        <p:nvGrpSpPr>
          <p:cNvPr id="1369" name="Google Shape;1369;p17"/>
          <p:cNvGrpSpPr/>
          <p:nvPr/>
        </p:nvGrpSpPr>
        <p:grpSpPr>
          <a:xfrm>
            <a:off x="-458461" y="-321271"/>
            <a:ext cx="10059175" cy="5791575"/>
            <a:chOff x="-458461" y="-321271"/>
            <a:chExt cx="10059175" cy="5791575"/>
          </a:xfrm>
        </p:grpSpPr>
        <p:grpSp>
          <p:nvGrpSpPr>
            <p:cNvPr id="1370" name="Google Shape;1370;p17"/>
            <p:cNvGrpSpPr/>
            <p:nvPr/>
          </p:nvGrpSpPr>
          <p:grpSpPr>
            <a:xfrm flipH="1">
              <a:off x="-458461" y="-245071"/>
              <a:ext cx="9830575" cy="5715375"/>
              <a:chOff x="-358925" y="-303650"/>
              <a:chExt cx="9830575" cy="5715375"/>
            </a:xfrm>
          </p:grpSpPr>
          <p:cxnSp>
            <p:nvCxnSpPr>
              <p:cNvPr id="1371" name="Google Shape;1371;p17"/>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372" name="Google Shape;1372;p17"/>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373" name="Google Shape;1373;p17"/>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374" name="Google Shape;1374;p17"/>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375" name="Google Shape;1375;p17"/>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376" name="Google Shape;1376;p17"/>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377" name="Google Shape;1377;p17"/>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378" name="Google Shape;1378;p17"/>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379" name="Google Shape;1379;p17"/>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380" name="Google Shape;1380;p17"/>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381" name="Google Shape;1381;p17"/>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382" name="Google Shape;1382;p17"/>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383" name="Google Shape;1383;p17"/>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384" name="Google Shape;1384;p17"/>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385" name="Google Shape;1385;p17"/>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386" name="Google Shape;1386;p17"/>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387" name="Google Shape;1387;p17"/>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388" name="Google Shape;1388;p17"/>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389" name="Google Shape;1389;p17"/>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390" name="Google Shape;1390;p17"/>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391" name="Google Shape;1391;p17"/>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392" name="Google Shape;1392;p17"/>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393" name="Google Shape;1393;p17"/>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394" name="Google Shape;1394;p17"/>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395" name="Google Shape;1395;p17"/>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396" name="Google Shape;1396;p17"/>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397" name="Google Shape;1397;p17"/>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398" name="Google Shape;1398;p17"/>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399" name="Google Shape;1399;p17"/>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400" name="Google Shape;1400;p17"/>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401" name="Google Shape;1401;p17"/>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402" name="Google Shape;1402;p17"/>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403" name="Google Shape;1403;p17"/>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404" name="Google Shape;1404;p17"/>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405" name="Google Shape;1405;p17"/>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406" name="Google Shape;1406;p17"/>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407" name="Google Shape;1407;p17"/>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408" name="Google Shape;1408;p17"/>
            <p:cNvGrpSpPr/>
            <p:nvPr/>
          </p:nvGrpSpPr>
          <p:grpSpPr>
            <a:xfrm rot="10800000">
              <a:off x="-229861" y="-321271"/>
              <a:ext cx="9830575" cy="5715375"/>
              <a:chOff x="-358925" y="-303650"/>
              <a:chExt cx="9830575" cy="5715375"/>
            </a:xfrm>
          </p:grpSpPr>
          <p:cxnSp>
            <p:nvCxnSpPr>
              <p:cNvPr id="1409" name="Google Shape;1409;p17"/>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410" name="Google Shape;1410;p17"/>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411" name="Google Shape;1411;p17"/>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412" name="Google Shape;1412;p17"/>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413" name="Google Shape;1413;p17"/>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414" name="Google Shape;1414;p17"/>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415" name="Google Shape;1415;p17"/>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416" name="Google Shape;1416;p17"/>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417" name="Google Shape;1417;p17"/>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418" name="Google Shape;1418;p17"/>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419" name="Google Shape;1419;p17"/>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420" name="Google Shape;1420;p17"/>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421" name="Google Shape;1421;p17"/>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422" name="Google Shape;1422;p17"/>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423" name="Google Shape;1423;p17"/>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424" name="Google Shape;1424;p17"/>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425" name="Google Shape;1425;p17"/>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426" name="Google Shape;1426;p17"/>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427" name="Google Shape;1427;p17"/>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428" name="Google Shape;1428;p17"/>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429" name="Google Shape;1429;p17"/>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430" name="Google Shape;1430;p17"/>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431" name="Google Shape;1431;p17"/>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432" name="Google Shape;1432;p17"/>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433" name="Google Shape;1433;p17"/>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434" name="Google Shape;1434;p17"/>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435" name="Google Shape;1435;p17"/>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436" name="Google Shape;1436;p17"/>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437" name="Google Shape;1437;p17"/>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438" name="Google Shape;1438;p17"/>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439" name="Google Shape;1439;p17"/>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440" name="Google Shape;1440;p17"/>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441" name="Google Shape;1441;p17"/>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442" name="Google Shape;1442;p17"/>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443" name="Google Shape;1443;p17"/>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444" name="Google Shape;1444;p17"/>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445" name="Google Shape;1445;p17"/>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446" name="Google Shape;1446;p1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47" name="Google Shape;1447;p17"/>
          <p:cNvSpPr txBox="1">
            <a:spLocks noGrp="1"/>
          </p:cNvSpPr>
          <p:nvPr>
            <p:ph type="ctrTitle" idx="2"/>
          </p:nvPr>
        </p:nvSpPr>
        <p:spPr>
          <a:xfrm>
            <a:off x="1766975" y="1920386"/>
            <a:ext cx="2414100" cy="3192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000000"/>
              </a:buClr>
              <a:buSzPts val="1800"/>
              <a:buNone/>
              <a:defRPr sz="1800"/>
            </a:lvl1pPr>
            <a:lvl2pPr lvl="1" algn="ctr" rtl="0">
              <a:spcBef>
                <a:spcPts val="0"/>
              </a:spcBef>
              <a:spcAft>
                <a:spcPts val="0"/>
              </a:spcAft>
              <a:buClr>
                <a:srgbClr val="000000"/>
              </a:buClr>
              <a:buSzPts val="1800"/>
              <a:buNone/>
              <a:defRPr sz="1800">
                <a:solidFill>
                  <a:srgbClr val="000000"/>
                </a:solidFill>
              </a:defRPr>
            </a:lvl2pPr>
            <a:lvl3pPr lvl="2" algn="ctr" rtl="0">
              <a:spcBef>
                <a:spcPts val="0"/>
              </a:spcBef>
              <a:spcAft>
                <a:spcPts val="0"/>
              </a:spcAft>
              <a:buClr>
                <a:srgbClr val="000000"/>
              </a:buClr>
              <a:buSzPts val="1800"/>
              <a:buNone/>
              <a:defRPr sz="1800">
                <a:solidFill>
                  <a:srgbClr val="000000"/>
                </a:solidFill>
              </a:defRPr>
            </a:lvl3pPr>
            <a:lvl4pPr lvl="3" algn="ctr" rtl="0">
              <a:spcBef>
                <a:spcPts val="0"/>
              </a:spcBef>
              <a:spcAft>
                <a:spcPts val="0"/>
              </a:spcAft>
              <a:buClr>
                <a:srgbClr val="000000"/>
              </a:buClr>
              <a:buSzPts val="1800"/>
              <a:buNone/>
              <a:defRPr sz="1800">
                <a:solidFill>
                  <a:srgbClr val="000000"/>
                </a:solidFill>
              </a:defRPr>
            </a:lvl4pPr>
            <a:lvl5pPr lvl="4" algn="ctr" rtl="0">
              <a:spcBef>
                <a:spcPts val="0"/>
              </a:spcBef>
              <a:spcAft>
                <a:spcPts val="0"/>
              </a:spcAft>
              <a:buClr>
                <a:srgbClr val="000000"/>
              </a:buClr>
              <a:buSzPts val="1800"/>
              <a:buNone/>
              <a:defRPr sz="1800">
                <a:solidFill>
                  <a:srgbClr val="000000"/>
                </a:solidFill>
              </a:defRPr>
            </a:lvl5pPr>
            <a:lvl6pPr lvl="5" algn="ctr" rtl="0">
              <a:spcBef>
                <a:spcPts val="0"/>
              </a:spcBef>
              <a:spcAft>
                <a:spcPts val="0"/>
              </a:spcAft>
              <a:buClr>
                <a:srgbClr val="000000"/>
              </a:buClr>
              <a:buSzPts val="1800"/>
              <a:buNone/>
              <a:defRPr sz="1800">
                <a:solidFill>
                  <a:srgbClr val="000000"/>
                </a:solidFill>
              </a:defRPr>
            </a:lvl6pPr>
            <a:lvl7pPr lvl="6" algn="ctr" rtl="0">
              <a:spcBef>
                <a:spcPts val="0"/>
              </a:spcBef>
              <a:spcAft>
                <a:spcPts val="0"/>
              </a:spcAft>
              <a:buClr>
                <a:srgbClr val="000000"/>
              </a:buClr>
              <a:buSzPts val="1800"/>
              <a:buNone/>
              <a:defRPr sz="1800">
                <a:solidFill>
                  <a:srgbClr val="000000"/>
                </a:solidFill>
              </a:defRPr>
            </a:lvl7pPr>
            <a:lvl8pPr lvl="7" algn="ctr" rtl="0">
              <a:spcBef>
                <a:spcPts val="0"/>
              </a:spcBef>
              <a:spcAft>
                <a:spcPts val="0"/>
              </a:spcAft>
              <a:buClr>
                <a:srgbClr val="000000"/>
              </a:buClr>
              <a:buSzPts val="1800"/>
              <a:buNone/>
              <a:defRPr sz="1800">
                <a:solidFill>
                  <a:srgbClr val="000000"/>
                </a:solidFill>
              </a:defRPr>
            </a:lvl8pPr>
            <a:lvl9pPr lvl="8" algn="ctr" rtl="0">
              <a:spcBef>
                <a:spcPts val="0"/>
              </a:spcBef>
              <a:spcAft>
                <a:spcPts val="0"/>
              </a:spcAft>
              <a:buClr>
                <a:srgbClr val="000000"/>
              </a:buClr>
              <a:buSzPts val="1800"/>
              <a:buNone/>
              <a:defRPr sz="1800">
                <a:solidFill>
                  <a:srgbClr val="000000"/>
                </a:solidFill>
              </a:defRPr>
            </a:lvl9pPr>
          </a:lstStyle>
          <a:p>
            <a:endParaRPr/>
          </a:p>
        </p:txBody>
      </p:sp>
      <p:sp>
        <p:nvSpPr>
          <p:cNvPr id="1448" name="Google Shape;1448;p17"/>
          <p:cNvSpPr txBox="1">
            <a:spLocks noGrp="1"/>
          </p:cNvSpPr>
          <p:nvPr>
            <p:ph type="subTitle" idx="1"/>
          </p:nvPr>
        </p:nvSpPr>
        <p:spPr>
          <a:xfrm>
            <a:off x="1766975" y="2257277"/>
            <a:ext cx="2414100" cy="84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100"/>
              <a:buNone/>
              <a:defRPr sz="1400"/>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1449" name="Google Shape;1449;p17"/>
          <p:cNvSpPr txBox="1">
            <a:spLocks noGrp="1"/>
          </p:cNvSpPr>
          <p:nvPr>
            <p:ph type="ctrTitle" idx="3"/>
          </p:nvPr>
        </p:nvSpPr>
        <p:spPr>
          <a:xfrm>
            <a:off x="5725236" y="1920386"/>
            <a:ext cx="2414100" cy="3192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000000"/>
              </a:buClr>
              <a:buSzPts val="1800"/>
              <a:buNone/>
              <a:defRPr sz="1800"/>
            </a:lvl1pPr>
            <a:lvl2pPr lvl="1" algn="ctr" rtl="0">
              <a:spcBef>
                <a:spcPts val="0"/>
              </a:spcBef>
              <a:spcAft>
                <a:spcPts val="0"/>
              </a:spcAft>
              <a:buClr>
                <a:srgbClr val="000000"/>
              </a:buClr>
              <a:buSzPts val="1800"/>
              <a:buNone/>
              <a:defRPr sz="1800">
                <a:solidFill>
                  <a:srgbClr val="000000"/>
                </a:solidFill>
              </a:defRPr>
            </a:lvl2pPr>
            <a:lvl3pPr lvl="2" algn="ctr" rtl="0">
              <a:spcBef>
                <a:spcPts val="0"/>
              </a:spcBef>
              <a:spcAft>
                <a:spcPts val="0"/>
              </a:spcAft>
              <a:buClr>
                <a:srgbClr val="000000"/>
              </a:buClr>
              <a:buSzPts val="1800"/>
              <a:buNone/>
              <a:defRPr sz="1800">
                <a:solidFill>
                  <a:srgbClr val="000000"/>
                </a:solidFill>
              </a:defRPr>
            </a:lvl3pPr>
            <a:lvl4pPr lvl="3" algn="ctr" rtl="0">
              <a:spcBef>
                <a:spcPts val="0"/>
              </a:spcBef>
              <a:spcAft>
                <a:spcPts val="0"/>
              </a:spcAft>
              <a:buClr>
                <a:srgbClr val="000000"/>
              </a:buClr>
              <a:buSzPts val="1800"/>
              <a:buNone/>
              <a:defRPr sz="1800">
                <a:solidFill>
                  <a:srgbClr val="000000"/>
                </a:solidFill>
              </a:defRPr>
            </a:lvl4pPr>
            <a:lvl5pPr lvl="4" algn="ctr" rtl="0">
              <a:spcBef>
                <a:spcPts val="0"/>
              </a:spcBef>
              <a:spcAft>
                <a:spcPts val="0"/>
              </a:spcAft>
              <a:buClr>
                <a:srgbClr val="000000"/>
              </a:buClr>
              <a:buSzPts val="1800"/>
              <a:buNone/>
              <a:defRPr sz="1800">
                <a:solidFill>
                  <a:srgbClr val="000000"/>
                </a:solidFill>
              </a:defRPr>
            </a:lvl5pPr>
            <a:lvl6pPr lvl="5" algn="ctr" rtl="0">
              <a:spcBef>
                <a:spcPts val="0"/>
              </a:spcBef>
              <a:spcAft>
                <a:spcPts val="0"/>
              </a:spcAft>
              <a:buClr>
                <a:srgbClr val="000000"/>
              </a:buClr>
              <a:buSzPts val="1800"/>
              <a:buNone/>
              <a:defRPr sz="1800">
                <a:solidFill>
                  <a:srgbClr val="000000"/>
                </a:solidFill>
              </a:defRPr>
            </a:lvl6pPr>
            <a:lvl7pPr lvl="6" algn="ctr" rtl="0">
              <a:spcBef>
                <a:spcPts val="0"/>
              </a:spcBef>
              <a:spcAft>
                <a:spcPts val="0"/>
              </a:spcAft>
              <a:buClr>
                <a:srgbClr val="000000"/>
              </a:buClr>
              <a:buSzPts val="1800"/>
              <a:buNone/>
              <a:defRPr sz="1800">
                <a:solidFill>
                  <a:srgbClr val="000000"/>
                </a:solidFill>
              </a:defRPr>
            </a:lvl7pPr>
            <a:lvl8pPr lvl="7" algn="ctr" rtl="0">
              <a:spcBef>
                <a:spcPts val="0"/>
              </a:spcBef>
              <a:spcAft>
                <a:spcPts val="0"/>
              </a:spcAft>
              <a:buClr>
                <a:srgbClr val="000000"/>
              </a:buClr>
              <a:buSzPts val="1800"/>
              <a:buNone/>
              <a:defRPr sz="1800">
                <a:solidFill>
                  <a:srgbClr val="000000"/>
                </a:solidFill>
              </a:defRPr>
            </a:lvl8pPr>
            <a:lvl9pPr lvl="8" algn="ctr" rtl="0">
              <a:spcBef>
                <a:spcPts val="0"/>
              </a:spcBef>
              <a:spcAft>
                <a:spcPts val="0"/>
              </a:spcAft>
              <a:buClr>
                <a:srgbClr val="000000"/>
              </a:buClr>
              <a:buSzPts val="1800"/>
              <a:buNone/>
              <a:defRPr sz="1800">
                <a:solidFill>
                  <a:srgbClr val="000000"/>
                </a:solidFill>
              </a:defRPr>
            </a:lvl9pPr>
          </a:lstStyle>
          <a:p>
            <a:endParaRPr/>
          </a:p>
        </p:txBody>
      </p:sp>
      <p:sp>
        <p:nvSpPr>
          <p:cNvPr id="1450" name="Google Shape;1450;p17"/>
          <p:cNvSpPr txBox="1">
            <a:spLocks noGrp="1"/>
          </p:cNvSpPr>
          <p:nvPr>
            <p:ph type="subTitle" idx="4"/>
          </p:nvPr>
        </p:nvSpPr>
        <p:spPr>
          <a:xfrm>
            <a:off x="5725225" y="2257277"/>
            <a:ext cx="2414100" cy="84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100"/>
              <a:buNone/>
              <a:defRPr sz="1400"/>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1451" name="Google Shape;1451;p17"/>
          <p:cNvSpPr txBox="1">
            <a:spLocks noGrp="1"/>
          </p:cNvSpPr>
          <p:nvPr>
            <p:ph type="ctrTitle" idx="5"/>
          </p:nvPr>
        </p:nvSpPr>
        <p:spPr>
          <a:xfrm>
            <a:off x="3746095" y="3276613"/>
            <a:ext cx="2414100" cy="3192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000000"/>
              </a:buClr>
              <a:buSzPts val="1800"/>
              <a:buNone/>
              <a:defRPr sz="1800"/>
            </a:lvl1pPr>
            <a:lvl2pPr lvl="1" algn="ctr" rtl="0">
              <a:spcBef>
                <a:spcPts val="0"/>
              </a:spcBef>
              <a:spcAft>
                <a:spcPts val="0"/>
              </a:spcAft>
              <a:buClr>
                <a:srgbClr val="000000"/>
              </a:buClr>
              <a:buSzPts val="1800"/>
              <a:buNone/>
              <a:defRPr sz="1800">
                <a:solidFill>
                  <a:srgbClr val="000000"/>
                </a:solidFill>
              </a:defRPr>
            </a:lvl2pPr>
            <a:lvl3pPr lvl="2" algn="ctr" rtl="0">
              <a:spcBef>
                <a:spcPts val="0"/>
              </a:spcBef>
              <a:spcAft>
                <a:spcPts val="0"/>
              </a:spcAft>
              <a:buClr>
                <a:srgbClr val="000000"/>
              </a:buClr>
              <a:buSzPts val="1800"/>
              <a:buNone/>
              <a:defRPr sz="1800">
                <a:solidFill>
                  <a:srgbClr val="000000"/>
                </a:solidFill>
              </a:defRPr>
            </a:lvl3pPr>
            <a:lvl4pPr lvl="3" algn="ctr" rtl="0">
              <a:spcBef>
                <a:spcPts val="0"/>
              </a:spcBef>
              <a:spcAft>
                <a:spcPts val="0"/>
              </a:spcAft>
              <a:buClr>
                <a:srgbClr val="000000"/>
              </a:buClr>
              <a:buSzPts val="1800"/>
              <a:buNone/>
              <a:defRPr sz="1800">
                <a:solidFill>
                  <a:srgbClr val="000000"/>
                </a:solidFill>
              </a:defRPr>
            </a:lvl4pPr>
            <a:lvl5pPr lvl="4" algn="ctr" rtl="0">
              <a:spcBef>
                <a:spcPts val="0"/>
              </a:spcBef>
              <a:spcAft>
                <a:spcPts val="0"/>
              </a:spcAft>
              <a:buClr>
                <a:srgbClr val="000000"/>
              </a:buClr>
              <a:buSzPts val="1800"/>
              <a:buNone/>
              <a:defRPr sz="1800">
                <a:solidFill>
                  <a:srgbClr val="000000"/>
                </a:solidFill>
              </a:defRPr>
            </a:lvl5pPr>
            <a:lvl6pPr lvl="5" algn="ctr" rtl="0">
              <a:spcBef>
                <a:spcPts val="0"/>
              </a:spcBef>
              <a:spcAft>
                <a:spcPts val="0"/>
              </a:spcAft>
              <a:buClr>
                <a:srgbClr val="000000"/>
              </a:buClr>
              <a:buSzPts val="1800"/>
              <a:buNone/>
              <a:defRPr sz="1800">
                <a:solidFill>
                  <a:srgbClr val="000000"/>
                </a:solidFill>
              </a:defRPr>
            </a:lvl6pPr>
            <a:lvl7pPr lvl="6" algn="ctr" rtl="0">
              <a:spcBef>
                <a:spcPts val="0"/>
              </a:spcBef>
              <a:spcAft>
                <a:spcPts val="0"/>
              </a:spcAft>
              <a:buClr>
                <a:srgbClr val="000000"/>
              </a:buClr>
              <a:buSzPts val="1800"/>
              <a:buNone/>
              <a:defRPr sz="1800">
                <a:solidFill>
                  <a:srgbClr val="000000"/>
                </a:solidFill>
              </a:defRPr>
            </a:lvl7pPr>
            <a:lvl8pPr lvl="7" algn="ctr" rtl="0">
              <a:spcBef>
                <a:spcPts val="0"/>
              </a:spcBef>
              <a:spcAft>
                <a:spcPts val="0"/>
              </a:spcAft>
              <a:buClr>
                <a:srgbClr val="000000"/>
              </a:buClr>
              <a:buSzPts val="1800"/>
              <a:buNone/>
              <a:defRPr sz="1800">
                <a:solidFill>
                  <a:srgbClr val="000000"/>
                </a:solidFill>
              </a:defRPr>
            </a:lvl8pPr>
            <a:lvl9pPr lvl="8" algn="ctr" rtl="0">
              <a:spcBef>
                <a:spcPts val="0"/>
              </a:spcBef>
              <a:spcAft>
                <a:spcPts val="0"/>
              </a:spcAft>
              <a:buClr>
                <a:srgbClr val="000000"/>
              </a:buClr>
              <a:buSzPts val="1800"/>
              <a:buNone/>
              <a:defRPr sz="1800">
                <a:solidFill>
                  <a:srgbClr val="000000"/>
                </a:solidFill>
              </a:defRPr>
            </a:lvl9pPr>
          </a:lstStyle>
          <a:p>
            <a:endParaRPr/>
          </a:p>
        </p:txBody>
      </p:sp>
      <p:sp>
        <p:nvSpPr>
          <p:cNvPr id="1452" name="Google Shape;1452;p17"/>
          <p:cNvSpPr txBox="1">
            <a:spLocks noGrp="1"/>
          </p:cNvSpPr>
          <p:nvPr>
            <p:ph type="subTitle" idx="6"/>
          </p:nvPr>
        </p:nvSpPr>
        <p:spPr>
          <a:xfrm>
            <a:off x="3746100" y="3613500"/>
            <a:ext cx="2414100" cy="84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100"/>
              <a:buNone/>
              <a:defRPr sz="1400"/>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grpSp>
        <p:nvGrpSpPr>
          <p:cNvPr id="1453" name="Google Shape;1453;p17"/>
          <p:cNvGrpSpPr/>
          <p:nvPr/>
        </p:nvGrpSpPr>
        <p:grpSpPr>
          <a:xfrm flipH="1">
            <a:off x="-1114332" y="1731435"/>
            <a:ext cx="4017967" cy="3644766"/>
            <a:chOff x="3166062" y="1034326"/>
            <a:chExt cx="6010422" cy="5452155"/>
          </a:xfrm>
        </p:grpSpPr>
        <p:sp>
          <p:nvSpPr>
            <p:cNvPr id="1454" name="Google Shape;1454;p17"/>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17"/>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BLANK_1_1_1_2_1">
    <p:spTree>
      <p:nvGrpSpPr>
        <p:cNvPr id="1" name="Shape 1456"/>
        <p:cNvGrpSpPr/>
        <p:nvPr/>
      </p:nvGrpSpPr>
      <p:grpSpPr>
        <a:xfrm>
          <a:off x="0" y="0"/>
          <a:ext cx="0" cy="0"/>
          <a:chOff x="0" y="0"/>
          <a:chExt cx="0" cy="0"/>
        </a:xfrm>
      </p:grpSpPr>
      <p:grpSp>
        <p:nvGrpSpPr>
          <p:cNvPr id="1457" name="Google Shape;1457;p18"/>
          <p:cNvGrpSpPr/>
          <p:nvPr/>
        </p:nvGrpSpPr>
        <p:grpSpPr>
          <a:xfrm>
            <a:off x="-458461" y="-321271"/>
            <a:ext cx="10059175" cy="5791575"/>
            <a:chOff x="-458461" y="-321271"/>
            <a:chExt cx="10059175" cy="5791575"/>
          </a:xfrm>
        </p:grpSpPr>
        <p:grpSp>
          <p:nvGrpSpPr>
            <p:cNvPr id="1458" name="Google Shape;1458;p18"/>
            <p:cNvGrpSpPr/>
            <p:nvPr/>
          </p:nvGrpSpPr>
          <p:grpSpPr>
            <a:xfrm flipH="1">
              <a:off x="-458461" y="-245071"/>
              <a:ext cx="9830575" cy="5715375"/>
              <a:chOff x="-358925" y="-303650"/>
              <a:chExt cx="9830575" cy="5715375"/>
            </a:xfrm>
          </p:grpSpPr>
          <p:cxnSp>
            <p:nvCxnSpPr>
              <p:cNvPr id="1459" name="Google Shape;1459;p18"/>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460" name="Google Shape;1460;p18"/>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461" name="Google Shape;1461;p18"/>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462" name="Google Shape;1462;p18"/>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463" name="Google Shape;1463;p18"/>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464" name="Google Shape;1464;p18"/>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465" name="Google Shape;1465;p18"/>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466" name="Google Shape;1466;p18"/>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467" name="Google Shape;1467;p18"/>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468" name="Google Shape;1468;p18"/>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469" name="Google Shape;1469;p18"/>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470" name="Google Shape;1470;p18"/>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471" name="Google Shape;1471;p18"/>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472" name="Google Shape;1472;p18"/>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473" name="Google Shape;1473;p18"/>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474" name="Google Shape;1474;p18"/>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475" name="Google Shape;1475;p18"/>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476" name="Google Shape;1476;p18"/>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477" name="Google Shape;1477;p18"/>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478" name="Google Shape;1478;p18"/>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479" name="Google Shape;1479;p18"/>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480" name="Google Shape;1480;p18"/>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481" name="Google Shape;1481;p18"/>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482" name="Google Shape;1482;p18"/>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483" name="Google Shape;1483;p18"/>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484" name="Google Shape;1484;p18"/>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485" name="Google Shape;1485;p18"/>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486" name="Google Shape;1486;p18"/>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487" name="Google Shape;1487;p18"/>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488" name="Google Shape;1488;p18"/>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489" name="Google Shape;1489;p18"/>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490" name="Google Shape;1490;p18"/>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491" name="Google Shape;1491;p18"/>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492" name="Google Shape;1492;p18"/>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493" name="Google Shape;1493;p18"/>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494" name="Google Shape;1494;p18"/>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495" name="Google Shape;1495;p18"/>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496" name="Google Shape;1496;p18"/>
            <p:cNvGrpSpPr/>
            <p:nvPr/>
          </p:nvGrpSpPr>
          <p:grpSpPr>
            <a:xfrm rot="10800000">
              <a:off x="-229861" y="-321271"/>
              <a:ext cx="9830575" cy="5715375"/>
              <a:chOff x="-358925" y="-303650"/>
              <a:chExt cx="9830575" cy="5715375"/>
            </a:xfrm>
          </p:grpSpPr>
          <p:cxnSp>
            <p:nvCxnSpPr>
              <p:cNvPr id="1497" name="Google Shape;1497;p18"/>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498" name="Google Shape;1498;p18"/>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499" name="Google Shape;1499;p18"/>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500" name="Google Shape;1500;p18"/>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501" name="Google Shape;1501;p18"/>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502" name="Google Shape;1502;p18"/>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503" name="Google Shape;1503;p18"/>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504" name="Google Shape;1504;p18"/>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505" name="Google Shape;1505;p18"/>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506" name="Google Shape;1506;p18"/>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507" name="Google Shape;1507;p18"/>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508" name="Google Shape;1508;p18"/>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509" name="Google Shape;1509;p18"/>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510" name="Google Shape;1510;p18"/>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511" name="Google Shape;1511;p18"/>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512" name="Google Shape;1512;p18"/>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513" name="Google Shape;1513;p18"/>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514" name="Google Shape;1514;p18"/>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515" name="Google Shape;1515;p18"/>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516" name="Google Shape;1516;p18"/>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517" name="Google Shape;1517;p18"/>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518" name="Google Shape;1518;p18"/>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519" name="Google Shape;1519;p18"/>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520" name="Google Shape;1520;p18"/>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521" name="Google Shape;1521;p18"/>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522" name="Google Shape;1522;p18"/>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523" name="Google Shape;1523;p18"/>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524" name="Google Shape;1524;p18"/>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525" name="Google Shape;1525;p18"/>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526" name="Google Shape;1526;p18"/>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527" name="Google Shape;1527;p18"/>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528" name="Google Shape;1528;p18"/>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529" name="Google Shape;1529;p18"/>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530" name="Google Shape;1530;p18"/>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531" name="Google Shape;1531;p18"/>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532" name="Google Shape;1532;p18"/>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533" name="Google Shape;1533;p18"/>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534" name="Google Shape;1534;p18"/>
          <p:cNvSpPr txBox="1">
            <a:spLocks noGrp="1"/>
          </p:cNvSpPr>
          <p:nvPr>
            <p:ph type="ctrTitle"/>
          </p:nvPr>
        </p:nvSpPr>
        <p:spPr>
          <a:xfrm>
            <a:off x="1499616" y="1014984"/>
            <a:ext cx="2331600" cy="319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000000"/>
              </a:buClr>
              <a:buSzPts val="1800"/>
              <a:buNone/>
              <a:defRPr sz="1800"/>
            </a:lvl1pPr>
            <a:lvl2pPr lvl="1" rtl="0">
              <a:spcBef>
                <a:spcPts val="0"/>
              </a:spcBef>
              <a:spcAft>
                <a:spcPts val="0"/>
              </a:spcAft>
              <a:buClr>
                <a:srgbClr val="000000"/>
              </a:buClr>
              <a:buSzPts val="1800"/>
              <a:buNone/>
              <a:defRPr sz="1800">
                <a:solidFill>
                  <a:srgbClr val="000000"/>
                </a:solidFill>
              </a:defRPr>
            </a:lvl2pPr>
            <a:lvl3pPr lvl="2" rtl="0">
              <a:spcBef>
                <a:spcPts val="0"/>
              </a:spcBef>
              <a:spcAft>
                <a:spcPts val="0"/>
              </a:spcAft>
              <a:buClr>
                <a:srgbClr val="000000"/>
              </a:buClr>
              <a:buSzPts val="1800"/>
              <a:buNone/>
              <a:defRPr sz="1800">
                <a:solidFill>
                  <a:srgbClr val="000000"/>
                </a:solidFill>
              </a:defRPr>
            </a:lvl3pPr>
            <a:lvl4pPr lvl="3" rtl="0">
              <a:spcBef>
                <a:spcPts val="0"/>
              </a:spcBef>
              <a:spcAft>
                <a:spcPts val="0"/>
              </a:spcAft>
              <a:buClr>
                <a:srgbClr val="000000"/>
              </a:buClr>
              <a:buSzPts val="1800"/>
              <a:buNone/>
              <a:defRPr sz="1800">
                <a:solidFill>
                  <a:srgbClr val="000000"/>
                </a:solidFill>
              </a:defRPr>
            </a:lvl4pPr>
            <a:lvl5pPr lvl="4" rtl="0">
              <a:spcBef>
                <a:spcPts val="0"/>
              </a:spcBef>
              <a:spcAft>
                <a:spcPts val="0"/>
              </a:spcAft>
              <a:buClr>
                <a:srgbClr val="000000"/>
              </a:buClr>
              <a:buSzPts val="1800"/>
              <a:buNone/>
              <a:defRPr sz="1800">
                <a:solidFill>
                  <a:srgbClr val="000000"/>
                </a:solidFill>
              </a:defRPr>
            </a:lvl5pPr>
            <a:lvl6pPr lvl="5" rtl="0">
              <a:spcBef>
                <a:spcPts val="0"/>
              </a:spcBef>
              <a:spcAft>
                <a:spcPts val="0"/>
              </a:spcAft>
              <a:buClr>
                <a:srgbClr val="000000"/>
              </a:buClr>
              <a:buSzPts val="1800"/>
              <a:buNone/>
              <a:defRPr sz="1800">
                <a:solidFill>
                  <a:srgbClr val="000000"/>
                </a:solidFill>
              </a:defRPr>
            </a:lvl6pPr>
            <a:lvl7pPr lvl="6" rtl="0">
              <a:spcBef>
                <a:spcPts val="0"/>
              </a:spcBef>
              <a:spcAft>
                <a:spcPts val="0"/>
              </a:spcAft>
              <a:buClr>
                <a:srgbClr val="000000"/>
              </a:buClr>
              <a:buSzPts val="1800"/>
              <a:buNone/>
              <a:defRPr sz="1800">
                <a:solidFill>
                  <a:srgbClr val="000000"/>
                </a:solidFill>
              </a:defRPr>
            </a:lvl7pPr>
            <a:lvl8pPr lvl="7" rtl="0">
              <a:spcBef>
                <a:spcPts val="0"/>
              </a:spcBef>
              <a:spcAft>
                <a:spcPts val="0"/>
              </a:spcAft>
              <a:buClr>
                <a:srgbClr val="000000"/>
              </a:buClr>
              <a:buSzPts val="1800"/>
              <a:buNone/>
              <a:defRPr sz="1800">
                <a:solidFill>
                  <a:srgbClr val="000000"/>
                </a:solidFill>
              </a:defRPr>
            </a:lvl8pPr>
            <a:lvl9pPr lvl="8" rtl="0">
              <a:spcBef>
                <a:spcPts val="0"/>
              </a:spcBef>
              <a:spcAft>
                <a:spcPts val="0"/>
              </a:spcAft>
              <a:buClr>
                <a:srgbClr val="000000"/>
              </a:buClr>
              <a:buSzPts val="1800"/>
              <a:buNone/>
              <a:defRPr sz="1800">
                <a:solidFill>
                  <a:srgbClr val="000000"/>
                </a:solidFill>
              </a:defRPr>
            </a:lvl9pPr>
          </a:lstStyle>
          <a:p>
            <a:endParaRPr/>
          </a:p>
        </p:txBody>
      </p:sp>
      <p:sp>
        <p:nvSpPr>
          <p:cNvPr id="1535" name="Google Shape;1535;p18"/>
          <p:cNvSpPr txBox="1">
            <a:spLocks noGrp="1"/>
          </p:cNvSpPr>
          <p:nvPr>
            <p:ph type="subTitle" idx="1"/>
          </p:nvPr>
        </p:nvSpPr>
        <p:spPr>
          <a:xfrm>
            <a:off x="1499616" y="1334184"/>
            <a:ext cx="2331600" cy="57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000000"/>
              </a:buClr>
              <a:buSzPts val="1100"/>
              <a:buNone/>
              <a:defRPr sz="1400">
                <a:solidFill>
                  <a:schemeClr val="dk1"/>
                </a:solidFill>
              </a:defRPr>
            </a:lvl1pPr>
            <a:lvl2pPr lvl="1" rtl="0">
              <a:lnSpc>
                <a:spcPct val="100000"/>
              </a:lnSpc>
              <a:spcBef>
                <a:spcPts val="0"/>
              </a:spcBef>
              <a:spcAft>
                <a:spcPts val="0"/>
              </a:spcAft>
              <a:buClr>
                <a:srgbClr val="000000"/>
              </a:buClr>
              <a:buSzPts val="1100"/>
              <a:buNone/>
              <a:defRPr sz="1100">
                <a:solidFill>
                  <a:srgbClr val="000000"/>
                </a:solidFill>
              </a:defRPr>
            </a:lvl2pPr>
            <a:lvl3pPr lvl="2" rtl="0">
              <a:lnSpc>
                <a:spcPct val="100000"/>
              </a:lnSpc>
              <a:spcBef>
                <a:spcPts val="0"/>
              </a:spcBef>
              <a:spcAft>
                <a:spcPts val="0"/>
              </a:spcAft>
              <a:buClr>
                <a:srgbClr val="000000"/>
              </a:buClr>
              <a:buSzPts val="1100"/>
              <a:buNone/>
              <a:defRPr sz="1100">
                <a:solidFill>
                  <a:srgbClr val="000000"/>
                </a:solidFill>
              </a:defRPr>
            </a:lvl3pPr>
            <a:lvl4pPr lvl="3" rtl="0">
              <a:lnSpc>
                <a:spcPct val="100000"/>
              </a:lnSpc>
              <a:spcBef>
                <a:spcPts val="0"/>
              </a:spcBef>
              <a:spcAft>
                <a:spcPts val="0"/>
              </a:spcAft>
              <a:buClr>
                <a:srgbClr val="000000"/>
              </a:buClr>
              <a:buSzPts val="1100"/>
              <a:buNone/>
              <a:defRPr sz="1100">
                <a:solidFill>
                  <a:srgbClr val="000000"/>
                </a:solidFill>
              </a:defRPr>
            </a:lvl4pPr>
            <a:lvl5pPr lvl="4" rtl="0">
              <a:lnSpc>
                <a:spcPct val="100000"/>
              </a:lnSpc>
              <a:spcBef>
                <a:spcPts val="0"/>
              </a:spcBef>
              <a:spcAft>
                <a:spcPts val="0"/>
              </a:spcAft>
              <a:buClr>
                <a:srgbClr val="000000"/>
              </a:buClr>
              <a:buSzPts val="1100"/>
              <a:buNone/>
              <a:defRPr sz="1100">
                <a:solidFill>
                  <a:srgbClr val="000000"/>
                </a:solidFill>
              </a:defRPr>
            </a:lvl5pPr>
            <a:lvl6pPr lvl="5" rtl="0">
              <a:lnSpc>
                <a:spcPct val="100000"/>
              </a:lnSpc>
              <a:spcBef>
                <a:spcPts val="0"/>
              </a:spcBef>
              <a:spcAft>
                <a:spcPts val="0"/>
              </a:spcAft>
              <a:buClr>
                <a:srgbClr val="000000"/>
              </a:buClr>
              <a:buSzPts val="1100"/>
              <a:buNone/>
              <a:defRPr sz="1100">
                <a:solidFill>
                  <a:srgbClr val="000000"/>
                </a:solidFill>
              </a:defRPr>
            </a:lvl6pPr>
            <a:lvl7pPr lvl="6" rtl="0">
              <a:lnSpc>
                <a:spcPct val="100000"/>
              </a:lnSpc>
              <a:spcBef>
                <a:spcPts val="0"/>
              </a:spcBef>
              <a:spcAft>
                <a:spcPts val="0"/>
              </a:spcAft>
              <a:buClr>
                <a:srgbClr val="000000"/>
              </a:buClr>
              <a:buSzPts val="1100"/>
              <a:buNone/>
              <a:defRPr sz="1100">
                <a:solidFill>
                  <a:srgbClr val="000000"/>
                </a:solidFill>
              </a:defRPr>
            </a:lvl7pPr>
            <a:lvl8pPr lvl="7" rtl="0">
              <a:lnSpc>
                <a:spcPct val="100000"/>
              </a:lnSpc>
              <a:spcBef>
                <a:spcPts val="0"/>
              </a:spcBef>
              <a:spcAft>
                <a:spcPts val="0"/>
              </a:spcAft>
              <a:buClr>
                <a:srgbClr val="000000"/>
              </a:buClr>
              <a:buSzPts val="1100"/>
              <a:buNone/>
              <a:defRPr sz="1100">
                <a:solidFill>
                  <a:srgbClr val="000000"/>
                </a:solidFill>
              </a:defRPr>
            </a:lvl8pPr>
            <a:lvl9pPr lvl="8"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1536" name="Google Shape;1536;p18"/>
          <p:cNvSpPr txBox="1">
            <a:spLocks noGrp="1"/>
          </p:cNvSpPr>
          <p:nvPr>
            <p:ph type="ctrTitle" idx="2"/>
          </p:nvPr>
        </p:nvSpPr>
        <p:spPr>
          <a:xfrm>
            <a:off x="1499616" y="1909634"/>
            <a:ext cx="2331600" cy="319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000000"/>
              </a:buClr>
              <a:buSzPts val="1800"/>
              <a:buNone/>
              <a:defRPr sz="1800"/>
            </a:lvl1pPr>
            <a:lvl2pPr lvl="1" rtl="0">
              <a:spcBef>
                <a:spcPts val="0"/>
              </a:spcBef>
              <a:spcAft>
                <a:spcPts val="0"/>
              </a:spcAft>
              <a:buClr>
                <a:srgbClr val="000000"/>
              </a:buClr>
              <a:buSzPts val="1800"/>
              <a:buNone/>
              <a:defRPr sz="1800">
                <a:solidFill>
                  <a:srgbClr val="000000"/>
                </a:solidFill>
              </a:defRPr>
            </a:lvl2pPr>
            <a:lvl3pPr lvl="2" rtl="0">
              <a:spcBef>
                <a:spcPts val="0"/>
              </a:spcBef>
              <a:spcAft>
                <a:spcPts val="0"/>
              </a:spcAft>
              <a:buClr>
                <a:srgbClr val="000000"/>
              </a:buClr>
              <a:buSzPts val="1800"/>
              <a:buNone/>
              <a:defRPr sz="1800">
                <a:solidFill>
                  <a:srgbClr val="000000"/>
                </a:solidFill>
              </a:defRPr>
            </a:lvl3pPr>
            <a:lvl4pPr lvl="3" rtl="0">
              <a:spcBef>
                <a:spcPts val="0"/>
              </a:spcBef>
              <a:spcAft>
                <a:spcPts val="0"/>
              </a:spcAft>
              <a:buClr>
                <a:srgbClr val="000000"/>
              </a:buClr>
              <a:buSzPts val="1800"/>
              <a:buNone/>
              <a:defRPr sz="1800">
                <a:solidFill>
                  <a:srgbClr val="000000"/>
                </a:solidFill>
              </a:defRPr>
            </a:lvl4pPr>
            <a:lvl5pPr lvl="4" rtl="0">
              <a:spcBef>
                <a:spcPts val="0"/>
              </a:spcBef>
              <a:spcAft>
                <a:spcPts val="0"/>
              </a:spcAft>
              <a:buClr>
                <a:srgbClr val="000000"/>
              </a:buClr>
              <a:buSzPts val="1800"/>
              <a:buNone/>
              <a:defRPr sz="1800">
                <a:solidFill>
                  <a:srgbClr val="000000"/>
                </a:solidFill>
              </a:defRPr>
            </a:lvl5pPr>
            <a:lvl6pPr lvl="5" rtl="0">
              <a:spcBef>
                <a:spcPts val="0"/>
              </a:spcBef>
              <a:spcAft>
                <a:spcPts val="0"/>
              </a:spcAft>
              <a:buClr>
                <a:srgbClr val="000000"/>
              </a:buClr>
              <a:buSzPts val="1800"/>
              <a:buNone/>
              <a:defRPr sz="1800">
                <a:solidFill>
                  <a:srgbClr val="000000"/>
                </a:solidFill>
              </a:defRPr>
            </a:lvl6pPr>
            <a:lvl7pPr lvl="6" rtl="0">
              <a:spcBef>
                <a:spcPts val="0"/>
              </a:spcBef>
              <a:spcAft>
                <a:spcPts val="0"/>
              </a:spcAft>
              <a:buClr>
                <a:srgbClr val="000000"/>
              </a:buClr>
              <a:buSzPts val="1800"/>
              <a:buNone/>
              <a:defRPr sz="1800">
                <a:solidFill>
                  <a:srgbClr val="000000"/>
                </a:solidFill>
              </a:defRPr>
            </a:lvl7pPr>
            <a:lvl8pPr lvl="7" rtl="0">
              <a:spcBef>
                <a:spcPts val="0"/>
              </a:spcBef>
              <a:spcAft>
                <a:spcPts val="0"/>
              </a:spcAft>
              <a:buClr>
                <a:srgbClr val="000000"/>
              </a:buClr>
              <a:buSzPts val="1800"/>
              <a:buNone/>
              <a:defRPr sz="1800">
                <a:solidFill>
                  <a:srgbClr val="000000"/>
                </a:solidFill>
              </a:defRPr>
            </a:lvl8pPr>
            <a:lvl9pPr lvl="8" rtl="0">
              <a:spcBef>
                <a:spcPts val="0"/>
              </a:spcBef>
              <a:spcAft>
                <a:spcPts val="0"/>
              </a:spcAft>
              <a:buClr>
                <a:srgbClr val="000000"/>
              </a:buClr>
              <a:buSzPts val="1800"/>
              <a:buNone/>
              <a:defRPr sz="1800">
                <a:solidFill>
                  <a:srgbClr val="000000"/>
                </a:solidFill>
              </a:defRPr>
            </a:lvl9pPr>
          </a:lstStyle>
          <a:p>
            <a:endParaRPr/>
          </a:p>
        </p:txBody>
      </p:sp>
      <p:sp>
        <p:nvSpPr>
          <p:cNvPr id="1537" name="Google Shape;1537;p18"/>
          <p:cNvSpPr txBox="1">
            <a:spLocks noGrp="1"/>
          </p:cNvSpPr>
          <p:nvPr>
            <p:ph type="subTitle" idx="3"/>
          </p:nvPr>
        </p:nvSpPr>
        <p:spPr>
          <a:xfrm>
            <a:off x="1499616" y="2228834"/>
            <a:ext cx="2331600" cy="57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000000"/>
              </a:buClr>
              <a:buSzPts val="1100"/>
              <a:buNone/>
              <a:defRPr sz="1400">
                <a:solidFill>
                  <a:schemeClr val="dk1"/>
                </a:solidFill>
              </a:defRPr>
            </a:lvl1pPr>
            <a:lvl2pPr lvl="1" rtl="0">
              <a:lnSpc>
                <a:spcPct val="100000"/>
              </a:lnSpc>
              <a:spcBef>
                <a:spcPts val="0"/>
              </a:spcBef>
              <a:spcAft>
                <a:spcPts val="0"/>
              </a:spcAft>
              <a:buClr>
                <a:srgbClr val="000000"/>
              </a:buClr>
              <a:buSzPts val="1100"/>
              <a:buNone/>
              <a:defRPr sz="1100">
                <a:solidFill>
                  <a:srgbClr val="000000"/>
                </a:solidFill>
              </a:defRPr>
            </a:lvl2pPr>
            <a:lvl3pPr lvl="2" rtl="0">
              <a:lnSpc>
                <a:spcPct val="100000"/>
              </a:lnSpc>
              <a:spcBef>
                <a:spcPts val="0"/>
              </a:spcBef>
              <a:spcAft>
                <a:spcPts val="0"/>
              </a:spcAft>
              <a:buClr>
                <a:srgbClr val="000000"/>
              </a:buClr>
              <a:buSzPts val="1100"/>
              <a:buNone/>
              <a:defRPr sz="1100">
                <a:solidFill>
                  <a:srgbClr val="000000"/>
                </a:solidFill>
              </a:defRPr>
            </a:lvl3pPr>
            <a:lvl4pPr lvl="3" rtl="0">
              <a:lnSpc>
                <a:spcPct val="100000"/>
              </a:lnSpc>
              <a:spcBef>
                <a:spcPts val="0"/>
              </a:spcBef>
              <a:spcAft>
                <a:spcPts val="0"/>
              </a:spcAft>
              <a:buClr>
                <a:srgbClr val="000000"/>
              </a:buClr>
              <a:buSzPts val="1100"/>
              <a:buNone/>
              <a:defRPr sz="1100">
                <a:solidFill>
                  <a:srgbClr val="000000"/>
                </a:solidFill>
              </a:defRPr>
            </a:lvl4pPr>
            <a:lvl5pPr lvl="4" rtl="0">
              <a:lnSpc>
                <a:spcPct val="100000"/>
              </a:lnSpc>
              <a:spcBef>
                <a:spcPts val="0"/>
              </a:spcBef>
              <a:spcAft>
                <a:spcPts val="0"/>
              </a:spcAft>
              <a:buClr>
                <a:srgbClr val="000000"/>
              </a:buClr>
              <a:buSzPts val="1100"/>
              <a:buNone/>
              <a:defRPr sz="1100">
                <a:solidFill>
                  <a:srgbClr val="000000"/>
                </a:solidFill>
              </a:defRPr>
            </a:lvl5pPr>
            <a:lvl6pPr lvl="5" rtl="0">
              <a:lnSpc>
                <a:spcPct val="100000"/>
              </a:lnSpc>
              <a:spcBef>
                <a:spcPts val="0"/>
              </a:spcBef>
              <a:spcAft>
                <a:spcPts val="0"/>
              </a:spcAft>
              <a:buClr>
                <a:srgbClr val="000000"/>
              </a:buClr>
              <a:buSzPts val="1100"/>
              <a:buNone/>
              <a:defRPr sz="1100">
                <a:solidFill>
                  <a:srgbClr val="000000"/>
                </a:solidFill>
              </a:defRPr>
            </a:lvl6pPr>
            <a:lvl7pPr lvl="6" rtl="0">
              <a:lnSpc>
                <a:spcPct val="100000"/>
              </a:lnSpc>
              <a:spcBef>
                <a:spcPts val="0"/>
              </a:spcBef>
              <a:spcAft>
                <a:spcPts val="0"/>
              </a:spcAft>
              <a:buClr>
                <a:srgbClr val="000000"/>
              </a:buClr>
              <a:buSzPts val="1100"/>
              <a:buNone/>
              <a:defRPr sz="1100">
                <a:solidFill>
                  <a:srgbClr val="000000"/>
                </a:solidFill>
              </a:defRPr>
            </a:lvl7pPr>
            <a:lvl8pPr lvl="7" rtl="0">
              <a:lnSpc>
                <a:spcPct val="100000"/>
              </a:lnSpc>
              <a:spcBef>
                <a:spcPts val="0"/>
              </a:spcBef>
              <a:spcAft>
                <a:spcPts val="0"/>
              </a:spcAft>
              <a:buClr>
                <a:srgbClr val="000000"/>
              </a:buClr>
              <a:buSzPts val="1100"/>
              <a:buNone/>
              <a:defRPr sz="1100">
                <a:solidFill>
                  <a:srgbClr val="000000"/>
                </a:solidFill>
              </a:defRPr>
            </a:lvl8pPr>
            <a:lvl9pPr lvl="8"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1538" name="Google Shape;1538;p18"/>
          <p:cNvSpPr txBox="1">
            <a:spLocks noGrp="1"/>
          </p:cNvSpPr>
          <p:nvPr>
            <p:ph type="ctrTitle" idx="4"/>
          </p:nvPr>
        </p:nvSpPr>
        <p:spPr>
          <a:xfrm>
            <a:off x="1499616" y="2804284"/>
            <a:ext cx="2331600" cy="319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000000"/>
              </a:buClr>
              <a:buSzPts val="1800"/>
              <a:buNone/>
              <a:defRPr sz="1800"/>
            </a:lvl1pPr>
            <a:lvl2pPr lvl="1" rtl="0">
              <a:spcBef>
                <a:spcPts val="0"/>
              </a:spcBef>
              <a:spcAft>
                <a:spcPts val="0"/>
              </a:spcAft>
              <a:buClr>
                <a:srgbClr val="000000"/>
              </a:buClr>
              <a:buSzPts val="1800"/>
              <a:buNone/>
              <a:defRPr sz="1800">
                <a:solidFill>
                  <a:srgbClr val="000000"/>
                </a:solidFill>
              </a:defRPr>
            </a:lvl2pPr>
            <a:lvl3pPr lvl="2" rtl="0">
              <a:spcBef>
                <a:spcPts val="0"/>
              </a:spcBef>
              <a:spcAft>
                <a:spcPts val="0"/>
              </a:spcAft>
              <a:buClr>
                <a:srgbClr val="000000"/>
              </a:buClr>
              <a:buSzPts val="1800"/>
              <a:buNone/>
              <a:defRPr sz="1800">
                <a:solidFill>
                  <a:srgbClr val="000000"/>
                </a:solidFill>
              </a:defRPr>
            </a:lvl3pPr>
            <a:lvl4pPr lvl="3" rtl="0">
              <a:spcBef>
                <a:spcPts val="0"/>
              </a:spcBef>
              <a:spcAft>
                <a:spcPts val="0"/>
              </a:spcAft>
              <a:buClr>
                <a:srgbClr val="000000"/>
              </a:buClr>
              <a:buSzPts val="1800"/>
              <a:buNone/>
              <a:defRPr sz="1800">
                <a:solidFill>
                  <a:srgbClr val="000000"/>
                </a:solidFill>
              </a:defRPr>
            </a:lvl4pPr>
            <a:lvl5pPr lvl="4" rtl="0">
              <a:spcBef>
                <a:spcPts val="0"/>
              </a:spcBef>
              <a:spcAft>
                <a:spcPts val="0"/>
              </a:spcAft>
              <a:buClr>
                <a:srgbClr val="000000"/>
              </a:buClr>
              <a:buSzPts val="1800"/>
              <a:buNone/>
              <a:defRPr sz="1800">
                <a:solidFill>
                  <a:srgbClr val="000000"/>
                </a:solidFill>
              </a:defRPr>
            </a:lvl5pPr>
            <a:lvl6pPr lvl="5" rtl="0">
              <a:spcBef>
                <a:spcPts val="0"/>
              </a:spcBef>
              <a:spcAft>
                <a:spcPts val="0"/>
              </a:spcAft>
              <a:buClr>
                <a:srgbClr val="000000"/>
              </a:buClr>
              <a:buSzPts val="1800"/>
              <a:buNone/>
              <a:defRPr sz="1800">
                <a:solidFill>
                  <a:srgbClr val="000000"/>
                </a:solidFill>
              </a:defRPr>
            </a:lvl6pPr>
            <a:lvl7pPr lvl="6" rtl="0">
              <a:spcBef>
                <a:spcPts val="0"/>
              </a:spcBef>
              <a:spcAft>
                <a:spcPts val="0"/>
              </a:spcAft>
              <a:buClr>
                <a:srgbClr val="000000"/>
              </a:buClr>
              <a:buSzPts val="1800"/>
              <a:buNone/>
              <a:defRPr sz="1800">
                <a:solidFill>
                  <a:srgbClr val="000000"/>
                </a:solidFill>
              </a:defRPr>
            </a:lvl7pPr>
            <a:lvl8pPr lvl="7" rtl="0">
              <a:spcBef>
                <a:spcPts val="0"/>
              </a:spcBef>
              <a:spcAft>
                <a:spcPts val="0"/>
              </a:spcAft>
              <a:buClr>
                <a:srgbClr val="000000"/>
              </a:buClr>
              <a:buSzPts val="1800"/>
              <a:buNone/>
              <a:defRPr sz="1800">
                <a:solidFill>
                  <a:srgbClr val="000000"/>
                </a:solidFill>
              </a:defRPr>
            </a:lvl8pPr>
            <a:lvl9pPr lvl="8" rtl="0">
              <a:spcBef>
                <a:spcPts val="0"/>
              </a:spcBef>
              <a:spcAft>
                <a:spcPts val="0"/>
              </a:spcAft>
              <a:buClr>
                <a:srgbClr val="000000"/>
              </a:buClr>
              <a:buSzPts val="1800"/>
              <a:buNone/>
              <a:defRPr sz="1800">
                <a:solidFill>
                  <a:srgbClr val="000000"/>
                </a:solidFill>
              </a:defRPr>
            </a:lvl9pPr>
          </a:lstStyle>
          <a:p>
            <a:endParaRPr/>
          </a:p>
        </p:txBody>
      </p:sp>
      <p:sp>
        <p:nvSpPr>
          <p:cNvPr id="1539" name="Google Shape;1539;p18"/>
          <p:cNvSpPr txBox="1">
            <a:spLocks noGrp="1"/>
          </p:cNvSpPr>
          <p:nvPr>
            <p:ph type="subTitle" idx="5"/>
          </p:nvPr>
        </p:nvSpPr>
        <p:spPr>
          <a:xfrm>
            <a:off x="1499616" y="3123484"/>
            <a:ext cx="2331600" cy="57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000000"/>
              </a:buClr>
              <a:buSzPts val="1100"/>
              <a:buNone/>
              <a:defRPr sz="1400">
                <a:solidFill>
                  <a:schemeClr val="dk1"/>
                </a:solidFill>
              </a:defRPr>
            </a:lvl1pPr>
            <a:lvl2pPr lvl="1" rtl="0">
              <a:lnSpc>
                <a:spcPct val="100000"/>
              </a:lnSpc>
              <a:spcBef>
                <a:spcPts val="0"/>
              </a:spcBef>
              <a:spcAft>
                <a:spcPts val="0"/>
              </a:spcAft>
              <a:buClr>
                <a:srgbClr val="000000"/>
              </a:buClr>
              <a:buSzPts val="1100"/>
              <a:buNone/>
              <a:defRPr sz="1100">
                <a:solidFill>
                  <a:srgbClr val="000000"/>
                </a:solidFill>
              </a:defRPr>
            </a:lvl2pPr>
            <a:lvl3pPr lvl="2" rtl="0">
              <a:lnSpc>
                <a:spcPct val="100000"/>
              </a:lnSpc>
              <a:spcBef>
                <a:spcPts val="0"/>
              </a:spcBef>
              <a:spcAft>
                <a:spcPts val="0"/>
              </a:spcAft>
              <a:buClr>
                <a:srgbClr val="000000"/>
              </a:buClr>
              <a:buSzPts val="1100"/>
              <a:buNone/>
              <a:defRPr sz="1100">
                <a:solidFill>
                  <a:srgbClr val="000000"/>
                </a:solidFill>
              </a:defRPr>
            </a:lvl3pPr>
            <a:lvl4pPr lvl="3" rtl="0">
              <a:lnSpc>
                <a:spcPct val="100000"/>
              </a:lnSpc>
              <a:spcBef>
                <a:spcPts val="0"/>
              </a:spcBef>
              <a:spcAft>
                <a:spcPts val="0"/>
              </a:spcAft>
              <a:buClr>
                <a:srgbClr val="000000"/>
              </a:buClr>
              <a:buSzPts val="1100"/>
              <a:buNone/>
              <a:defRPr sz="1100">
                <a:solidFill>
                  <a:srgbClr val="000000"/>
                </a:solidFill>
              </a:defRPr>
            </a:lvl4pPr>
            <a:lvl5pPr lvl="4" rtl="0">
              <a:lnSpc>
                <a:spcPct val="100000"/>
              </a:lnSpc>
              <a:spcBef>
                <a:spcPts val="0"/>
              </a:spcBef>
              <a:spcAft>
                <a:spcPts val="0"/>
              </a:spcAft>
              <a:buClr>
                <a:srgbClr val="000000"/>
              </a:buClr>
              <a:buSzPts val="1100"/>
              <a:buNone/>
              <a:defRPr sz="1100">
                <a:solidFill>
                  <a:srgbClr val="000000"/>
                </a:solidFill>
              </a:defRPr>
            </a:lvl5pPr>
            <a:lvl6pPr lvl="5" rtl="0">
              <a:lnSpc>
                <a:spcPct val="100000"/>
              </a:lnSpc>
              <a:spcBef>
                <a:spcPts val="0"/>
              </a:spcBef>
              <a:spcAft>
                <a:spcPts val="0"/>
              </a:spcAft>
              <a:buClr>
                <a:srgbClr val="000000"/>
              </a:buClr>
              <a:buSzPts val="1100"/>
              <a:buNone/>
              <a:defRPr sz="1100">
                <a:solidFill>
                  <a:srgbClr val="000000"/>
                </a:solidFill>
              </a:defRPr>
            </a:lvl6pPr>
            <a:lvl7pPr lvl="6" rtl="0">
              <a:lnSpc>
                <a:spcPct val="100000"/>
              </a:lnSpc>
              <a:spcBef>
                <a:spcPts val="0"/>
              </a:spcBef>
              <a:spcAft>
                <a:spcPts val="0"/>
              </a:spcAft>
              <a:buClr>
                <a:srgbClr val="000000"/>
              </a:buClr>
              <a:buSzPts val="1100"/>
              <a:buNone/>
              <a:defRPr sz="1100">
                <a:solidFill>
                  <a:srgbClr val="000000"/>
                </a:solidFill>
              </a:defRPr>
            </a:lvl7pPr>
            <a:lvl8pPr lvl="7" rtl="0">
              <a:lnSpc>
                <a:spcPct val="100000"/>
              </a:lnSpc>
              <a:spcBef>
                <a:spcPts val="0"/>
              </a:spcBef>
              <a:spcAft>
                <a:spcPts val="0"/>
              </a:spcAft>
              <a:buClr>
                <a:srgbClr val="000000"/>
              </a:buClr>
              <a:buSzPts val="1100"/>
              <a:buNone/>
              <a:defRPr sz="1100">
                <a:solidFill>
                  <a:srgbClr val="000000"/>
                </a:solidFill>
              </a:defRPr>
            </a:lvl8pPr>
            <a:lvl9pPr lvl="8"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1540" name="Google Shape;1540;p18"/>
          <p:cNvSpPr txBox="1">
            <a:spLocks noGrp="1"/>
          </p:cNvSpPr>
          <p:nvPr>
            <p:ph type="ctrTitle" idx="6"/>
          </p:nvPr>
        </p:nvSpPr>
        <p:spPr>
          <a:xfrm>
            <a:off x="1499616" y="3698934"/>
            <a:ext cx="2331600" cy="319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000000"/>
              </a:buClr>
              <a:buSzPts val="1800"/>
              <a:buNone/>
              <a:defRPr sz="1800"/>
            </a:lvl1pPr>
            <a:lvl2pPr lvl="1" rtl="0">
              <a:spcBef>
                <a:spcPts val="0"/>
              </a:spcBef>
              <a:spcAft>
                <a:spcPts val="0"/>
              </a:spcAft>
              <a:buClr>
                <a:srgbClr val="000000"/>
              </a:buClr>
              <a:buSzPts val="1800"/>
              <a:buNone/>
              <a:defRPr sz="1800">
                <a:solidFill>
                  <a:srgbClr val="000000"/>
                </a:solidFill>
              </a:defRPr>
            </a:lvl2pPr>
            <a:lvl3pPr lvl="2" rtl="0">
              <a:spcBef>
                <a:spcPts val="0"/>
              </a:spcBef>
              <a:spcAft>
                <a:spcPts val="0"/>
              </a:spcAft>
              <a:buClr>
                <a:srgbClr val="000000"/>
              </a:buClr>
              <a:buSzPts val="1800"/>
              <a:buNone/>
              <a:defRPr sz="1800">
                <a:solidFill>
                  <a:srgbClr val="000000"/>
                </a:solidFill>
              </a:defRPr>
            </a:lvl3pPr>
            <a:lvl4pPr lvl="3" rtl="0">
              <a:spcBef>
                <a:spcPts val="0"/>
              </a:spcBef>
              <a:spcAft>
                <a:spcPts val="0"/>
              </a:spcAft>
              <a:buClr>
                <a:srgbClr val="000000"/>
              </a:buClr>
              <a:buSzPts val="1800"/>
              <a:buNone/>
              <a:defRPr sz="1800">
                <a:solidFill>
                  <a:srgbClr val="000000"/>
                </a:solidFill>
              </a:defRPr>
            </a:lvl4pPr>
            <a:lvl5pPr lvl="4" rtl="0">
              <a:spcBef>
                <a:spcPts val="0"/>
              </a:spcBef>
              <a:spcAft>
                <a:spcPts val="0"/>
              </a:spcAft>
              <a:buClr>
                <a:srgbClr val="000000"/>
              </a:buClr>
              <a:buSzPts val="1800"/>
              <a:buNone/>
              <a:defRPr sz="1800">
                <a:solidFill>
                  <a:srgbClr val="000000"/>
                </a:solidFill>
              </a:defRPr>
            </a:lvl5pPr>
            <a:lvl6pPr lvl="5" rtl="0">
              <a:spcBef>
                <a:spcPts val="0"/>
              </a:spcBef>
              <a:spcAft>
                <a:spcPts val="0"/>
              </a:spcAft>
              <a:buClr>
                <a:srgbClr val="000000"/>
              </a:buClr>
              <a:buSzPts val="1800"/>
              <a:buNone/>
              <a:defRPr sz="1800">
                <a:solidFill>
                  <a:srgbClr val="000000"/>
                </a:solidFill>
              </a:defRPr>
            </a:lvl6pPr>
            <a:lvl7pPr lvl="6" rtl="0">
              <a:spcBef>
                <a:spcPts val="0"/>
              </a:spcBef>
              <a:spcAft>
                <a:spcPts val="0"/>
              </a:spcAft>
              <a:buClr>
                <a:srgbClr val="000000"/>
              </a:buClr>
              <a:buSzPts val="1800"/>
              <a:buNone/>
              <a:defRPr sz="1800">
                <a:solidFill>
                  <a:srgbClr val="000000"/>
                </a:solidFill>
              </a:defRPr>
            </a:lvl7pPr>
            <a:lvl8pPr lvl="7" rtl="0">
              <a:spcBef>
                <a:spcPts val="0"/>
              </a:spcBef>
              <a:spcAft>
                <a:spcPts val="0"/>
              </a:spcAft>
              <a:buClr>
                <a:srgbClr val="000000"/>
              </a:buClr>
              <a:buSzPts val="1800"/>
              <a:buNone/>
              <a:defRPr sz="1800">
                <a:solidFill>
                  <a:srgbClr val="000000"/>
                </a:solidFill>
              </a:defRPr>
            </a:lvl8pPr>
            <a:lvl9pPr lvl="8" rtl="0">
              <a:spcBef>
                <a:spcPts val="0"/>
              </a:spcBef>
              <a:spcAft>
                <a:spcPts val="0"/>
              </a:spcAft>
              <a:buClr>
                <a:srgbClr val="000000"/>
              </a:buClr>
              <a:buSzPts val="1800"/>
              <a:buNone/>
              <a:defRPr sz="1800">
                <a:solidFill>
                  <a:srgbClr val="000000"/>
                </a:solidFill>
              </a:defRPr>
            </a:lvl9pPr>
          </a:lstStyle>
          <a:p>
            <a:endParaRPr/>
          </a:p>
        </p:txBody>
      </p:sp>
      <p:sp>
        <p:nvSpPr>
          <p:cNvPr id="1541" name="Google Shape;1541;p18"/>
          <p:cNvSpPr txBox="1">
            <a:spLocks noGrp="1"/>
          </p:cNvSpPr>
          <p:nvPr>
            <p:ph type="subTitle" idx="7"/>
          </p:nvPr>
        </p:nvSpPr>
        <p:spPr>
          <a:xfrm>
            <a:off x="1499616" y="4018134"/>
            <a:ext cx="2331600" cy="57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000000"/>
              </a:buClr>
              <a:buSzPts val="1100"/>
              <a:buNone/>
              <a:defRPr sz="1400">
                <a:solidFill>
                  <a:schemeClr val="dk1"/>
                </a:solidFill>
              </a:defRPr>
            </a:lvl1pPr>
            <a:lvl2pPr lvl="1" rtl="0">
              <a:lnSpc>
                <a:spcPct val="100000"/>
              </a:lnSpc>
              <a:spcBef>
                <a:spcPts val="0"/>
              </a:spcBef>
              <a:spcAft>
                <a:spcPts val="0"/>
              </a:spcAft>
              <a:buClr>
                <a:srgbClr val="000000"/>
              </a:buClr>
              <a:buSzPts val="1100"/>
              <a:buNone/>
              <a:defRPr sz="1100">
                <a:solidFill>
                  <a:srgbClr val="000000"/>
                </a:solidFill>
              </a:defRPr>
            </a:lvl2pPr>
            <a:lvl3pPr lvl="2" rtl="0">
              <a:lnSpc>
                <a:spcPct val="100000"/>
              </a:lnSpc>
              <a:spcBef>
                <a:spcPts val="0"/>
              </a:spcBef>
              <a:spcAft>
                <a:spcPts val="0"/>
              </a:spcAft>
              <a:buClr>
                <a:srgbClr val="000000"/>
              </a:buClr>
              <a:buSzPts val="1100"/>
              <a:buNone/>
              <a:defRPr sz="1100">
                <a:solidFill>
                  <a:srgbClr val="000000"/>
                </a:solidFill>
              </a:defRPr>
            </a:lvl3pPr>
            <a:lvl4pPr lvl="3" rtl="0">
              <a:lnSpc>
                <a:spcPct val="100000"/>
              </a:lnSpc>
              <a:spcBef>
                <a:spcPts val="0"/>
              </a:spcBef>
              <a:spcAft>
                <a:spcPts val="0"/>
              </a:spcAft>
              <a:buClr>
                <a:srgbClr val="000000"/>
              </a:buClr>
              <a:buSzPts val="1100"/>
              <a:buNone/>
              <a:defRPr sz="1100">
                <a:solidFill>
                  <a:srgbClr val="000000"/>
                </a:solidFill>
              </a:defRPr>
            </a:lvl4pPr>
            <a:lvl5pPr lvl="4" rtl="0">
              <a:lnSpc>
                <a:spcPct val="100000"/>
              </a:lnSpc>
              <a:spcBef>
                <a:spcPts val="0"/>
              </a:spcBef>
              <a:spcAft>
                <a:spcPts val="0"/>
              </a:spcAft>
              <a:buClr>
                <a:srgbClr val="000000"/>
              </a:buClr>
              <a:buSzPts val="1100"/>
              <a:buNone/>
              <a:defRPr sz="1100">
                <a:solidFill>
                  <a:srgbClr val="000000"/>
                </a:solidFill>
              </a:defRPr>
            </a:lvl5pPr>
            <a:lvl6pPr lvl="5" rtl="0">
              <a:lnSpc>
                <a:spcPct val="100000"/>
              </a:lnSpc>
              <a:spcBef>
                <a:spcPts val="0"/>
              </a:spcBef>
              <a:spcAft>
                <a:spcPts val="0"/>
              </a:spcAft>
              <a:buClr>
                <a:srgbClr val="000000"/>
              </a:buClr>
              <a:buSzPts val="1100"/>
              <a:buNone/>
              <a:defRPr sz="1100">
                <a:solidFill>
                  <a:srgbClr val="000000"/>
                </a:solidFill>
              </a:defRPr>
            </a:lvl6pPr>
            <a:lvl7pPr lvl="6" rtl="0">
              <a:lnSpc>
                <a:spcPct val="100000"/>
              </a:lnSpc>
              <a:spcBef>
                <a:spcPts val="0"/>
              </a:spcBef>
              <a:spcAft>
                <a:spcPts val="0"/>
              </a:spcAft>
              <a:buClr>
                <a:srgbClr val="000000"/>
              </a:buClr>
              <a:buSzPts val="1100"/>
              <a:buNone/>
              <a:defRPr sz="1100">
                <a:solidFill>
                  <a:srgbClr val="000000"/>
                </a:solidFill>
              </a:defRPr>
            </a:lvl7pPr>
            <a:lvl8pPr lvl="7" rtl="0">
              <a:lnSpc>
                <a:spcPct val="100000"/>
              </a:lnSpc>
              <a:spcBef>
                <a:spcPts val="0"/>
              </a:spcBef>
              <a:spcAft>
                <a:spcPts val="0"/>
              </a:spcAft>
              <a:buClr>
                <a:srgbClr val="000000"/>
              </a:buClr>
              <a:buSzPts val="1100"/>
              <a:buNone/>
              <a:defRPr sz="1100">
                <a:solidFill>
                  <a:srgbClr val="000000"/>
                </a:solidFill>
              </a:defRPr>
            </a:lvl8pPr>
            <a:lvl9pPr lvl="8"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1542" name="Google Shape;1542;p18"/>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543" name="Google Shape;1543;p18"/>
          <p:cNvGrpSpPr/>
          <p:nvPr/>
        </p:nvGrpSpPr>
        <p:grpSpPr>
          <a:xfrm>
            <a:off x="4536048" y="-7285"/>
            <a:ext cx="6781559" cy="6151667"/>
            <a:chOff x="3133537" y="-308699"/>
            <a:chExt cx="6010422" cy="5452155"/>
          </a:xfrm>
        </p:grpSpPr>
        <p:sp>
          <p:nvSpPr>
            <p:cNvPr id="1544" name="Google Shape;1544;p18"/>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18"/>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6" name="Google Shape;1546;p18"/>
          <p:cNvSpPr/>
          <p:nvPr/>
        </p:nvSpPr>
        <p:spPr>
          <a:xfrm rot="10800000">
            <a:off x="-20" y="18"/>
            <a:ext cx="1162071" cy="660785"/>
          </a:xfrm>
          <a:custGeom>
            <a:avLst/>
            <a:gdLst/>
            <a:ahLst/>
            <a:cxnLst/>
            <a:rect l="l" t="t" r="r" b="b"/>
            <a:pathLst>
              <a:path w="116586" h="66294" extrusionOk="0">
                <a:moveTo>
                  <a:pt x="116586" y="0"/>
                </a:moveTo>
                <a:lnTo>
                  <a:pt x="0" y="66294"/>
                </a:lnTo>
                <a:lnTo>
                  <a:pt x="116586" y="66294"/>
                </a:lnTo>
                <a:close/>
              </a:path>
            </a:pathLst>
          </a:custGeom>
          <a:solidFill>
            <a:schemeClr val="accent2"/>
          </a:solid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CUSTOM_1">
    <p:spTree>
      <p:nvGrpSpPr>
        <p:cNvPr id="1" name="Shape 1547"/>
        <p:cNvGrpSpPr/>
        <p:nvPr/>
      </p:nvGrpSpPr>
      <p:grpSpPr>
        <a:xfrm>
          <a:off x="0" y="0"/>
          <a:ext cx="0" cy="0"/>
          <a:chOff x="0" y="0"/>
          <a:chExt cx="0" cy="0"/>
        </a:xfrm>
      </p:grpSpPr>
      <p:grpSp>
        <p:nvGrpSpPr>
          <p:cNvPr id="1548" name="Google Shape;1548;p19"/>
          <p:cNvGrpSpPr/>
          <p:nvPr/>
        </p:nvGrpSpPr>
        <p:grpSpPr>
          <a:xfrm>
            <a:off x="-458461" y="-321271"/>
            <a:ext cx="10059175" cy="5791575"/>
            <a:chOff x="-458461" y="-321271"/>
            <a:chExt cx="10059175" cy="5791575"/>
          </a:xfrm>
        </p:grpSpPr>
        <p:grpSp>
          <p:nvGrpSpPr>
            <p:cNvPr id="1549" name="Google Shape;1549;p19"/>
            <p:cNvGrpSpPr/>
            <p:nvPr/>
          </p:nvGrpSpPr>
          <p:grpSpPr>
            <a:xfrm flipH="1">
              <a:off x="-458461" y="-245071"/>
              <a:ext cx="9830575" cy="5715375"/>
              <a:chOff x="-358925" y="-303650"/>
              <a:chExt cx="9830575" cy="5715375"/>
            </a:xfrm>
          </p:grpSpPr>
          <p:cxnSp>
            <p:nvCxnSpPr>
              <p:cNvPr id="1550" name="Google Shape;1550;p19"/>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551" name="Google Shape;1551;p19"/>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552" name="Google Shape;1552;p19"/>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553" name="Google Shape;1553;p19"/>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554" name="Google Shape;1554;p19"/>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555" name="Google Shape;1555;p19"/>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556" name="Google Shape;1556;p19"/>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557" name="Google Shape;1557;p19"/>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558" name="Google Shape;1558;p19"/>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559" name="Google Shape;1559;p19"/>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560" name="Google Shape;1560;p19"/>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561" name="Google Shape;1561;p19"/>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562" name="Google Shape;1562;p19"/>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563" name="Google Shape;1563;p19"/>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564" name="Google Shape;1564;p19"/>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565" name="Google Shape;1565;p19"/>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566" name="Google Shape;1566;p19"/>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567" name="Google Shape;1567;p19"/>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568" name="Google Shape;1568;p19"/>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569" name="Google Shape;1569;p19"/>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570" name="Google Shape;1570;p19"/>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571" name="Google Shape;1571;p19"/>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572" name="Google Shape;1572;p19"/>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573" name="Google Shape;1573;p19"/>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574" name="Google Shape;1574;p19"/>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575" name="Google Shape;1575;p19"/>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576" name="Google Shape;1576;p19"/>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577" name="Google Shape;1577;p19"/>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578" name="Google Shape;1578;p19"/>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579" name="Google Shape;1579;p19"/>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580" name="Google Shape;1580;p19"/>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581" name="Google Shape;1581;p19"/>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582" name="Google Shape;1582;p19"/>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583" name="Google Shape;1583;p19"/>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584" name="Google Shape;1584;p19"/>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585" name="Google Shape;1585;p19"/>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586" name="Google Shape;1586;p19"/>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587" name="Google Shape;1587;p19"/>
            <p:cNvGrpSpPr/>
            <p:nvPr/>
          </p:nvGrpSpPr>
          <p:grpSpPr>
            <a:xfrm rot="10800000">
              <a:off x="-229861" y="-321271"/>
              <a:ext cx="9830575" cy="5715375"/>
              <a:chOff x="-358925" y="-303650"/>
              <a:chExt cx="9830575" cy="5715375"/>
            </a:xfrm>
          </p:grpSpPr>
          <p:cxnSp>
            <p:nvCxnSpPr>
              <p:cNvPr id="1588" name="Google Shape;1588;p19"/>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589" name="Google Shape;1589;p19"/>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590" name="Google Shape;1590;p19"/>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591" name="Google Shape;1591;p19"/>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592" name="Google Shape;1592;p19"/>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593" name="Google Shape;1593;p19"/>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594" name="Google Shape;1594;p19"/>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595" name="Google Shape;1595;p19"/>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596" name="Google Shape;1596;p19"/>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597" name="Google Shape;1597;p19"/>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598" name="Google Shape;1598;p19"/>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599" name="Google Shape;1599;p19"/>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600" name="Google Shape;1600;p19"/>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601" name="Google Shape;1601;p19"/>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602" name="Google Shape;1602;p19"/>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603" name="Google Shape;1603;p19"/>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604" name="Google Shape;1604;p19"/>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605" name="Google Shape;1605;p19"/>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606" name="Google Shape;1606;p19"/>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607" name="Google Shape;1607;p19"/>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608" name="Google Shape;1608;p19"/>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609" name="Google Shape;1609;p19"/>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610" name="Google Shape;1610;p19"/>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611" name="Google Shape;1611;p19"/>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612" name="Google Shape;1612;p19"/>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613" name="Google Shape;1613;p19"/>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614" name="Google Shape;1614;p19"/>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615" name="Google Shape;1615;p19"/>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616" name="Google Shape;1616;p19"/>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617" name="Google Shape;1617;p19"/>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618" name="Google Shape;1618;p19"/>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619" name="Google Shape;1619;p19"/>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620" name="Google Shape;1620;p19"/>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621" name="Google Shape;1621;p19"/>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622" name="Google Shape;1622;p19"/>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623" name="Google Shape;1623;p19"/>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624" name="Google Shape;1624;p19"/>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625" name="Google Shape;1625;p1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26" name="Google Shape;1626;p19"/>
          <p:cNvSpPr txBox="1">
            <a:spLocks noGrp="1"/>
          </p:cNvSpPr>
          <p:nvPr>
            <p:ph type="title" idx="2"/>
          </p:nvPr>
        </p:nvSpPr>
        <p:spPr>
          <a:xfrm>
            <a:off x="1101175" y="1776925"/>
            <a:ext cx="19860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1800"/>
              <a:buFont typeface="Questrial"/>
              <a:buNone/>
              <a:defRPr sz="1800">
                <a:latin typeface="Questrial"/>
                <a:ea typeface="Questrial"/>
                <a:cs typeface="Questrial"/>
                <a:sym typeface="Questrial"/>
              </a:defRPr>
            </a:lvl2pPr>
            <a:lvl3pPr lvl="2" algn="ctr" rtl="0">
              <a:spcBef>
                <a:spcPts val="0"/>
              </a:spcBef>
              <a:spcAft>
                <a:spcPts val="0"/>
              </a:spcAft>
              <a:buSzPts val="1800"/>
              <a:buFont typeface="Questrial"/>
              <a:buNone/>
              <a:defRPr sz="1800">
                <a:latin typeface="Questrial"/>
                <a:ea typeface="Questrial"/>
                <a:cs typeface="Questrial"/>
                <a:sym typeface="Questrial"/>
              </a:defRPr>
            </a:lvl3pPr>
            <a:lvl4pPr lvl="3" algn="ctr" rtl="0">
              <a:spcBef>
                <a:spcPts val="0"/>
              </a:spcBef>
              <a:spcAft>
                <a:spcPts val="0"/>
              </a:spcAft>
              <a:buSzPts val="1800"/>
              <a:buFont typeface="Questrial"/>
              <a:buNone/>
              <a:defRPr sz="1800">
                <a:latin typeface="Questrial"/>
                <a:ea typeface="Questrial"/>
                <a:cs typeface="Questrial"/>
                <a:sym typeface="Questrial"/>
              </a:defRPr>
            </a:lvl4pPr>
            <a:lvl5pPr lvl="4" algn="ctr" rtl="0">
              <a:spcBef>
                <a:spcPts val="0"/>
              </a:spcBef>
              <a:spcAft>
                <a:spcPts val="0"/>
              </a:spcAft>
              <a:buSzPts val="1800"/>
              <a:buFont typeface="Questrial"/>
              <a:buNone/>
              <a:defRPr sz="1800">
                <a:latin typeface="Questrial"/>
                <a:ea typeface="Questrial"/>
                <a:cs typeface="Questrial"/>
                <a:sym typeface="Questrial"/>
              </a:defRPr>
            </a:lvl5pPr>
            <a:lvl6pPr lvl="5" algn="ctr" rtl="0">
              <a:spcBef>
                <a:spcPts val="0"/>
              </a:spcBef>
              <a:spcAft>
                <a:spcPts val="0"/>
              </a:spcAft>
              <a:buSzPts val="1800"/>
              <a:buFont typeface="Questrial"/>
              <a:buNone/>
              <a:defRPr sz="1800">
                <a:latin typeface="Questrial"/>
                <a:ea typeface="Questrial"/>
                <a:cs typeface="Questrial"/>
                <a:sym typeface="Questrial"/>
              </a:defRPr>
            </a:lvl6pPr>
            <a:lvl7pPr lvl="6" algn="ctr" rtl="0">
              <a:spcBef>
                <a:spcPts val="0"/>
              </a:spcBef>
              <a:spcAft>
                <a:spcPts val="0"/>
              </a:spcAft>
              <a:buSzPts val="1800"/>
              <a:buFont typeface="Questrial"/>
              <a:buNone/>
              <a:defRPr sz="1800">
                <a:latin typeface="Questrial"/>
                <a:ea typeface="Questrial"/>
                <a:cs typeface="Questrial"/>
                <a:sym typeface="Questrial"/>
              </a:defRPr>
            </a:lvl7pPr>
            <a:lvl8pPr lvl="7" algn="ctr" rtl="0">
              <a:spcBef>
                <a:spcPts val="0"/>
              </a:spcBef>
              <a:spcAft>
                <a:spcPts val="0"/>
              </a:spcAft>
              <a:buSzPts val="1800"/>
              <a:buFont typeface="Questrial"/>
              <a:buNone/>
              <a:defRPr sz="1800">
                <a:latin typeface="Questrial"/>
                <a:ea typeface="Questrial"/>
                <a:cs typeface="Questrial"/>
                <a:sym typeface="Questrial"/>
              </a:defRPr>
            </a:lvl8pPr>
            <a:lvl9pPr lvl="8" algn="ctr" rtl="0">
              <a:spcBef>
                <a:spcPts val="0"/>
              </a:spcBef>
              <a:spcAft>
                <a:spcPts val="0"/>
              </a:spcAft>
              <a:buSzPts val="1800"/>
              <a:buFont typeface="Questrial"/>
              <a:buNone/>
              <a:defRPr sz="1800">
                <a:latin typeface="Questrial"/>
                <a:ea typeface="Questrial"/>
                <a:cs typeface="Questrial"/>
                <a:sym typeface="Questrial"/>
              </a:defRPr>
            </a:lvl9pPr>
          </a:lstStyle>
          <a:p>
            <a:endParaRPr/>
          </a:p>
        </p:txBody>
      </p:sp>
      <p:sp>
        <p:nvSpPr>
          <p:cNvPr id="1627" name="Google Shape;1627;p19"/>
          <p:cNvSpPr txBox="1">
            <a:spLocks noGrp="1"/>
          </p:cNvSpPr>
          <p:nvPr>
            <p:ph type="subTitle" idx="1"/>
          </p:nvPr>
        </p:nvSpPr>
        <p:spPr>
          <a:xfrm>
            <a:off x="1101175" y="236345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28" name="Google Shape;1628;p19"/>
          <p:cNvSpPr txBox="1">
            <a:spLocks noGrp="1"/>
          </p:cNvSpPr>
          <p:nvPr>
            <p:ph type="title" idx="3"/>
          </p:nvPr>
        </p:nvSpPr>
        <p:spPr>
          <a:xfrm>
            <a:off x="3578948" y="1776925"/>
            <a:ext cx="19860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1800"/>
              <a:buFont typeface="Questrial"/>
              <a:buNone/>
              <a:defRPr sz="1800">
                <a:latin typeface="Questrial"/>
                <a:ea typeface="Questrial"/>
                <a:cs typeface="Questrial"/>
                <a:sym typeface="Questrial"/>
              </a:defRPr>
            </a:lvl2pPr>
            <a:lvl3pPr lvl="2" algn="ctr" rtl="0">
              <a:spcBef>
                <a:spcPts val="0"/>
              </a:spcBef>
              <a:spcAft>
                <a:spcPts val="0"/>
              </a:spcAft>
              <a:buSzPts val="1800"/>
              <a:buFont typeface="Questrial"/>
              <a:buNone/>
              <a:defRPr sz="1800">
                <a:latin typeface="Questrial"/>
                <a:ea typeface="Questrial"/>
                <a:cs typeface="Questrial"/>
                <a:sym typeface="Questrial"/>
              </a:defRPr>
            </a:lvl3pPr>
            <a:lvl4pPr lvl="3" algn="ctr" rtl="0">
              <a:spcBef>
                <a:spcPts val="0"/>
              </a:spcBef>
              <a:spcAft>
                <a:spcPts val="0"/>
              </a:spcAft>
              <a:buSzPts val="1800"/>
              <a:buFont typeface="Questrial"/>
              <a:buNone/>
              <a:defRPr sz="1800">
                <a:latin typeface="Questrial"/>
                <a:ea typeface="Questrial"/>
                <a:cs typeface="Questrial"/>
                <a:sym typeface="Questrial"/>
              </a:defRPr>
            </a:lvl4pPr>
            <a:lvl5pPr lvl="4" algn="ctr" rtl="0">
              <a:spcBef>
                <a:spcPts val="0"/>
              </a:spcBef>
              <a:spcAft>
                <a:spcPts val="0"/>
              </a:spcAft>
              <a:buSzPts val="1800"/>
              <a:buFont typeface="Questrial"/>
              <a:buNone/>
              <a:defRPr sz="1800">
                <a:latin typeface="Questrial"/>
                <a:ea typeface="Questrial"/>
                <a:cs typeface="Questrial"/>
                <a:sym typeface="Questrial"/>
              </a:defRPr>
            </a:lvl5pPr>
            <a:lvl6pPr lvl="5" algn="ctr" rtl="0">
              <a:spcBef>
                <a:spcPts val="0"/>
              </a:spcBef>
              <a:spcAft>
                <a:spcPts val="0"/>
              </a:spcAft>
              <a:buSzPts val="1800"/>
              <a:buFont typeface="Questrial"/>
              <a:buNone/>
              <a:defRPr sz="1800">
                <a:latin typeface="Questrial"/>
                <a:ea typeface="Questrial"/>
                <a:cs typeface="Questrial"/>
                <a:sym typeface="Questrial"/>
              </a:defRPr>
            </a:lvl6pPr>
            <a:lvl7pPr lvl="6" algn="ctr" rtl="0">
              <a:spcBef>
                <a:spcPts val="0"/>
              </a:spcBef>
              <a:spcAft>
                <a:spcPts val="0"/>
              </a:spcAft>
              <a:buSzPts val="1800"/>
              <a:buFont typeface="Questrial"/>
              <a:buNone/>
              <a:defRPr sz="1800">
                <a:latin typeface="Questrial"/>
                <a:ea typeface="Questrial"/>
                <a:cs typeface="Questrial"/>
                <a:sym typeface="Questrial"/>
              </a:defRPr>
            </a:lvl7pPr>
            <a:lvl8pPr lvl="7" algn="ctr" rtl="0">
              <a:spcBef>
                <a:spcPts val="0"/>
              </a:spcBef>
              <a:spcAft>
                <a:spcPts val="0"/>
              </a:spcAft>
              <a:buSzPts val="1800"/>
              <a:buFont typeface="Questrial"/>
              <a:buNone/>
              <a:defRPr sz="1800">
                <a:latin typeface="Questrial"/>
                <a:ea typeface="Questrial"/>
                <a:cs typeface="Questrial"/>
                <a:sym typeface="Questrial"/>
              </a:defRPr>
            </a:lvl8pPr>
            <a:lvl9pPr lvl="8" algn="ctr" rtl="0">
              <a:spcBef>
                <a:spcPts val="0"/>
              </a:spcBef>
              <a:spcAft>
                <a:spcPts val="0"/>
              </a:spcAft>
              <a:buSzPts val="1800"/>
              <a:buFont typeface="Questrial"/>
              <a:buNone/>
              <a:defRPr sz="1800">
                <a:latin typeface="Questrial"/>
                <a:ea typeface="Questrial"/>
                <a:cs typeface="Questrial"/>
                <a:sym typeface="Questrial"/>
              </a:defRPr>
            </a:lvl9pPr>
          </a:lstStyle>
          <a:p>
            <a:endParaRPr/>
          </a:p>
        </p:txBody>
      </p:sp>
      <p:sp>
        <p:nvSpPr>
          <p:cNvPr id="1629" name="Google Shape;1629;p19"/>
          <p:cNvSpPr txBox="1">
            <a:spLocks noGrp="1"/>
          </p:cNvSpPr>
          <p:nvPr>
            <p:ph type="subTitle" idx="4"/>
          </p:nvPr>
        </p:nvSpPr>
        <p:spPr>
          <a:xfrm>
            <a:off x="3578948" y="236345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30" name="Google Shape;1630;p19"/>
          <p:cNvSpPr txBox="1">
            <a:spLocks noGrp="1"/>
          </p:cNvSpPr>
          <p:nvPr>
            <p:ph type="title" idx="5"/>
          </p:nvPr>
        </p:nvSpPr>
        <p:spPr>
          <a:xfrm>
            <a:off x="1101175" y="3537175"/>
            <a:ext cx="19860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1800"/>
              <a:buFont typeface="Questrial"/>
              <a:buNone/>
              <a:defRPr sz="1800">
                <a:latin typeface="Questrial"/>
                <a:ea typeface="Questrial"/>
                <a:cs typeface="Questrial"/>
                <a:sym typeface="Questrial"/>
              </a:defRPr>
            </a:lvl2pPr>
            <a:lvl3pPr lvl="2" algn="ctr" rtl="0">
              <a:spcBef>
                <a:spcPts val="0"/>
              </a:spcBef>
              <a:spcAft>
                <a:spcPts val="0"/>
              </a:spcAft>
              <a:buSzPts val="1800"/>
              <a:buFont typeface="Questrial"/>
              <a:buNone/>
              <a:defRPr sz="1800">
                <a:latin typeface="Questrial"/>
                <a:ea typeface="Questrial"/>
                <a:cs typeface="Questrial"/>
                <a:sym typeface="Questrial"/>
              </a:defRPr>
            </a:lvl3pPr>
            <a:lvl4pPr lvl="3" algn="ctr" rtl="0">
              <a:spcBef>
                <a:spcPts val="0"/>
              </a:spcBef>
              <a:spcAft>
                <a:spcPts val="0"/>
              </a:spcAft>
              <a:buSzPts val="1800"/>
              <a:buFont typeface="Questrial"/>
              <a:buNone/>
              <a:defRPr sz="1800">
                <a:latin typeface="Questrial"/>
                <a:ea typeface="Questrial"/>
                <a:cs typeface="Questrial"/>
                <a:sym typeface="Questrial"/>
              </a:defRPr>
            </a:lvl4pPr>
            <a:lvl5pPr lvl="4" algn="ctr" rtl="0">
              <a:spcBef>
                <a:spcPts val="0"/>
              </a:spcBef>
              <a:spcAft>
                <a:spcPts val="0"/>
              </a:spcAft>
              <a:buSzPts val="1800"/>
              <a:buFont typeface="Questrial"/>
              <a:buNone/>
              <a:defRPr sz="1800">
                <a:latin typeface="Questrial"/>
                <a:ea typeface="Questrial"/>
                <a:cs typeface="Questrial"/>
                <a:sym typeface="Questrial"/>
              </a:defRPr>
            </a:lvl5pPr>
            <a:lvl6pPr lvl="5" algn="ctr" rtl="0">
              <a:spcBef>
                <a:spcPts val="0"/>
              </a:spcBef>
              <a:spcAft>
                <a:spcPts val="0"/>
              </a:spcAft>
              <a:buSzPts val="1800"/>
              <a:buFont typeface="Questrial"/>
              <a:buNone/>
              <a:defRPr sz="1800">
                <a:latin typeface="Questrial"/>
                <a:ea typeface="Questrial"/>
                <a:cs typeface="Questrial"/>
                <a:sym typeface="Questrial"/>
              </a:defRPr>
            </a:lvl6pPr>
            <a:lvl7pPr lvl="6" algn="ctr" rtl="0">
              <a:spcBef>
                <a:spcPts val="0"/>
              </a:spcBef>
              <a:spcAft>
                <a:spcPts val="0"/>
              </a:spcAft>
              <a:buSzPts val="1800"/>
              <a:buFont typeface="Questrial"/>
              <a:buNone/>
              <a:defRPr sz="1800">
                <a:latin typeface="Questrial"/>
                <a:ea typeface="Questrial"/>
                <a:cs typeface="Questrial"/>
                <a:sym typeface="Questrial"/>
              </a:defRPr>
            </a:lvl7pPr>
            <a:lvl8pPr lvl="7" algn="ctr" rtl="0">
              <a:spcBef>
                <a:spcPts val="0"/>
              </a:spcBef>
              <a:spcAft>
                <a:spcPts val="0"/>
              </a:spcAft>
              <a:buSzPts val="1800"/>
              <a:buFont typeface="Questrial"/>
              <a:buNone/>
              <a:defRPr sz="1800">
                <a:latin typeface="Questrial"/>
                <a:ea typeface="Questrial"/>
                <a:cs typeface="Questrial"/>
                <a:sym typeface="Questrial"/>
              </a:defRPr>
            </a:lvl8pPr>
            <a:lvl9pPr lvl="8" algn="ctr" rtl="0">
              <a:spcBef>
                <a:spcPts val="0"/>
              </a:spcBef>
              <a:spcAft>
                <a:spcPts val="0"/>
              </a:spcAft>
              <a:buSzPts val="1800"/>
              <a:buFont typeface="Questrial"/>
              <a:buNone/>
              <a:defRPr sz="1800">
                <a:latin typeface="Questrial"/>
                <a:ea typeface="Questrial"/>
                <a:cs typeface="Questrial"/>
                <a:sym typeface="Questrial"/>
              </a:defRPr>
            </a:lvl9pPr>
          </a:lstStyle>
          <a:p>
            <a:endParaRPr/>
          </a:p>
        </p:txBody>
      </p:sp>
      <p:sp>
        <p:nvSpPr>
          <p:cNvPr id="1631" name="Google Shape;1631;p19"/>
          <p:cNvSpPr txBox="1">
            <a:spLocks noGrp="1"/>
          </p:cNvSpPr>
          <p:nvPr>
            <p:ph type="subTitle" idx="6"/>
          </p:nvPr>
        </p:nvSpPr>
        <p:spPr>
          <a:xfrm>
            <a:off x="1101175" y="412370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32" name="Google Shape;1632;p19"/>
          <p:cNvSpPr txBox="1">
            <a:spLocks noGrp="1"/>
          </p:cNvSpPr>
          <p:nvPr>
            <p:ph type="title" idx="7"/>
          </p:nvPr>
        </p:nvSpPr>
        <p:spPr>
          <a:xfrm>
            <a:off x="3578948" y="3537175"/>
            <a:ext cx="19860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1800"/>
              <a:buFont typeface="Questrial"/>
              <a:buNone/>
              <a:defRPr sz="1800">
                <a:latin typeface="Questrial"/>
                <a:ea typeface="Questrial"/>
                <a:cs typeface="Questrial"/>
                <a:sym typeface="Questrial"/>
              </a:defRPr>
            </a:lvl2pPr>
            <a:lvl3pPr lvl="2" algn="ctr" rtl="0">
              <a:spcBef>
                <a:spcPts val="0"/>
              </a:spcBef>
              <a:spcAft>
                <a:spcPts val="0"/>
              </a:spcAft>
              <a:buSzPts val="1800"/>
              <a:buFont typeface="Questrial"/>
              <a:buNone/>
              <a:defRPr sz="1800">
                <a:latin typeface="Questrial"/>
                <a:ea typeface="Questrial"/>
                <a:cs typeface="Questrial"/>
                <a:sym typeface="Questrial"/>
              </a:defRPr>
            </a:lvl3pPr>
            <a:lvl4pPr lvl="3" algn="ctr" rtl="0">
              <a:spcBef>
                <a:spcPts val="0"/>
              </a:spcBef>
              <a:spcAft>
                <a:spcPts val="0"/>
              </a:spcAft>
              <a:buSzPts val="1800"/>
              <a:buFont typeface="Questrial"/>
              <a:buNone/>
              <a:defRPr sz="1800">
                <a:latin typeface="Questrial"/>
                <a:ea typeface="Questrial"/>
                <a:cs typeface="Questrial"/>
                <a:sym typeface="Questrial"/>
              </a:defRPr>
            </a:lvl4pPr>
            <a:lvl5pPr lvl="4" algn="ctr" rtl="0">
              <a:spcBef>
                <a:spcPts val="0"/>
              </a:spcBef>
              <a:spcAft>
                <a:spcPts val="0"/>
              </a:spcAft>
              <a:buSzPts val="1800"/>
              <a:buFont typeface="Questrial"/>
              <a:buNone/>
              <a:defRPr sz="1800">
                <a:latin typeface="Questrial"/>
                <a:ea typeface="Questrial"/>
                <a:cs typeface="Questrial"/>
                <a:sym typeface="Questrial"/>
              </a:defRPr>
            </a:lvl5pPr>
            <a:lvl6pPr lvl="5" algn="ctr" rtl="0">
              <a:spcBef>
                <a:spcPts val="0"/>
              </a:spcBef>
              <a:spcAft>
                <a:spcPts val="0"/>
              </a:spcAft>
              <a:buSzPts val="1800"/>
              <a:buFont typeface="Questrial"/>
              <a:buNone/>
              <a:defRPr sz="1800">
                <a:latin typeface="Questrial"/>
                <a:ea typeface="Questrial"/>
                <a:cs typeface="Questrial"/>
                <a:sym typeface="Questrial"/>
              </a:defRPr>
            </a:lvl6pPr>
            <a:lvl7pPr lvl="6" algn="ctr" rtl="0">
              <a:spcBef>
                <a:spcPts val="0"/>
              </a:spcBef>
              <a:spcAft>
                <a:spcPts val="0"/>
              </a:spcAft>
              <a:buSzPts val="1800"/>
              <a:buFont typeface="Questrial"/>
              <a:buNone/>
              <a:defRPr sz="1800">
                <a:latin typeface="Questrial"/>
                <a:ea typeface="Questrial"/>
                <a:cs typeface="Questrial"/>
                <a:sym typeface="Questrial"/>
              </a:defRPr>
            </a:lvl7pPr>
            <a:lvl8pPr lvl="7" algn="ctr" rtl="0">
              <a:spcBef>
                <a:spcPts val="0"/>
              </a:spcBef>
              <a:spcAft>
                <a:spcPts val="0"/>
              </a:spcAft>
              <a:buSzPts val="1800"/>
              <a:buFont typeface="Questrial"/>
              <a:buNone/>
              <a:defRPr sz="1800">
                <a:latin typeface="Questrial"/>
                <a:ea typeface="Questrial"/>
                <a:cs typeface="Questrial"/>
                <a:sym typeface="Questrial"/>
              </a:defRPr>
            </a:lvl8pPr>
            <a:lvl9pPr lvl="8" algn="ctr" rtl="0">
              <a:spcBef>
                <a:spcPts val="0"/>
              </a:spcBef>
              <a:spcAft>
                <a:spcPts val="0"/>
              </a:spcAft>
              <a:buSzPts val="1800"/>
              <a:buFont typeface="Questrial"/>
              <a:buNone/>
              <a:defRPr sz="1800">
                <a:latin typeface="Questrial"/>
                <a:ea typeface="Questrial"/>
                <a:cs typeface="Questrial"/>
                <a:sym typeface="Questrial"/>
              </a:defRPr>
            </a:lvl9pPr>
          </a:lstStyle>
          <a:p>
            <a:endParaRPr/>
          </a:p>
        </p:txBody>
      </p:sp>
      <p:sp>
        <p:nvSpPr>
          <p:cNvPr id="1633" name="Google Shape;1633;p19"/>
          <p:cNvSpPr txBox="1">
            <a:spLocks noGrp="1"/>
          </p:cNvSpPr>
          <p:nvPr>
            <p:ph type="subTitle" idx="8"/>
          </p:nvPr>
        </p:nvSpPr>
        <p:spPr>
          <a:xfrm>
            <a:off x="3578948" y="412370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34" name="Google Shape;1634;p19"/>
          <p:cNvSpPr txBox="1">
            <a:spLocks noGrp="1"/>
          </p:cNvSpPr>
          <p:nvPr>
            <p:ph type="title" idx="9"/>
          </p:nvPr>
        </p:nvSpPr>
        <p:spPr>
          <a:xfrm>
            <a:off x="6056727" y="1776925"/>
            <a:ext cx="19860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1800"/>
              <a:buFont typeface="Questrial"/>
              <a:buNone/>
              <a:defRPr sz="1800">
                <a:latin typeface="Questrial"/>
                <a:ea typeface="Questrial"/>
                <a:cs typeface="Questrial"/>
                <a:sym typeface="Questrial"/>
              </a:defRPr>
            </a:lvl2pPr>
            <a:lvl3pPr lvl="2" algn="ctr" rtl="0">
              <a:spcBef>
                <a:spcPts val="0"/>
              </a:spcBef>
              <a:spcAft>
                <a:spcPts val="0"/>
              </a:spcAft>
              <a:buSzPts val="1800"/>
              <a:buFont typeface="Questrial"/>
              <a:buNone/>
              <a:defRPr sz="1800">
                <a:latin typeface="Questrial"/>
                <a:ea typeface="Questrial"/>
                <a:cs typeface="Questrial"/>
                <a:sym typeface="Questrial"/>
              </a:defRPr>
            </a:lvl3pPr>
            <a:lvl4pPr lvl="3" algn="ctr" rtl="0">
              <a:spcBef>
                <a:spcPts val="0"/>
              </a:spcBef>
              <a:spcAft>
                <a:spcPts val="0"/>
              </a:spcAft>
              <a:buSzPts val="1800"/>
              <a:buFont typeface="Questrial"/>
              <a:buNone/>
              <a:defRPr sz="1800">
                <a:latin typeface="Questrial"/>
                <a:ea typeface="Questrial"/>
                <a:cs typeface="Questrial"/>
                <a:sym typeface="Questrial"/>
              </a:defRPr>
            </a:lvl4pPr>
            <a:lvl5pPr lvl="4" algn="ctr" rtl="0">
              <a:spcBef>
                <a:spcPts val="0"/>
              </a:spcBef>
              <a:spcAft>
                <a:spcPts val="0"/>
              </a:spcAft>
              <a:buSzPts val="1800"/>
              <a:buFont typeface="Questrial"/>
              <a:buNone/>
              <a:defRPr sz="1800">
                <a:latin typeface="Questrial"/>
                <a:ea typeface="Questrial"/>
                <a:cs typeface="Questrial"/>
                <a:sym typeface="Questrial"/>
              </a:defRPr>
            </a:lvl5pPr>
            <a:lvl6pPr lvl="5" algn="ctr" rtl="0">
              <a:spcBef>
                <a:spcPts val="0"/>
              </a:spcBef>
              <a:spcAft>
                <a:spcPts val="0"/>
              </a:spcAft>
              <a:buSzPts val="1800"/>
              <a:buFont typeface="Questrial"/>
              <a:buNone/>
              <a:defRPr sz="1800">
                <a:latin typeface="Questrial"/>
                <a:ea typeface="Questrial"/>
                <a:cs typeface="Questrial"/>
                <a:sym typeface="Questrial"/>
              </a:defRPr>
            </a:lvl6pPr>
            <a:lvl7pPr lvl="6" algn="ctr" rtl="0">
              <a:spcBef>
                <a:spcPts val="0"/>
              </a:spcBef>
              <a:spcAft>
                <a:spcPts val="0"/>
              </a:spcAft>
              <a:buSzPts val="1800"/>
              <a:buFont typeface="Questrial"/>
              <a:buNone/>
              <a:defRPr sz="1800">
                <a:latin typeface="Questrial"/>
                <a:ea typeface="Questrial"/>
                <a:cs typeface="Questrial"/>
                <a:sym typeface="Questrial"/>
              </a:defRPr>
            </a:lvl7pPr>
            <a:lvl8pPr lvl="7" algn="ctr" rtl="0">
              <a:spcBef>
                <a:spcPts val="0"/>
              </a:spcBef>
              <a:spcAft>
                <a:spcPts val="0"/>
              </a:spcAft>
              <a:buSzPts val="1800"/>
              <a:buFont typeface="Questrial"/>
              <a:buNone/>
              <a:defRPr sz="1800">
                <a:latin typeface="Questrial"/>
                <a:ea typeface="Questrial"/>
                <a:cs typeface="Questrial"/>
                <a:sym typeface="Questrial"/>
              </a:defRPr>
            </a:lvl8pPr>
            <a:lvl9pPr lvl="8" algn="ctr" rtl="0">
              <a:spcBef>
                <a:spcPts val="0"/>
              </a:spcBef>
              <a:spcAft>
                <a:spcPts val="0"/>
              </a:spcAft>
              <a:buSzPts val="1800"/>
              <a:buFont typeface="Questrial"/>
              <a:buNone/>
              <a:defRPr sz="1800">
                <a:latin typeface="Questrial"/>
                <a:ea typeface="Questrial"/>
                <a:cs typeface="Questrial"/>
                <a:sym typeface="Questrial"/>
              </a:defRPr>
            </a:lvl9pPr>
          </a:lstStyle>
          <a:p>
            <a:endParaRPr/>
          </a:p>
        </p:txBody>
      </p:sp>
      <p:sp>
        <p:nvSpPr>
          <p:cNvPr id="1635" name="Google Shape;1635;p19"/>
          <p:cNvSpPr txBox="1">
            <a:spLocks noGrp="1"/>
          </p:cNvSpPr>
          <p:nvPr>
            <p:ph type="subTitle" idx="13"/>
          </p:nvPr>
        </p:nvSpPr>
        <p:spPr>
          <a:xfrm>
            <a:off x="6056727" y="236345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36" name="Google Shape;1636;p19"/>
          <p:cNvSpPr txBox="1">
            <a:spLocks noGrp="1"/>
          </p:cNvSpPr>
          <p:nvPr>
            <p:ph type="title" idx="14"/>
          </p:nvPr>
        </p:nvSpPr>
        <p:spPr>
          <a:xfrm>
            <a:off x="6056727" y="3537175"/>
            <a:ext cx="19860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1800"/>
              <a:buFont typeface="Questrial"/>
              <a:buNone/>
              <a:defRPr sz="1800">
                <a:latin typeface="Questrial"/>
                <a:ea typeface="Questrial"/>
                <a:cs typeface="Questrial"/>
                <a:sym typeface="Questrial"/>
              </a:defRPr>
            </a:lvl2pPr>
            <a:lvl3pPr lvl="2" algn="ctr" rtl="0">
              <a:spcBef>
                <a:spcPts val="0"/>
              </a:spcBef>
              <a:spcAft>
                <a:spcPts val="0"/>
              </a:spcAft>
              <a:buSzPts val="1800"/>
              <a:buFont typeface="Questrial"/>
              <a:buNone/>
              <a:defRPr sz="1800">
                <a:latin typeface="Questrial"/>
                <a:ea typeface="Questrial"/>
                <a:cs typeface="Questrial"/>
                <a:sym typeface="Questrial"/>
              </a:defRPr>
            </a:lvl3pPr>
            <a:lvl4pPr lvl="3" algn="ctr" rtl="0">
              <a:spcBef>
                <a:spcPts val="0"/>
              </a:spcBef>
              <a:spcAft>
                <a:spcPts val="0"/>
              </a:spcAft>
              <a:buSzPts val="1800"/>
              <a:buFont typeface="Questrial"/>
              <a:buNone/>
              <a:defRPr sz="1800">
                <a:latin typeface="Questrial"/>
                <a:ea typeface="Questrial"/>
                <a:cs typeface="Questrial"/>
                <a:sym typeface="Questrial"/>
              </a:defRPr>
            </a:lvl4pPr>
            <a:lvl5pPr lvl="4" algn="ctr" rtl="0">
              <a:spcBef>
                <a:spcPts val="0"/>
              </a:spcBef>
              <a:spcAft>
                <a:spcPts val="0"/>
              </a:spcAft>
              <a:buSzPts val="1800"/>
              <a:buFont typeface="Questrial"/>
              <a:buNone/>
              <a:defRPr sz="1800">
                <a:latin typeface="Questrial"/>
                <a:ea typeface="Questrial"/>
                <a:cs typeface="Questrial"/>
                <a:sym typeface="Questrial"/>
              </a:defRPr>
            </a:lvl5pPr>
            <a:lvl6pPr lvl="5" algn="ctr" rtl="0">
              <a:spcBef>
                <a:spcPts val="0"/>
              </a:spcBef>
              <a:spcAft>
                <a:spcPts val="0"/>
              </a:spcAft>
              <a:buSzPts val="1800"/>
              <a:buFont typeface="Questrial"/>
              <a:buNone/>
              <a:defRPr sz="1800">
                <a:latin typeface="Questrial"/>
                <a:ea typeface="Questrial"/>
                <a:cs typeface="Questrial"/>
                <a:sym typeface="Questrial"/>
              </a:defRPr>
            </a:lvl6pPr>
            <a:lvl7pPr lvl="6" algn="ctr" rtl="0">
              <a:spcBef>
                <a:spcPts val="0"/>
              </a:spcBef>
              <a:spcAft>
                <a:spcPts val="0"/>
              </a:spcAft>
              <a:buSzPts val="1800"/>
              <a:buFont typeface="Questrial"/>
              <a:buNone/>
              <a:defRPr sz="1800">
                <a:latin typeface="Questrial"/>
                <a:ea typeface="Questrial"/>
                <a:cs typeface="Questrial"/>
                <a:sym typeface="Questrial"/>
              </a:defRPr>
            </a:lvl7pPr>
            <a:lvl8pPr lvl="7" algn="ctr" rtl="0">
              <a:spcBef>
                <a:spcPts val="0"/>
              </a:spcBef>
              <a:spcAft>
                <a:spcPts val="0"/>
              </a:spcAft>
              <a:buSzPts val="1800"/>
              <a:buFont typeface="Questrial"/>
              <a:buNone/>
              <a:defRPr sz="1800">
                <a:latin typeface="Questrial"/>
                <a:ea typeface="Questrial"/>
                <a:cs typeface="Questrial"/>
                <a:sym typeface="Questrial"/>
              </a:defRPr>
            </a:lvl8pPr>
            <a:lvl9pPr lvl="8" algn="ctr" rtl="0">
              <a:spcBef>
                <a:spcPts val="0"/>
              </a:spcBef>
              <a:spcAft>
                <a:spcPts val="0"/>
              </a:spcAft>
              <a:buSzPts val="1800"/>
              <a:buFont typeface="Questrial"/>
              <a:buNone/>
              <a:defRPr sz="1800">
                <a:latin typeface="Questrial"/>
                <a:ea typeface="Questrial"/>
                <a:cs typeface="Questrial"/>
                <a:sym typeface="Questrial"/>
              </a:defRPr>
            </a:lvl9pPr>
          </a:lstStyle>
          <a:p>
            <a:endParaRPr/>
          </a:p>
        </p:txBody>
      </p:sp>
      <p:sp>
        <p:nvSpPr>
          <p:cNvPr id="1637" name="Google Shape;1637;p19"/>
          <p:cNvSpPr txBox="1">
            <a:spLocks noGrp="1"/>
          </p:cNvSpPr>
          <p:nvPr>
            <p:ph type="subTitle" idx="15"/>
          </p:nvPr>
        </p:nvSpPr>
        <p:spPr>
          <a:xfrm>
            <a:off x="6056727" y="412370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1638" name="Google Shape;1638;p19"/>
          <p:cNvGrpSpPr/>
          <p:nvPr/>
        </p:nvGrpSpPr>
        <p:grpSpPr>
          <a:xfrm flipH="1">
            <a:off x="-2822682" y="915773"/>
            <a:ext cx="4017967" cy="3644766"/>
            <a:chOff x="3166062" y="1034326"/>
            <a:chExt cx="6010422" cy="5452155"/>
          </a:xfrm>
        </p:grpSpPr>
        <p:sp>
          <p:nvSpPr>
            <p:cNvPr id="1639" name="Google Shape;1639;p19"/>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19"/>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1" name="Google Shape;1641;p19"/>
          <p:cNvSpPr/>
          <p:nvPr/>
        </p:nvSpPr>
        <p:spPr>
          <a:xfrm rot="10800000" flipH="1">
            <a:off x="8124759" y="-10"/>
            <a:ext cx="1019253" cy="660785"/>
          </a:xfrm>
          <a:custGeom>
            <a:avLst/>
            <a:gdLst/>
            <a:ahLst/>
            <a:cxnLst/>
            <a:rect l="l" t="t" r="r" b="b"/>
            <a:pathLst>
              <a:path w="116586" h="66294" extrusionOk="0">
                <a:moveTo>
                  <a:pt x="116586" y="0"/>
                </a:moveTo>
                <a:lnTo>
                  <a:pt x="0" y="66294"/>
                </a:lnTo>
                <a:lnTo>
                  <a:pt x="116586" y="66294"/>
                </a:lnTo>
                <a:close/>
              </a:path>
            </a:pathLst>
          </a:custGeom>
          <a:solidFill>
            <a:schemeClr val="accent4"/>
          </a:solidFill>
          <a:ln>
            <a:noFill/>
          </a:ln>
        </p:spPr>
      </p:sp>
      <p:grpSp>
        <p:nvGrpSpPr>
          <p:cNvPr id="1642" name="Google Shape;1642;p19"/>
          <p:cNvGrpSpPr/>
          <p:nvPr/>
        </p:nvGrpSpPr>
        <p:grpSpPr>
          <a:xfrm>
            <a:off x="8337791" y="3785511"/>
            <a:ext cx="593164" cy="1161172"/>
            <a:chOff x="4921825" y="870250"/>
            <a:chExt cx="407925" cy="798550"/>
          </a:xfrm>
        </p:grpSpPr>
        <p:sp>
          <p:nvSpPr>
            <p:cNvPr id="1643" name="Google Shape;1643;p19"/>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19"/>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19"/>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19"/>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19"/>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19"/>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19"/>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19"/>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19"/>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19"/>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19"/>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19"/>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19"/>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19"/>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19"/>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19"/>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19"/>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19"/>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19"/>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19"/>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19"/>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19"/>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19"/>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19"/>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19"/>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19"/>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19"/>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19"/>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19"/>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19"/>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1673"/>
        <p:cNvGrpSpPr/>
        <p:nvPr/>
      </p:nvGrpSpPr>
      <p:grpSpPr>
        <a:xfrm>
          <a:off x="0" y="0"/>
          <a:ext cx="0" cy="0"/>
          <a:chOff x="0" y="0"/>
          <a:chExt cx="0" cy="0"/>
        </a:xfrm>
      </p:grpSpPr>
      <p:grpSp>
        <p:nvGrpSpPr>
          <p:cNvPr id="1674" name="Google Shape;1674;p20"/>
          <p:cNvGrpSpPr/>
          <p:nvPr/>
        </p:nvGrpSpPr>
        <p:grpSpPr>
          <a:xfrm>
            <a:off x="-458461" y="-321271"/>
            <a:ext cx="10059175" cy="5791575"/>
            <a:chOff x="-458461" y="-321271"/>
            <a:chExt cx="10059175" cy="5791575"/>
          </a:xfrm>
        </p:grpSpPr>
        <p:grpSp>
          <p:nvGrpSpPr>
            <p:cNvPr id="1675" name="Google Shape;1675;p20"/>
            <p:cNvGrpSpPr/>
            <p:nvPr/>
          </p:nvGrpSpPr>
          <p:grpSpPr>
            <a:xfrm flipH="1">
              <a:off x="-458461" y="-245071"/>
              <a:ext cx="9830575" cy="5715375"/>
              <a:chOff x="-358925" y="-303650"/>
              <a:chExt cx="9830575" cy="5715375"/>
            </a:xfrm>
          </p:grpSpPr>
          <p:cxnSp>
            <p:nvCxnSpPr>
              <p:cNvPr id="1676" name="Google Shape;1676;p20"/>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677" name="Google Shape;1677;p20"/>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678" name="Google Shape;1678;p20"/>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679" name="Google Shape;1679;p20"/>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680" name="Google Shape;1680;p20"/>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681" name="Google Shape;1681;p20"/>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682" name="Google Shape;1682;p20"/>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683" name="Google Shape;1683;p20"/>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684" name="Google Shape;1684;p20"/>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685" name="Google Shape;1685;p20"/>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686" name="Google Shape;1686;p20"/>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687" name="Google Shape;1687;p20"/>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688" name="Google Shape;1688;p20"/>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689" name="Google Shape;1689;p20"/>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690" name="Google Shape;1690;p20"/>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691" name="Google Shape;1691;p20"/>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692" name="Google Shape;1692;p20"/>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693" name="Google Shape;1693;p20"/>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694" name="Google Shape;1694;p20"/>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695" name="Google Shape;1695;p20"/>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696" name="Google Shape;1696;p20"/>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697" name="Google Shape;1697;p20"/>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698" name="Google Shape;1698;p20"/>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699" name="Google Shape;1699;p20"/>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700" name="Google Shape;1700;p20"/>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701" name="Google Shape;1701;p20"/>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702" name="Google Shape;1702;p20"/>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703" name="Google Shape;1703;p20"/>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704" name="Google Shape;1704;p20"/>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705" name="Google Shape;1705;p20"/>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706" name="Google Shape;1706;p20"/>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707" name="Google Shape;1707;p20"/>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708" name="Google Shape;1708;p20"/>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709" name="Google Shape;1709;p20"/>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710" name="Google Shape;1710;p20"/>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711" name="Google Shape;1711;p20"/>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712" name="Google Shape;1712;p20"/>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713" name="Google Shape;1713;p20"/>
            <p:cNvGrpSpPr/>
            <p:nvPr/>
          </p:nvGrpSpPr>
          <p:grpSpPr>
            <a:xfrm rot="10800000">
              <a:off x="-229861" y="-321271"/>
              <a:ext cx="9830575" cy="5715375"/>
              <a:chOff x="-358925" y="-303650"/>
              <a:chExt cx="9830575" cy="5715375"/>
            </a:xfrm>
          </p:grpSpPr>
          <p:cxnSp>
            <p:nvCxnSpPr>
              <p:cNvPr id="1714" name="Google Shape;1714;p20"/>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715" name="Google Shape;1715;p20"/>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716" name="Google Shape;1716;p20"/>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717" name="Google Shape;1717;p20"/>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718" name="Google Shape;1718;p20"/>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719" name="Google Shape;1719;p20"/>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720" name="Google Shape;1720;p20"/>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721" name="Google Shape;1721;p20"/>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722" name="Google Shape;1722;p20"/>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723" name="Google Shape;1723;p20"/>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724" name="Google Shape;1724;p20"/>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725" name="Google Shape;1725;p20"/>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726" name="Google Shape;1726;p20"/>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727" name="Google Shape;1727;p20"/>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728" name="Google Shape;1728;p20"/>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729" name="Google Shape;1729;p20"/>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730" name="Google Shape;1730;p20"/>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731" name="Google Shape;1731;p20"/>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732" name="Google Shape;1732;p20"/>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733" name="Google Shape;1733;p20"/>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734" name="Google Shape;1734;p20"/>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735" name="Google Shape;1735;p20"/>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736" name="Google Shape;1736;p20"/>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737" name="Google Shape;1737;p20"/>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738" name="Google Shape;1738;p20"/>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739" name="Google Shape;1739;p20"/>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740" name="Google Shape;1740;p20"/>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741" name="Google Shape;1741;p20"/>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742" name="Google Shape;1742;p20"/>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743" name="Google Shape;1743;p20"/>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744" name="Google Shape;1744;p20"/>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745" name="Google Shape;1745;p20"/>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746" name="Google Shape;1746;p20"/>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747" name="Google Shape;1747;p20"/>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748" name="Google Shape;1748;p20"/>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749" name="Google Shape;1749;p20"/>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750" name="Google Shape;1750;p20"/>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1751" name="Google Shape;1751;p20"/>
          <p:cNvSpPr txBox="1">
            <a:spLocks noGrp="1"/>
          </p:cNvSpPr>
          <p:nvPr>
            <p:ph type="ctrTitle"/>
          </p:nvPr>
        </p:nvSpPr>
        <p:spPr>
          <a:xfrm>
            <a:off x="2429950" y="669825"/>
            <a:ext cx="4284000" cy="997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752" name="Google Shape;1752;p20"/>
          <p:cNvSpPr txBox="1">
            <a:spLocks noGrp="1"/>
          </p:cNvSpPr>
          <p:nvPr>
            <p:ph type="subTitle" idx="1"/>
          </p:nvPr>
        </p:nvSpPr>
        <p:spPr>
          <a:xfrm>
            <a:off x="2425075" y="1704550"/>
            <a:ext cx="4293900" cy="118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753" name="Google Shape;1753;p20"/>
          <p:cNvSpPr txBox="1"/>
          <p:nvPr/>
        </p:nvSpPr>
        <p:spPr>
          <a:xfrm>
            <a:off x="1895950" y="3471625"/>
            <a:ext cx="5352000" cy="6156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300"/>
              </a:spcBef>
              <a:spcAft>
                <a:spcPts val="0"/>
              </a:spcAft>
              <a:buNone/>
            </a:pPr>
            <a:r>
              <a:rPr lang="en">
                <a:solidFill>
                  <a:schemeClr val="dk2"/>
                </a:solidFill>
                <a:latin typeface="Abel"/>
                <a:ea typeface="Abel"/>
                <a:cs typeface="Abel"/>
                <a:sym typeface="Abel"/>
              </a:rPr>
              <a:t>CREDITS: This presentation template was created by </a:t>
            </a:r>
            <a:r>
              <a:rPr lang="en" b="1">
                <a:solidFill>
                  <a:schemeClr val="dk2"/>
                </a:solidFill>
                <a:uFill>
                  <a:noFill/>
                </a:uFill>
                <a:latin typeface="Abel"/>
                <a:ea typeface="Abel"/>
                <a:cs typeface="Abel"/>
                <a:sym typeface="Abel"/>
                <a:hlinkClick r:id="rId2">
                  <a:extLst>
                    <a:ext uri="{A12FA001-AC4F-418D-AE19-62706E023703}">
                      <ahyp:hlinkClr xmlns:ahyp="http://schemas.microsoft.com/office/drawing/2018/hyperlinkcolor" val="tx"/>
                    </a:ext>
                  </a:extLst>
                </a:hlinkClick>
              </a:rPr>
              <a:t>Slidesgo</a:t>
            </a:r>
            <a:r>
              <a:rPr lang="en">
                <a:solidFill>
                  <a:schemeClr val="dk2"/>
                </a:solidFill>
                <a:latin typeface="Abel"/>
                <a:ea typeface="Abel"/>
                <a:cs typeface="Abel"/>
                <a:sym typeface="Abel"/>
              </a:rPr>
              <a:t>, and includes icons by </a:t>
            </a:r>
            <a:r>
              <a:rPr lang="en" b="1">
                <a:solidFill>
                  <a:schemeClr val="dk2"/>
                </a:solidFill>
                <a:uFill>
                  <a:noFill/>
                </a:uFill>
                <a:latin typeface="Abel"/>
                <a:ea typeface="Abel"/>
                <a:cs typeface="Abel"/>
                <a:sym typeface="Abel"/>
                <a:hlinkClick r:id="rId3">
                  <a:extLst>
                    <a:ext uri="{A12FA001-AC4F-418D-AE19-62706E023703}">
                      <ahyp:hlinkClr xmlns:ahyp="http://schemas.microsoft.com/office/drawing/2018/hyperlinkcolor" val="tx"/>
                    </a:ext>
                  </a:extLst>
                </a:hlinkClick>
              </a:rPr>
              <a:t>Flaticon</a:t>
            </a:r>
            <a:r>
              <a:rPr lang="en">
                <a:solidFill>
                  <a:schemeClr val="dk2"/>
                </a:solidFill>
                <a:latin typeface="Abel"/>
                <a:ea typeface="Abel"/>
                <a:cs typeface="Abel"/>
                <a:sym typeface="Abel"/>
              </a:rPr>
              <a:t>, and infographics &amp; images by </a:t>
            </a:r>
            <a:r>
              <a:rPr lang="en" b="1">
                <a:solidFill>
                  <a:schemeClr val="dk2"/>
                </a:solidFill>
                <a:uFill>
                  <a:noFill/>
                </a:uFill>
                <a:latin typeface="Abel"/>
                <a:ea typeface="Abel"/>
                <a:cs typeface="Abel"/>
                <a:sym typeface="Abel"/>
                <a:hlinkClick r:id="rId4">
                  <a:extLst>
                    <a:ext uri="{A12FA001-AC4F-418D-AE19-62706E023703}">
                      <ahyp:hlinkClr xmlns:ahyp="http://schemas.microsoft.com/office/drawing/2018/hyperlinkcolor" val="tx"/>
                    </a:ext>
                  </a:extLst>
                </a:hlinkClick>
              </a:rPr>
              <a:t>Freepik</a:t>
            </a:r>
            <a:endParaRPr b="1">
              <a:solidFill>
                <a:schemeClr val="dk2"/>
              </a:solidFill>
              <a:latin typeface="Abel"/>
              <a:ea typeface="Abel"/>
              <a:cs typeface="Abel"/>
              <a:sym typeface="Abel"/>
            </a:endParaRPr>
          </a:p>
        </p:txBody>
      </p:sp>
      <p:grpSp>
        <p:nvGrpSpPr>
          <p:cNvPr id="1754" name="Google Shape;1754;p20"/>
          <p:cNvGrpSpPr/>
          <p:nvPr/>
        </p:nvGrpSpPr>
        <p:grpSpPr>
          <a:xfrm>
            <a:off x="6457759" y="-2146190"/>
            <a:ext cx="6048287" cy="5946120"/>
            <a:chOff x="3133537" y="-308699"/>
            <a:chExt cx="6010422" cy="5452155"/>
          </a:xfrm>
        </p:grpSpPr>
        <p:sp>
          <p:nvSpPr>
            <p:cNvPr id="1755" name="Google Shape;1755;p20"/>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0"/>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 name="Google Shape;1757;p20"/>
          <p:cNvGrpSpPr/>
          <p:nvPr/>
        </p:nvGrpSpPr>
        <p:grpSpPr>
          <a:xfrm flipH="1">
            <a:off x="-3149029" y="-421721"/>
            <a:ext cx="5482707" cy="4973456"/>
            <a:chOff x="3166062" y="1034326"/>
            <a:chExt cx="6010422" cy="5452155"/>
          </a:xfrm>
        </p:grpSpPr>
        <p:sp>
          <p:nvSpPr>
            <p:cNvPr id="1758" name="Google Shape;1758;p20"/>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0"/>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760"/>
        <p:cNvGrpSpPr/>
        <p:nvPr/>
      </p:nvGrpSpPr>
      <p:grpSpPr>
        <a:xfrm>
          <a:off x="0" y="0"/>
          <a:ext cx="0" cy="0"/>
          <a:chOff x="0" y="0"/>
          <a:chExt cx="0" cy="0"/>
        </a:xfrm>
      </p:grpSpPr>
      <p:grpSp>
        <p:nvGrpSpPr>
          <p:cNvPr id="1761" name="Google Shape;1761;p21"/>
          <p:cNvGrpSpPr/>
          <p:nvPr/>
        </p:nvGrpSpPr>
        <p:grpSpPr>
          <a:xfrm>
            <a:off x="-458461" y="-321271"/>
            <a:ext cx="10059175" cy="5791575"/>
            <a:chOff x="-458461" y="-321271"/>
            <a:chExt cx="10059175" cy="5791575"/>
          </a:xfrm>
        </p:grpSpPr>
        <p:grpSp>
          <p:nvGrpSpPr>
            <p:cNvPr id="1762" name="Google Shape;1762;p21"/>
            <p:cNvGrpSpPr/>
            <p:nvPr/>
          </p:nvGrpSpPr>
          <p:grpSpPr>
            <a:xfrm flipH="1">
              <a:off x="-458461" y="-245071"/>
              <a:ext cx="9830575" cy="5715375"/>
              <a:chOff x="-358925" y="-303650"/>
              <a:chExt cx="9830575" cy="5715375"/>
            </a:xfrm>
          </p:grpSpPr>
          <p:cxnSp>
            <p:nvCxnSpPr>
              <p:cNvPr id="1763" name="Google Shape;1763;p21"/>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764" name="Google Shape;1764;p21"/>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765" name="Google Shape;1765;p21"/>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766" name="Google Shape;1766;p21"/>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767" name="Google Shape;1767;p21"/>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768" name="Google Shape;1768;p21"/>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769" name="Google Shape;1769;p21"/>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770" name="Google Shape;1770;p21"/>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771" name="Google Shape;1771;p21"/>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772" name="Google Shape;1772;p21"/>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773" name="Google Shape;1773;p21"/>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774" name="Google Shape;1774;p21"/>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775" name="Google Shape;1775;p21"/>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776" name="Google Shape;1776;p21"/>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777" name="Google Shape;1777;p21"/>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778" name="Google Shape;1778;p21"/>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779" name="Google Shape;1779;p21"/>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780" name="Google Shape;1780;p21"/>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781" name="Google Shape;1781;p21"/>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782" name="Google Shape;1782;p21"/>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783" name="Google Shape;1783;p21"/>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784" name="Google Shape;1784;p21"/>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785" name="Google Shape;1785;p21"/>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786" name="Google Shape;1786;p21"/>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787" name="Google Shape;1787;p21"/>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788" name="Google Shape;1788;p21"/>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789" name="Google Shape;1789;p21"/>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790" name="Google Shape;1790;p21"/>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791" name="Google Shape;1791;p21"/>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792" name="Google Shape;1792;p21"/>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793" name="Google Shape;1793;p21"/>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794" name="Google Shape;1794;p21"/>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795" name="Google Shape;1795;p21"/>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796" name="Google Shape;1796;p21"/>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797" name="Google Shape;1797;p21"/>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798" name="Google Shape;1798;p21"/>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799" name="Google Shape;1799;p21"/>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800" name="Google Shape;1800;p21"/>
            <p:cNvGrpSpPr/>
            <p:nvPr/>
          </p:nvGrpSpPr>
          <p:grpSpPr>
            <a:xfrm rot="10800000">
              <a:off x="-229861" y="-321271"/>
              <a:ext cx="9830575" cy="5715375"/>
              <a:chOff x="-358925" y="-303650"/>
              <a:chExt cx="9830575" cy="5715375"/>
            </a:xfrm>
          </p:grpSpPr>
          <p:cxnSp>
            <p:nvCxnSpPr>
              <p:cNvPr id="1801" name="Google Shape;1801;p21"/>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802" name="Google Shape;1802;p21"/>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803" name="Google Shape;1803;p21"/>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804" name="Google Shape;1804;p21"/>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805" name="Google Shape;1805;p21"/>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806" name="Google Shape;1806;p21"/>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807" name="Google Shape;1807;p21"/>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808" name="Google Shape;1808;p21"/>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809" name="Google Shape;1809;p21"/>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810" name="Google Shape;1810;p21"/>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811" name="Google Shape;1811;p21"/>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812" name="Google Shape;1812;p21"/>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813" name="Google Shape;1813;p21"/>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814" name="Google Shape;1814;p21"/>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815" name="Google Shape;1815;p21"/>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816" name="Google Shape;1816;p21"/>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817" name="Google Shape;1817;p21"/>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818" name="Google Shape;1818;p21"/>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819" name="Google Shape;1819;p21"/>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820" name="Google Shape;1820;p21"/>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821" name="Google Shape;1821;p21"/>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822" name="Google Shape;1822;p21"/>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823" name="Google Shape;1823;p21"/>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824" name="Google Shape;1824;p21"/>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825" name="Google Shape;1825;p21"/>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826" name="Google Shape;1826;p21"/>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827" name="Google Shape;1827;p21"/>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828" name="Google Shape;1828;p21"/>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829" name="Google Shape;1829;p21"/>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830" name="Google Shape;1830;p21"/>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831" name="Google Shape;1831;p21"/>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832" name="Google Shape;1832;p21"/>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833" name="Google Shape;1833;p21"/>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834" name="Google Shape;1834;p21"/>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835" name="Google Shape;1835;p21"/>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836" name="Google Shape;1836;p21"/>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837" name="Google Shape;1837;p21"/>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838" name="Google Shape;1838;p21"/>
          <p:cNvGrpSpPr/>
          <p:nvPr/>
        </p:nvGrpSpPr>
        <p:grpSpPr>
          <a:xfrm flipH="1">
            <a:off x="162750" y="166036"/>
            <a:ext cx="593164" cy="1161172"/>
            <a:chOff x="4921825" y="870250"/>
            <a:chExt cx="407925" cy="798550"/>
          </a:xfrm>
        </p:grpSpPr>
        <p:sp>
          <p:nvSpPr>
            <p:cNvPr id="1839" name="Google Shape;1839;p21"/>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1"/>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1"/>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1"/>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1"/>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1"/>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1"/>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1"/>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1"/>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1"/>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1"/>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1"/>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1"/>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1"/>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1"/>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1"/>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1"/>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1"/>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1"/>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1"/>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1"/>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1"/>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1"/>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1"/>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1"/>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1"/>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1"/>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1"/>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1"/>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1"/>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 name="Google Shape;1869;p21"/>
          <p:cNvGrpSpPr/>
          <p:nvPr/>
        </p:nvGrpSpPr>
        <p:grpSpPr>
          <a:xfrm flipH="1">
            <a:off x="8382825" y="3823636"/>
            <a:ext cx="593164" cy="1161172"/>
            <a:chOff x="4921825" y="870250"/>
            <a:chExt cx="407925" cy="798550"/>
          </a:xfrm>
        </p:grpSpPr>
        <p:sp>
          <p:nvSpPr>
            <p:cNvPr id="1870" name="Google Shape;1870;p21"/>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1"/>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1"/>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1"/>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1"/>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1"/>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1"/>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1"/>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1"/>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21"/>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21"/>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1"/>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1"/>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1"/>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1"/>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1"/>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1"/>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1"/>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1"/>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1"/>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1"/>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1"/>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1"/>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1"/>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1"/>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1"/>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1"/>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1"/>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1"/>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1"/>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900"/>
        <p:cNvGrpSpPr/>
        <p:nvPr/>
      </p:nvGrpSpPr>
      <p:grpSpPr>
        <a:xfrm>
          <a:off x="0" y="0"/>
          <a:ext cx="0" cy="0"/>
          <a:chOff x="0" y="0"/>
          <a:chExt cx="0" cy="0"/>
        </a:xfrm>
      </p:grpSpPr>
      <p:grpSp>
        <p:nvGrpSpPr>
          <p:cNvPr id="1901" name="Google Shape;1901;p22"/>
          <p:cNvGrpSpPr/>
          <p:nvPr/>
        </p:nvGrpSpPr>
        <p:grpSpPr>
          <a:xfrm>
            <a:off x="-458461" y="-321271"/>
            <a:ext cx="10059175" cy="5791575"/>
            <a:chOff x="-458461" y="-321271"/>
            <a:chExt cx="10059175" cy="5791575"/>
          </a:xfrm>
        </p:grpSpPr>
        <p:grpSp>
          <p:nvGrpSpPr>
            <p:cNvPr id="1902" name="Google Shape;1902;p22"/>
            <p:cNvGrpSpPr/>
            <p:nvPr/>
          </p:nvGrpSpPr>
          <p:grpSpPr>
            <a:xfrm flipH="1">
              <a:off x="-458461" y="-245071"/>
              <a:ext cx="9830575" cy="5715375"/>
              <a:chOff x="-358925" y="-303650"/>
              <a:chExt cx="9830575" cy="5715375"/>
            </a:xfrm>
          </p:grpSpPr>
          <p:cxnSp>
            <p:nvCxnSpPr>
              <p:cNvPr id="1903" name="Google Shape;1903;p22"/>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904" name="Google Shape;1904;p22"/>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905" name="Google Shape;1905;p22"/>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906" name="Google Shape;1906;p22"/>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907" name="Google Shape;1907;p22"/>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908" name="Google Shape;1908;p22"/>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909" name="Google Shape;1909;p22"/>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910" name="Google Shape;1910;p22"/>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911" name="Google Shape;1911;p22"/>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912" name="Google Shape;1912;p22"/>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913" name="Google Shape;1913;p22"/>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914" name="Google Shape;1914;p22"/>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915" name="Google Shape;1915;p22"/>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916" name="Google Shape;1916;p22"/>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917" name="Google Shape;1917;p22"/>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918" name="Google Shape;1918;p22"/>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919" name="Google Shape;1919;p22"/>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920" name="Google Shape;1920;p22"/>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921" name="Google Shape;1921;p22"/>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922" name="Google Shape;1922;p22"/>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923" name="Google Shape;1923;p22"/>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924" name="Google Shape;1924;p22"/>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925" name="Google Shape;1925;p22"/>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926" name="Google Shape;1926;p22"/>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927" name="Google Shape;1927;p22"/>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928" name="Google Shape;1928;p22"/>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929" name="Google Shape;1929;p22"/>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930" name="Google Shape;1930;p22"/>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931" name="Google Shape;1931;p22"/>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932" name="Google Shape;1932;p22"/>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933" name="Google Shape;1933;p22"/>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934" name="Google Shape;1934;p22"/>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935" name="Google Shape;1935;p22"/>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936" name="Google Shape;1936;p22"/>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937" name="Google Shape;1937;p22"/>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938" name="Google Shape;1938;p22"/>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939" name="Google Shape;1939;p22"/>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1940" name="Google Shape;1940;p22"/>
            <p:cNvGrpSpPr/>
            <p:nvPr/>
          </p:nvGrpSpPr>
          <p:grpSpPr>
            <a:xfrm rot="10800000">
              <a:off x="-229861" y="-321271"/>
              <a:ext cx="9830575" cy="5715375"/>
              <a:chOff x="-358925" y="-303650"/>
              <a:chExt cx="9830575" cy="5715375"/>
            </a:xfrm>
          </p:grpSpPr>
          <p:cxnSp>
            <p:nvCxnSpPr>
              <p:cNvPr id="1941" name="Google Shape;1941;p22"/>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1942" name="Google Shape;1942;p22"/>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1943" name="Google Shape;1943;p22"/>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1944" name="Google Shape;1944;p22"/>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1945" name="Google Shape;1945;p22"/>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1946" name="Google Shape;1946;p22"/>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1947" name="Google Shape;1947;p22"/>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1948" name="Google Shape;1948;p22"/>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1949" name="Google Shape;1949;p22"/>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1950" name="Google Shape;1950;p22"/>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1951" name="Google Shape;1951;p22"/>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1952" name="Google Shape;1952;p22"/>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1953" name="Google Shape;1953;p22"/>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1954" name="Google Shape;1954;p22"/>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1955" name="Google Shape;1955;p22"/>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1956" name="Google Shape;1956;p22"/>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1957" name="Google Shape;1957;p22"/>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1958" name="Google Shape;1958;p22"/>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1959" name="Google Shape;1959;p22"/>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1960" name="Google Shape;1960;p22"/>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1961" name="Google Shape;1961;p22"/>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1962" name="Google Shape;1962;p22"/>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1963" name="Google Shape;1963;p22"/>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1964" name="Google Shape;1964;p22"/>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1965" name="Google Shape;1965;p22"/>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1966" name="Google Shape;1966;p22"/>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1967" name="Google Shape;1967;p22"/>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1968" name="Google Shape;1968;p22"/>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1969" name="Google Shape;1969;p22"/>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1970" name="Google Shape;1970;p22"/>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1971" name="Google Shape;1971;p22"/>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1972" name="Google Shape;1972;p22"/>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1973" name="Google Shape;1973;p22"/>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1974" name="Google Shape;1974;p22"/>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1975" name="Google Shape;1975;p22"/>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1976" name="Google Shape;1976;p22"/>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1977" name="Google Shape;1977;p22"/>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grpSp>
        <p:nvGrpSpPr>
          <p:cNvPr id="1978" name="Google Shape;1978;p22"/>
          <p:cNvGrpSpPr/>
          <p:nvPr/>
        </p:nvGrpSpPr>
        <p:grpSpPr>
          <a:xfrm flipH="1">
            <a:off x="-2299857" y="-2697840"/>
            <a:ext cx="4017967" cy="3644766"/>
            <a:chOff x="3166062" y="1034326"/>
            <a:chExt cx="6010422" cy="5452155"/>
          </a:xfrm>
        </p:grpSpPr>
        <p:sp>
          <p:nvSpPr>
            <p:cNvPr id="1979" name="Google Shape;1979;p22"/>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2"/>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22"/>
          <p:cNvGrpSpPr/>
          <p:nvPr/>
        </p:nvGrpSpPr>
        <p:grpSpPr>
          <a:xfrm>
            <a:off x="7540747" y="-598211"/>
            <a:ext cx="3863499" cy="3798516"/>
            <a:chOff x="3133537" y="-308699"/>
            <a:chExt cx="6010422" cy="5452155"/>
          </a:xfrm>
        </p:grpSpPr>
        <p:sp>
          <p:nvSpPr>
            <p:cNvPr id="1982" name="Google Shape;1982;p22"/>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2"/>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 name="Google Shape;1984;p22"/>
          <p:cNvGrpSpPr/>
          <p:nvPr/>
        </p:nvGrpSpPr>
        <p:grpSpPr>
          <a:xfrm>
            <a:off x="7540741" y="371486"/>
            <a:ext cx="593164" cy="1161172"/>
            <a:chOff x="4921825" y="870250"/>
            <a:chExt cx="407925" cy="798550"/>
          </a:xfrm>
        </p:grpSpPr>
        <p:sp>
          <p:nvSpPr>
            <p:cNvPr id="1985" name="Google Shape;1985;p22"/>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2"/>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2"/>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2"/>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2"/>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2"/>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2"/>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2"/>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2"/>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2"/>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2"/>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2"/>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2"/>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2"/>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2"/>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2"/>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2"/>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2"/>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2"/>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2"/>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2"/>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2"/>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2"/>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2"/>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2"/>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2"/>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2"/>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2"/>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2"/>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2"/>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1">
  <p:cSld name="BLANK_1_1_1_1_1_1_1_1_1">
    <p:spTree>
      <p:nvGrpSpPr>
        <p:cNvPr id="1" name="Shape 2015"/>
        <p:cNvGrpSpPr/>
        <p:nvPr/>
      </p:nvGrpSpPr>
      <p:grpSpPr>
        <a:xfrm>
          <a:off x="0" y="0"/>
          <a:ext cx="0" cy="0"/>
          <a:chOff x="0" y="0"/>
          <a:chExt cx="0" cy="0"/>
        </a:xfrm>
      </p:grpSpPr>
      <p:grpSp>
        <p:nvGrpSpPr>
          <p:cNvPr id="2016" name="Google Shape;2016;p23"/>
          <p:cNvGrpSpPr/>
          <p:nvPr/>
        </p:nvGrpSpPr>
        <p:grpSpPr>
          <a:xfrm>
            <a:off x="-458461" y="-321271"/>
            <a:ext cx="10059175" cy="5791575"/>
            <a:chOff x="-458461" y="-321271"/>
            <a:chExt cx="10059175" cy="5791575"/>
          </a:xfrm>
        </p:grpSpPr>
        <p:grpSp>
          <p:nvGrpSpPr>
            <p:cNvPr id="2017" name="Google Shape;2017;p23"/>
            <p:cNvGrpSpPr/>
            <p:nvPr/>
          </p:nvGrpSpPr>
          <p:grpSpPr>
            <a:xfrm flipH="1">
              <a:off x="-458461" y="-245071"/>
              <a:ext cx="9830575" cy="5715375"/>
              <a:chOff x="-358925" y="-303650"/>
              <a:chExt cx="9830575" cy="5715375"/>
            </a:xfrm>
          </p:grpSpPr>
          <p:cxnSp>
            <p:nvCxnSpPr>
              <p:cNvPr id="2018" name="Google Shape;2018;p23"/>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2019" name="Google Shape;2019;p23"/>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2020" name="Google Shape;2020;p23"/>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2021" name="Google Shape;2021;p23"/>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2022" name="Google Shape;2022;p23"/>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2023" name="Google Shape;2023;p23"/>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2024" name="Google Shape;2024;p23"/>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2025" name="Google Shape;2025;p23"/>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2026" name="Google Shape;2026;p23"/>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2027" name="Google Shape;2027;p23"/>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2028" name="Google Shape;2028;p23"/>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2029" name="Google Shape;2029;p23"/>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2030" name="Google Shape;2030;p23"/>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2031" name="Google Shape;2031;p23"/>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2032" name="Google Shape;2032;p23"/>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2033" name="Google Shape;2033;p23"/>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2034" name="Google Shape;2034;p23"/>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2035" name="Google Shape;2035;p23"/>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2036" name="Google Shape;2036;p23"/>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2037" name="Google Shape;2037;p23"/>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2038" name="Google Shape;2038;p23"/>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2039" name="Google Shape;2039;p23"/>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2040" name="Google Shape;2040;p23"/>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2041" name="Google Shape;2041;p23"/>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2042" name="Google Shape;2042;p23"/>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2043" name="Google Shape;2043;p23"/>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2044" name="Google Shape;2044;p23"/>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2045" name="Google Shape;2045;p23"/>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2046" name="Google Shape;2046;p23"/>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2047" name="Google Shape;2047;p23"/>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2048" name="Google Shape;2048;p23"/>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2049" name="Google Shape;2049;p23"/>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2050" name="Google Shape;2050;p23"/>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2051" name="Google Shape;2051;p23"/>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2052" name="Google Shape;2052;p23"/>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2053" name="Google Shape;2053;p23"/>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2054" name="Google Shape;2054;p23"/>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nvGrpSpPr>
            <p:cNvPr id="2055" name="Google Shape;2055;p23"/>
            <p:cNvGrpSpPr/>
            <p:nvPr/>
          </p:nvGrpSpPr>
          <p:grpSpPr>
            <a:xfrm rot="10800000">
              <a:off x="-229861" y="-321271"/>
              <a:ext cx="9830575" cy="5715375"/>
              <a:chOff x="-358925" y="-303650"/>
              <a:chExt cx="9830575" cy="5715375"/>
            </a:xfrm>
          </p:grpSpPr>
          <p:cxnSp>
            <p:nvCxnSpPr>
              <p:cNvPr id="2056" name="Google Shape;2056;p23"/>
              <p:cNvCxnSpPr/>
              <p:nvPr/>
            </p:nvCxnSpPr>
            <p:spPr>
              <a:xfrm rot="10800000" flipH="1">
                <a:off x="-282200" y="-303650"/>
                <a:ext cx="1052400" cy="607500"/>
              </a:xfrm>
              <a:prstGeom prst="straightConnector1">
                <a:avLst/>
              </a:prstGeom>
              <a:noFill/>
              <a:ln w="9525" cap="flat" cmpd="sng">
                <a:solidFill>
                  <a:schemeClr val="accent1"/>
                </a:solidFill>
                <a:prstDash val="solid"/>
                <a:round/>
                <a:headEnd type="none" w="med" len="med"/>
                <a:tailEnd type="none" w="med" len="med"/>
              </a:ln>
            </p:spPr>
          </p:cxnSp>
          <p:cxnSp>
            <p:nvCxnSpPr>
              <p:cNvPr id="2057" name="Google Shape;2057;p23"/>
              <p:cNvCxnSpPr/>
              <p:nvPr/>
            </p:nvCxnSpPr>
            <p:spPr>
              <a:xfrm rot="10800000" flipH="1">
                <a:off x="-281950" y="-236675"/>
                <a:ext cx="1425600" cy="822900"/>
              </a:xfrm>
              <a:prstGeom prst="straightConnector1">
                <a:avLst/>
              </a:prstGeom>
              <a:noFill/>
              <a:ln w="9525" cap="flat" cmpd="sng">
                <a:solidFill>
                  <a:schemeClr val="accent1"/>
                </a:solidFill>
                <a:prstDash val="solid"/>
                <a:round/>
                <a:headEnd type="none" w="med" len="med"/>
                <a:tailEnd type="none" w="med" len="med"/>
              </a:ln>
            </p:spPr>
          </p:cxnSp>
          <p:cxnSp>
            <p:nvCxnSpPr>
              <p:cNvPr id="2058" name="Google Shape;2058;p23"/>
              <p:cNvCxnSpPr/>
              <p:nvPr/>
            </p:nvCxnSpPr>
            <p:spPr>
              <a:xfrm rot="10800000" flipH="1">
                <a:off x="-358925" y="-155350"/>
                <a:ext cx="1851000" cy="1068600"/>
              </a:xfrm>
              <a:prstGeom prst="straightConnector1">
                <a:avLst/>
              </a:prstGeom>
              <a:noFill/>
              <a:ln w="9525" cap="flat" cmpd="sng">
                <a:solidFill>
                  <a:schemeClr val="accent1"/>
                </a:solidFill>
                <a:prstDash val="solid"/>
                <a:round/>
                <a:headEnd type="none" w="med" len="med"/>
                <a:tailEnd type="none" w="med" len="med"/>
              </a:ln>
            </p:spPr>
          </p:cxnSp>
          <p:cxnSp>
            <p:nvCxnSpPr>
              <p:cNvPr id="2059" name="Google Shape;2059;p23"/>
              <p:cNvCxnSpPr/>
              <p:nvPr/>
            </p:nvCxnSpPr>
            <p:spPr>
              <a:xfrm rot="10800000" flipH="1">
                <a:off x="-267650" y="-115750"/>
                <a:ext cx="2180400" cy="1258800"/>
              </a:xfrm>
              <a:prstGeom prst="straightConnector1">
                <a:avLst/>
              </a:prstGeom>
              <a:noFill/>
              <a:ln w="9525" cap="flat" cmpd="sng">
                <a:solidFill>
                  <a:schemeClr val="accent1"/>
                </a:solidFill>
                <a:prstDash val="solid"/>
                <a:round/>
                <a:headEnd type="none" w="med" len="med"/>
                <a:tailEnd type="none" w="med" len="med"/>
              </a:ln>
            </p:spPr>
          </p:cxnSp>
          <p:cxnSp>
            <p:nvCxnSpPr>
              <p:cNvPr id="2060" name="Google Shape;2060;p23"/>
              <p:cNvCxnSpPr/>
              <p:nvPr/>
            </p:nvCxnSpPr>
            <p:spPr>
              <a:xfrm rot="10800000" flipH="1">
                <a:off x="-229800" y="-86050"/>
                <a:ext cx="2580300" cy="1489800"/>
              </a:xfrm>
              <a:prstGeom prst="straightConnector1">
                <a:avLst/>
              </a:prstGeom>
              <a:noFill/>
              <a:ln w="9525" cap="flat" cmpd="sng">
                <a:solidFill>
                  <a:schemeClr val="accent1"/>
                </a:solidFill>
                <a:prstDash val="solid"/>
                <a:round/>
                <a:headEnd type="none" w="med" len="med"/>
                <a:tailEnd type="none" w="med" len="med"/>
              </a:ln>
            </p:spPr>
          </p:cxnSp>
          <p:cxnSp>
            <p:nvCxnSpPr>
              <p:cNvPr id="2061" name="Google Shape;2061;p23"/>
              <p:cNvCxnSpPr/>
              <p:nvPr/>
            </p:nvCxnSpPr>
            <p:spPr>
              <a:xfrm rot="10800000" flipH="1">
                <a:off x="-212775" y="-127750"/>
                <a:ext cx="3125100" cy="1804200"/>
              </a:xfrm>
              <a:prstGeom prst="straightConnector1">
                <a:avLst/>
              </a:prstGeom>
              <a:noFill/>
              <a:ln w="9525" cap="flat" cmpd="sng">
                <a:solidFill>
                  <a:schemeClr val="accent1"/>
                </a:solidFill>
                <a:prstDash val="solid"/>
                <a:round/>
                <a:headEnd type="none" w="med" len="med"/>
                <a:tailEnd type="none" w="med" len="med"/>
              </a:ln>
            </p:spPr>
          </p:cxnSp>
          <p:cxnSp>
            <p:nvCxnSpPr>
              <p:cNvPr id="2062" name="Google Shape;2062;p23"/>
              <p:cNvCxnSpPr/>
              <p:nvPr/>
            </p:nvCxnSpPr>
            <p:spPr>
              <a:xfrm rot="10800000" flipH="1">
                <a:off x="-180475" y="-165575"/>
                <a:ext cx="3648000" cy="2106000"/>
              </a:xfrm>
              <a:prstGeom prst="straightConnector1">
                <a:avLst/>
              </a:prstGeom>
              <a:noFill/>
              <a:ln w="9525" cap="flat" cmpd="sng">
                <a:solidFill>
                  <a:schemeClr val="accent1"/>
                </a:solidFill>
                <a:prstDash val="solid"/>
                <a:round/>
                <a:headEnd type="none" w="med" len="med"/>
                <a:tailEnd type="none" w="med" len="med"/>
              </a:ln>
            </p:spPr>
          </p:cxnSp>
          <p:cxnSp>
            <p:nvCxnSpPr>
              <p:cNvPr id="2063" name="Google Shape;2063;p23"/>
              <p:cNvCxnSpPr/>
              <p:nvPr/>
            </p:nvCxnSpPr>
            <p:spPr>
              <a:xfrm rot="10800000" flipH="1">
                <a:off x="-227000" y="-146700"/>
                <a:ext cx="4150500" cy="2396400"/>
              </a:xfrm>
              <a:prstGeom prst="straightConnector1">
                <a:avLst/>
              </a:prstGeom>
              <a:noFill/>
              <a:ln w="9525" cap="flat" cmpd="sng">
                <a:solidFill>
                  <a:schemeClr val="accent1"/>
                </a:solidFill>
                <a:prstDash val="solid"/>
                <a:round/>
                <a:headEnd type="none" w="med" len="med"/>
                <a:tailEnd type="none" w="med" len="med"/>
              </a:ln>
            </p:spPr>
          </p:cxnSp>
          <p:cxnSp>
            <p:nvCxnSpPr>
              <p:cNvPr id="2064" name="Google Shape;2064;p23"/>
              <p:cNvCxnSpPr/>
              <p:nvPr/>
            </p:nvCxnSpPr>
            <p:spPr>
              <a:xfrm rot="10800000" flipH="1">
                <a:off x="-285775" y="-133000"/>
                <a:ext cx="4675200" cy="2699100"/>
              </a:xfrm>
              <a:prstGeom prst="straightConnector1">
                <a:avLst/>
              </a:prstGeom>
              <a:noFill/>
              <a:ln w="9525" cap="flat" cmpd="sng">
                <a:solidFill>
                  <a:schemeClr val="accent1"/>
                </a:solidFill>
                <a:prstDash val="solid"/>
                <a:round/>
                <a:headEnd type="none" w="med" len="med"/>
                <a:tailEnd type="none" w="med" len="med"/>
              </a:ln>
            </p:spPr>
          </p:cxnSp>
          <p:cxnSp>
            <p:nvCxnSpPr>
              <p:cNvPr id="2065" name="Google Shape;2065;p23"/>
              <p:cNvCxnSpPr/>
              <p:nvPr/>
            </p:nvCxnSpPr>
            <p:spPr>
              <a:xfrm rot="10800000" flipH="1">
                <a:off x="-254975" y="-209000"/>
                <a:ext cx="5265600" cy="3039900"/>
              </a:xfrm>
              <a:prstGeom prst="straightConnector1">
                <a:avLst/>
              </a:prstGeom>
              <a:noFill/>
              <a:ln w="9525" cap="flat" cmpd="sng">
                <a:solidFill>
                  <a:schemeClr val="accent1"/>
                </a:solidFill>
                <a:prstDash val="solid"/>
                <a:round/>
                <a:headEnd type="none" w="med" len="med"/>
                <a:tailEnd type="none" w="med" len="med"/>
              </a:ln>
            </p:spPr>
          </p:cxnSp>
          <p:cxnSp>
            <p:nvCxnSpPr>
              <p:cNvPr id="2066" name="Google Shape;2066;p23"/>
              <p:cNvCxnSpPr/>
              <p:nvPr/>
            </p:nvCxnSpPr>
            <p:spPr>
              <a:xfrm rot="10800000" flipH="1">
                <a:off x="-230325" y="-171400"/>
                <a:ext cx="5665200" cy="3270600"/>
              </a:xfrm>
              <a:prstGeom prst="straightConnector1">
                <a:avLst/>
              </a:prstGeom>
              <a:noFill/>
              <a:ln w="9525" cap="flat" cmpd="sng">
                <a:solidFill>
                  <a:schemeClr val="accent1"/>
                </a:solidFill>
                <a:prstDash val="solid"/>
                <a:round/>
                <a:headEnd type="none" w="med" len="med"/>
                <a:tailEnd type="none" w="med" len="med"/>
              </a:ln>
            </p:spPr>
          </p:cxnSp>
          <p:cxnSp>
            <p:nvCxnSpPr>
              <p:cNvPr id="2067" name="Google Shape;2067;p23"/>
              <p:cNvCxnSpPr/>
              <p:nvPr/>
            </p:nvCxnSpPr>
            <p:spPr>
              <a:xfrm rot="10800000" flipH="1">
                <a:off x="-203625" y="-162575"/>
                <a:ext cx="6111900" cy="3528900"/>
              </a:xfrm>
              <a:prstGeom prst="straightConnector1">
                <a:avLst/>
              </a:prstGeom>
              <a:noFill/>
              <a:ln w="9525" cap="flat" cmpd="sng">
                <a:solidFill>
                  <a:schemeClr val="accent1"/>
                </a:solidFill>
                <a:prstDash val="solid"/>
                <a:round/>
                <a:headEnd type="none" w="med" len="med"/>
                <a:tailEnd type="none" w="med" len="med"/>
              </a:ln>
            </p:spPr>
          </p:cxnSp>
          <p:cxnSp>
            <p:nvCxnSpPr>
              <p:cNvPr id="2068" name="Google Shape;2068;p23"/>
              <p:cNvCxnSpPr/>
              <p:nvPr/>
            </p:nvCxnSpPr>
            <p:spPr>
              <a:xfrm rot="10800000" flipH="1">
                <a:off x="-212500" y="-179425"/>
                <a:ext cx="6639600" cy="3833400"/>
              </a:xfrm>
              <a:prstGeom prst="straightConnector1">
                <a:avLst/>
              </a:prstGeom>
              <a:noFill/>
              <a:ln w="9525" cap="flat" cmpd="sng">
                <a:solidFill>
                  <a:schemeClr val="accent1"/>
                </a:solidFill>
                <a:prstDash val="solid"/>
                <a:round/>
                <a:headEnd type="none" w="med" len="med"/>
                <a:tailEnd type="none" w="med" len="med"/>
              </a:ln>
            </p:spPr>
          </p:cxnSp>
          <p:cxnSp>
            <p:nvCxnSpPr>
              <p:cNvPr id="2069" name="Google Shape;2069;p23"/>
              <p:cNvCxnSpPr/>
              <p:nvPr/>
            </p:nvCxnSpPr>
            <p:spPr>
              <a:xfrm rot="10800000" flipH="1">
                <a:off x="-237200" y="-171550"/>
                <a:ext cx="7140000" cy="4122300"/>
              </a:xfrm>
              <a:prstGeom prst="straightConnector1">
                <a:avLst/>
              </a:prstGeom>
              <a:noFill/>
              <a:ln w="9525" cap="flat" cmpd="sng">
                <a:solidFill>
                  <a:schemeClr val="accent1"/>
                </a:solidFill>
                <a:prstDash val="solid"/>
                <a:round/>
                <a:headEnd type="none" w="med" len="med"/>
                <a:tailEnd type="none" w="med" len="med"/>
              </a:ln>
            </p:spPr>
          </p:cxnSp>
          <p:cxnSp>
            <p:nvCxnSpPr>
              <p:cNvPr id="2070" name="Google Shape;2070;p23"/>
              <p:cNvCxnSpPr/>
              <p:nvPr/>
            </p:nvCxnSpPr>
            <p:spPr>
              <a:xfrm rot="10800000" flipH="1">
                <a:off x="-208450" y="-169925"/>
                <a:ext cx="7598100" cy="4386600"/>
              </a:xfrm>
              <a:prstGeom prst="straightConnector1">
                <a:avLst/>
              </a:prstGeom>
              <a:noFill/>
              <a:ln w="9525" cap="flat" cmpd="sng">
                <a:solidFill>
                  <a:schemeClr val="accent1"/>
                </a:solidFill>
                <a:prstDash val="solid"/>
                <a:round/>
                <a:headEnd type="none" w="med" len="med"/>
                <a:tailEnd type="none" w="med" len="med"/>
              </a:ln>
            </p:spPr>
          </p:cxnSp>
          <p:cxnSp>
            <p:nvCxnSpPr>
              <p:cNvPr id="2071" name="Google Shape;2071;p23"/>
              <p:cNvCxnSpPr/>
              <p:nvPr/>
            </p:nvCxnSpPr>
            <p:spPr>
              <a:xfrm rot="10800000" flipH="1">
                <a:off x="-126875" y="-166100"/>
                <a:ext cx="7999200" cy="4618200"/>
              </a:xfrm>
              <a:prstGeom prst="straightConnector1">
                <a:avLst/>
              </a:prstGeom>
              <a:noFill/>
              <a:ln w="9525" cap="flat" cmpd="sng">
                <a:solidFill>
                  <a:schemeClr val="accent1"/>
                </a:solidFill>
                <a:prstDash val="solid"/>
                <a:round/>
                <a:headEnd type="none" w="med" len="med"/>
                <a:tailEnd type="none" w="med" len="med"/>
              </a:ln>
            </p:spPr>
          </p:cxnSp>
          <p:cxnSp>
            <p:nvCxnSpPr>
              <p:cNvPr id="2072" name="Google Shape;2072;p23"/>
              <p:cNvCxnSpPr/>
              <p:nvPr/>
            </p:nvCxnSpPr>
            <p:spPr>
              <a:xfrm rot="10800000" flipH="1">
                <a:off x="-175950" y="-237725"/>
                <a:ext cx="8661600" cy="5000700"/>
              </a:xfrm>
              <a:prstGeom prst="straightConnector1">
                <a:avLst/>
              </a:prstGeom>
              <a:noFill/>
              <a:ln w="9525" cap="flat" cmpd="sng">
                <a:solidFill>
                  <a:schemeClr val="accent1"/>
                </a:solidFill>
                <a:prstDash val="solid"/>
                <a:round/>
                <a:headEnd type="none" w="med" len="med"/>
                <a:tailEnd type="none" w="med" len="med"/>
              </a:ln>
            </p:spPr>
          </p:cxnSp>
          <p:cxnSp>
            <p:nvCxnSpPr>
              <p:cNvPr id="2073" name="Google Shape;2073;p23"/>
              <p:cNvCxnSpPr/>
              <p:nvPr/>
            </p:nvCxnSpPr>
            <p:spPr>
              <a:xfrm rot="10800000" flipH="1">
                <a:off x="-230050" y="-244075"/>
                <a:ext cx="9215700" cy="5320800"/>
              </a:xfrm>
              <a:prstGeom prst="straightConnector1">
                <a:avLst/>
              </a:prstGeom>
              <a:noFill/>
              <a:ln w="9525" cap="flat" cmpd="sng">
                <a:solidFill>
                  <a:schemeClr val="accent1"/>
                </a:solidFill>
                <a:prstDash val="solid"/>
                <a:round/>
                <a:headEnd type="none" w="med" len="med"/>
                <a:tailEnd type="none" w="med" len="med"/>
              </a:ln>
            </p:spPr>
          </p:cxnSp>
          <p:cxnSp>
            <p:nvCxnSpPr>
              <p:cNvPr id="2074" name="Google Shape;2074;p23"/>
              <p:cNvCxnSpPr/>
              <p:nvPr/>
            </p:nvCxnSpPr>
            <p:spPr>
              <a:xfrm rot="10800000" flipH="1">
                <a:off x="-150500" y="-149375"/>
                <a:ext cx="9462000" cy="5462700"/>
              </a:xfrm>
              <a:prstGeom prst="straightConnector1">
                <a:avLst/>
              </a:prstGeom>
              <a:noFill/>
              <a:ln w="9525" cap="flat" cmpd="sng">
                <a:solidFill>
                  <a:schemeClr val="accent1"/>
                </a:solidFill>
                <a:prstDash val="solid"/>
                <a:round/>
                <a:headEnd type="none" w="med" len="med"/>
                <a:tailEnd type="none" w="med" len="med"/>
              </a:ln>
            </p:spPr>
          </p:cxnSp>
          <p:cxnSp>
            <p:nvCxnSpPr>
              <p:cNvPr id="2075" name="Google Shape;2075;p23"/>
              <p:cNvCxnSpPr/>
              <p:nvPr/>
            </p:nvCxnSpPr>
            <p:spPr>
              <a:xfrm rot="10800000" flipH="1">
                <a:off x="277300" y="105750"/>
                <a:ext cx="9081600" cy="5243100"/>
              </a:xfrm>
              <a:prstGeom prst="straightConnector1">
                <a:avLst/>
              </a:prstGeom>
              <a:noFill/>
              <a:ln w="9525" cap="flat" cmpd="sng">
                <a:solidFill>
                  <a:schemeClr val="accent1"/>
                </a:solidFill>
                <a:prstDash val="solid"/>
                <a:round/>
                <a:headEnd type="none" w="med" len="med"/>
                <a:tailEnd type="none" w="med" len="med"/>
              </a:ln>
            </p:spPr>
          </p:cxnSp>
          <p:cxnSp>
            <p:nvCxnSpPr>
              <p:cNvPr id="2076" name="Google Shape;2076;p23"/>
              <p:cNvCxnSpPr/>
              <p:nvPr/>
            </p:nvCxnSpPr>
            <p:spPr>
              <a:xfrm rot="10800000" flipH="1">
                <a:off x="846950" y="376800"/>
                <a:ext cx="8531400" cy="4925700"/>
              </a:xfrm>
              <a:prstGeom prst="straightConnector1">
                <a:avLst/>
              </a:prstGeom>
              <a:noFill/>
              <a:ln w="9525" cap="flat" cmpd="sng">
                <a:solidFill>
                  <a:schemeClr val="accent1"/>
                </a:solidFill>
                <a:prstDash val="solid"/>
                <a:round/>
                <a:headEnd type="none" w="med" len="med"/>
                <a:tailEnd type="none" w="med" len="med"/>
              </a:ln>
            </p:spPr>
          </p:cxnSp>
          <p:cxnSp>
            <p:nvCxnSpPr>
              <p:cNvPr id="2077" name="Google Shape;2077;p23"/>
              <p:cNvCxnSpPr/>
              <p:nvPr/>
            </p:nvCxnSpPr>
            <p:spPr>
              <a:xfrm rot="10800000" flipH="1">
                <a:off x="1349000" y="635275"/>
                <a:ext cx="8071500" cy="4659900"/>
              </a:xfrm>
              <a:prstGeom prst="straightConnector1">
                <a:avLst/>
              </a:prstGeom>
              <a:noFill/>
              <a:ln w="9525" cap="flat" cmpd="sng">
                <a:solidFill>
                  <a:schemeClr val="accent1"/>
                </a:solidFill>
                <a:prstDash val="solid"/>
                <a:round/>
                <a:headEnd type="none" w="med" len="med"/>
                <a:tailEnd type="none" w="med" len="med"/>
              </a:ln>
            </p:spPr>
          </p:cxnSp>
          <p:cxnSp>
            <p:nvCxnSpPr>
              <p:cNvPr id="2078" name="Google Shape;2078;p23"/>
              <p:cNvCxnSpPr/>
              <p:nvPr/>
            </p:nvCxnSpPr>
            <p:spPr>
              <a:xfrm rot="10800000" flipH="1">
                <a:off x="1864375" y="918950"/>
                <a:ext cx="7554300" cy="4361400"/>
              </a:xfrm>
              <a:prstGeom prst="straightConnector1">
                <a:avLst/>
              </a:prstGeom>
              <a:noFill/>
              <a:ln w="9525" cap="flat" cmpd="sng">
                <a:solidFill>
                  <a:schemeClr val="accent1"/>
                </a:solidFill>
                <a:prstDash val="solid"/>
                <a:round/>
                <a:headEnd type="none" w="med" len="med"/>
                <a:tailEnd type="none" w="med" len="med"/>
              </a:ln>
            </p:spPr>
          </p:cxnSp>
          <p:cxnSp>
            <p:nvCxnSpPr>
              <p:cNvPr id="2079" name="Google Shape;2079;p23"/>
              <p:cNvCxnSpPr/>
              <p:nvPr/>
            </p:nvCxnSpPr>
            <p:spPr>
              <a:xfrm rot="10800000" flipH="1">
                <a:off x="2403950" y="1170550"/>
                <a:ext cx="7067700" cy="4080600"/>
              </a:xfrm>
              <a:prstGeom prst="straightConnector1">
                <a:avLst/>
              </a:prstGeom>
              <a:noFill/>
              <a:ln w="9525" cap="flat" cmpd="sng">
                <a:solidFill>
                  <a:schemeClr val="accent1"/>
                </a:solidFill>
                <a:prstDash val="solid"/>
                <a:round/>
                <a:headEnd type="none" w="med" len="med"/>
                <a:tailEnd type="none" w="med" len="med"/>
              </a:ln>
            </p:spPr>
          </p:cxnSp>
          <p:cxnSp>
            <p:nvCxnSpPr>
              <p:cNvPr id="2080" name="Google Shape;2080;p23"/>
              <p:cNvCxnSpPr/>
              <p:nvPr/>
            </p:nvCxnSpPr>
            <p:spPr>
              <a:xfrm rot="10800000" flipH="1">
                <a:off x="2718375" y="1495625"/>
                <a:ext cx="6679800" cy="3856500"/>
              </a:xfrm>
              <a:prstGeom prst="straightConnector1">
                <a:avLst/>
              </a:prstGeom>
              <a:noFill/>
              <a:ln w="9525" cap="flat" cmpd="sng">
                <a:solidFill>
                  <a:schemeClr val="accent1"/>
                </a:solidFill>
                <a:prstDash val="solid"/>
                <a:round/>
                <a:headEnd type="none" w="med" len="med"/>
                <a:tailEnd type="none" w="med" len="med"/>
              </a:ln>
            </p:spPr>
          </p:cxnSp>
          <p:cxnSp>
            <p:nvCxnSpPr>
              <p:cNvPr id="2081" name="Google Shape;2081;p23"/>
              <p:cNvCxnSpPr/>
              <p:nvPr/>
            </p:nvCxnSpPr>
            <p:spPr>
              <a:xfrm rot="10800000" flipH="1">
                <a:off x="3297700" y="1822900"/>
                <a:ext cx="6023100" cy="3477300"/>
              </a:xfrm>
              <a:prstGeom prst="straightConnector1">
                <a:avLst/>
              </a:prstGeom>
              <a:noFill/>
              <a:ln w="9525" cap="flat" cmpd="sng">
                <a:solidFill>
                  <a:schemeClr val="accent1"/>
                </a:solidFill>
                <a:prstDash val="solid"/>
                <a:round/>
                <a:headEnd type="none" w="med" len="med"/>
                <a:tailEnd type="none" w="med" len="med"/>
              </a:ln>
            </p:spPr>
          </p:cxnSp>
          <p:cxnSp>
            <p:nvCxnSpPr>
              <p:cNvPr id="2082" name="Google Shape;2082;p23"/>
              <p:cNvCxnSpPr/>
              <p:nvPr/>
            </p:nvCxnSpPr>
            <p:spPr>
              <a:xfrm rot="10800000" flipH="1">
                <a:off x="3726050" y="2104125"/>
                <a:ext cx="5597100" cy="3231300"/>
              </a:xfrm>
              <a:prstGeom prst="straightConnector1">
                <a:avLst/>
              </a:prstGeom>
              <a:noFill/>
              <a:ln w="9525" cap="flat" cmpd="sng">
                <a:solidFill>
                  <a:schemeClr val="accent1"/>
                </a:solidFill>
                <a:prstDash val="solid"/>
                <a:round/>
                <a:headEnd type="none" w="med" len="med"/>
                <a:tailEnd type="none" w="med" len="med"/>
              </a:ln>
            </p:spPr>
          </p:cxnSp>
          <p:cxnSp>
            <p:nvCxnSpPr>
              <p:cNvPr id="2083" name="Google Shape;2083;p23"/>
              <p:cNvCxnSpPr/>
              <p:nvPr/>
            </p:nvCxnSpPr>
            <p:spPr>
              <a:xfrm rot="10800000" flipH="1">
                <a:off x="4244875" y="2361600"/>
                <a:ext cx="5121600" cy="2956800"/>
              </a:xfrm>
              <a:prstGeom prst="straightConnector1">
                <a:avLst/>
              </a:prstGeom>
              <a:noFill/>
              <a:ln w="9525" cap="flat" cmpd="sng">
                <a:solidFill>
                  <a:schemeClr val="accent1"/>
                </a:solidFill>
                <a:prstDash val="solid"/>
                <a:round/>
                <a:headEnd type="none" w="med" len="med"/>
                <a:tailEnd type="none" w="med" len="med"/>
              </a:ln>
            </p:spPr>
          </p:cxnSp>
          <p:cxnSp>
            <p:nvCxnSpPr>
              <p:cNvPr id="2084" name="Google Shape;2084;p23"/>
              <p:cNvCxnSpPr/>
              <p:nvPr/>
            </p:nvCxnSpPr>
            <p:spPr>
              <a:xfrm rot="10800000" flipH="1">
                <a:off x="4742850" y="2657525"/>
                <a:ext cx="4600200" cy="2655900"/>
              </a:xfrm>
              <a:prstGeom prst="straightConnector1">
                <a:avLst/>
              </a:prstGeom>
              <a:noFill/>
              <a:ln w="9525" cap="flat" cmpd="sng">
                <a:solidFill>
                  <a:schemeClr val="accent1"/>
                </a:solidFill>
                <a:prstDash val="solid"/>
                <a:round/>
                <a:headEnd type="none" w="med" len="med"/>
                <a:tailEnd type="none" w="med" len="med"/>
              </a:ln>
            </p:spPr>
          </p:cxnSp>
          <p:cxnSp>
            <p:nvCxnSpPr>
              <p:cNvPr id="2085" name="Google Shape;2085;p23"/>
              <p:cNvCxnSpPr/>
              <p:nvPr/>
            </p:nvCxnSpPr>
            <p:spPr>
              <a:xfrm rot="10800000" flipH="1">
                <a:off x="5210850" y="2937150"/>
                <a:ext cx="4137300" cy="2388600"/>
              </a:xfrm>
              <a:prstGeom prst="straightConnector1">
                <a:avLst/>
              </a:prstGeom>
              <a:noFill/>
              <a:ln w="9525" cap="flat" cmpd="sng">
                <a:solidFill>
                  <a:schemeClr val="accent1"/>
                </a:solidFill>
                <a:prstDash val="solid"/>
                <a:round/>
                <a:headEnd type="none" w="med" len="med"/>
                <a:tailEnd type="none" w="med" len="med"/>
              </a:ln>
            </p:spPr>
          </p:cxnSp>
          <p:cxnSp>
            <p:nvCxnSpPr>
              <p:cNvPr id="2086" name="Google Shape;2086;p23"/>
              <p:cNvCxnSpPr/>
              <p:nvPr/>
            </p:nvCxnSpPr>
            <p:spPr>
              <a:xfrm rot="10800000" flipH="1">
                <a:off x="5725550" y="3223700"/>
                <a:ext cx="3615300" cy="2087400"/>
              </a:xfrm>
              <a:prstGeom prst="straightConnector1">
                <a:avLst/>
              </a:prstGeom>
              <a:noFill/>
              <a:ln w="9525" cap="flat" cmpd="sng">
                <a:solidFill>
                  <a:schemeClr val="accent1"/>
                </a:solidFill>
                <a:prstDash val="solid"/>
                <a:round/>
                <a:headEnd type="none" w="med" len="med"/>
                <a:tailEnd type="none" w="med" len="med"/>
              </a:ln>
            </p:spPr>
          </p:cxnSp>
          <p:cxnSp>
            <p:nvCxnSpPr>
              <p:cNvPr id="2087" name="Google Shape;2087;p23"/>
              <p:cNvCxnSpPr/>
              <p:nvPr/>
            </p:nvCxnSpPr>
            <p:spPr>
              <a:xfrm rot="10800000" flipH="1">
                <a:off x="6217950" y="3515950"/>
                <a:ext cx="3106500" cy="1793400"/>
              </a:xfrm>
              <a:prstGeom prst="straightConnector1">
                <a:avLst/>
              </a:prstGeom>
              <a:noFill/>
              <a:ln w="9525" cap="flat" cmpd="sng">
                <a:solidFill>
                  <a:schemeClr val="accent1"/>
                </a:solidFill>
                <a:prstDash val="solid"/>
                <a:round/>
                <a:headEnd type="none" w="med" len="med"/>
                <a:tailEnd type="none" w="med" len="med"/>
              </a:ln>
            </p:spPr>
          </p:cxnSp>
          <p:cxnSp>
            <p:nvCxnSpPr>
              <p:cNvPr id="2088" name="Google Shape;2088;p23"/>
              <p:cNvCxnSpPr/>
              <p:nvPr/>
            </p:nvCxnSpPr>
            <p:spPr>
              <a:xfrm rot="10800000" flipH="1">
                <a:off x="6716500" y="3797450"/>
                <a:ext cx="2609700" cy="1506600"/>
              </a:xfrm>
              <a:prstGeom prst="straightConnector1">
                <a:avLst/>
              </a:prstGeom>
              <a:noFill/>
              <a:ln w="9525" cap="flat" cmpd="sng">
                <a:solidFill>
                  <a:schemeClr val="accent1"/>
                </a:solidFill>
                <a:prstDash val="solid"/>
                <a:round/>
                <a:headEnd type="none" w="med" len="med"/>
                <a:tailEnd type="none" w="med" len="med"/>
              </a:ln>
            </p:spPr>
          </p:cxnSp>
          <p:cxnSp>
            <p:nvCxnSpPr>
              <p:cNvPr id="2089" name="Google Shape;2089;p23"/>
              <p:cNvCxnSpPr/>
              <p:nvPr/>
            </p:nvCxnSpPr>
            <p:spPr>
              <a:xfrm rot="10800000" flipH="1">
                <a:off x="7199175" y="4100700"/>
                <a:ext cx="2091000" cy="1207200"/>
              </a:xfrm>
              <a:prstGeom prst="straightConnector1">
                <a:avLst/>
              </a:prstGeom>
              <a:noFill/>
              <a:ln w="9525" cap="flat" cmpd="sng">
                <a:solidFill>
                  <a:schemeClr val="accent1"/>
                </a:solidFill>
                <a:prstDash val="solid"/>
                <a:round/>
                <a:headEnd type="none" w="med" len="med"/>
                <a:tailEnd type="none" w="med" len="med"/>
              </a:ln>
            </p:spPr>
          </p:cxnSp>
          <p:cxnSp>
            <p:nvCxnSpPr>
              <p:cNvPr id="2090" name="Google Shape;2090;p23"/>
              <p:cNvCxnSpPr/>
              <p:nvPr/>
            </p:nvCxnSpPr>
            <p:spPr>
              <a:xfrm rot="10800000" flipH="1">
                <a:off x="7718000" y="4338975"/>
                <a:ext cx="1648800" cy="951900"/>
              </a:xfrm>
              <a:prstGeom prst="straightConnector1">
                <a:avLst/>
              </a:prstGeom>
              <a:noFill/>
              <a:ln w="9525" cap="flat" cmpd="sng">
                <a:solidFill>
                  <a:schemeClr val="accent1"/>
                </a:solidFill>
                <a:prstDash val="solid"/>
                <a:round/>
                <a:headEnd type="none" w="med" len="med"/>
                <a:tailEnd type="none" w="med" len="med"/>
              </a:ln>
            </p:spPr>
          </p:cxnSp>
          <p:cxnSp>
            <p:nvCxnSpPr>
              <p:cNvPr id="2091" name="Google Shape;2091;p23"/>
              <p:cNvCxnSpPr/>
              <p:nvPr/>
            </p:nvCxnSpPr>
            <p:spPr>
              <a:xfrm rot="10800000" flipH="1">
                <a:off x="8129050" y="4607075"/>
                <a:ext cx="1263000" cy="729000"/>
              </a:xfrm>
              <a:prstGeom prst="straightConnector1">
                <a:avLst/>
              </a:prstGeom>
              <a:noFill/>
              <a:ln w="9525" cap="flat" cmpd="sng">
                <a:solidFill>
                  <a:schemeClr val="accent1"/>
                </a:solidFill>
                <a:prstDash val="solid"/>
                <a:round/>
                <a:headEnd type="none" w="med" len="med"/>
                <a:tailEnd type="none" w="med" len="med"/>
              </a:ln>
            </p:spPr>
          </p:cxnSp>
          <p:cxnSp>
            <p:nvCxnSpPr>
              <p:cNvPr id="2092" name="Google Shape;2092;p23"/>
              <p:cNvCxnSpPr/>
              <p:nvPr/>
            </p:nvCxnSpPr>
            <p:spPr>
              <a:xfrm rot="10800000" flipH="1">
                <a:off x="8487200" y="4879525"/>
                <a:ext cx="921600" cy="532200"/>
              </a:xfrm>
              <a:prstGeom prst="straightConnector1">
                <a:avLst/>
              </a:prstGeom>
              <a:noFill/>
              <a:ln w="9525" cap="flat" cmpd="sng">
                <a:solidFill>
                  <a:schemeClr val="accent1"/>
                </a:solidFill>
                <a:prstDash val="solid"/>
                <a:round/>
                <a:headEnd type="none" w="med" len="med"/>
                <a:tailEnd type="none" w="med" len="med"/>
              </a:ln>
            </p:spPr>
          </p:cxnSp>
        </p:grpSp>
      </p:grpSp>
      <p:sp>
        <p:nvSpPr>
          <p:cNvPr id="2093" name="Google Shape;2093;p23"/>
          <p:cNvSpPr/>
          <p:nvPr/>
        </p:nvSpPr>
        <p:spPr>
          <a:xfrm rot="10800000" flipH="1">
            <a:off x="7981930" y="18"/>
            <a:ext cx="1162071" cy="660785"/>
          </a:xfrm>
          <a:custGeom>
            <a:avLst/>
            <a:gdLst/>
            <a:ahLst/>
            <a:cxnLst/>
            <a:rect l="l" t="t" r="r" b="b"/>
            <a:pathLst>
              <a:path w="116586" h="66294" extrusionOk="0">
                <a:moveTo>
                  <a:pt x="116586" y="0"/>
                </a:moveTo>
                <a:lnTo>
                  <a:pt x="0" y="66294"/>
                </a:lnTo>
                <a:lnTo>
                  <a:pt x="116586" y="66294"/>
                </a:lnTo>
                <a:close/>
              </a:path>
            </a:pathLst>
          </a:custGeom>
          <a:solidFill>
            <a:schemeClr val="accent1"/>
          </a:solidFill>
          <a:ln>
            <a:noFill/>
          </a:ln>
        </p:spPr>
      </p:sp>
      <p:sp>
        <p:nvSpPr>
          <p:cNvPr id="2094" name="Google Shape;2094;p23"/>
          <p:cNvSpPr/>
          <p:nvPr/>
        </p:nvSpPr>
        <p:spPr>
          <a:xfrm flipH="1">
            <a:off x="-20" y="4482718"/>
            <a:ext cx="1162071" cy="660785"/>
          </a:xfrm>
          <a:custGeom>
            <a:avLst/>
            <a:gdLst/>
            <a:ahLst/>
            <a:cxnLst/>
            <a:rect l="l" t="t" r="r" b="b"/>
            <a:pathLst>
              <a:path w="116586" h="66294" extrusionOk="0">
                <a:moveTo>
                  <a:pt x="116586" y="0"/>
                </a:moveTo>
                <a:lnTo>
                  <a:pt x="0" y="66294"/>
                </a:lnTo>
                <a:lnTo>
                  <a:pt x="116586" y="66294"/>
                </a:lnTo>
                <a:close/>
              </a:path>
            </a:pathLst>
          </a:custGeom>
          <a:solidFill>
            <a:schemeClr val="lt2"/>
          </a:solidFill>
          <a:ln>
            <a:noFill/>
          </a:ln>
        </p:spPr>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09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099"/>
        <p:cNvGrpSpPr/>
        <p:nvPr/>
      </p:nvGrpSpPr>
      <p:grpSpPr>
        <a:xfrm>
          <a:off x="0" y="0"/>
          <a:ext cx="0" cy="0"/>
          <a:chOff x="0" y="0"/>
          <a:chExt cx="0" cy="0"/>
        </a:xfrm>
      </p:grpSpPr>
      <p:sp>
        <p:nvSpPr>
          <p:cNvPr id="2100" name="Google Shape;2100;p2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4.xml"/><Relationship Id="rId1" Type="http://schemas.openxmlformats.org/officeDocument/2006/relationships/slideLayout" Target="../slideLayouts/slideLayout2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Questrial"/>
              <a:buNone/>
              <a:defRPr sz="2800">
                <a:solidFill>
                  <a:schemeClr val="dk1"/>
                </a:solidFill>
                <a:latin typeface="Questrial"/>
                <a:ea typeface="Questrial"/>
                <a:cs typeface="Questrial"/>
                <a:sym typeface="Questrial"/>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2"/>
              </a:buClr>
              <a:buSzPts val="1400"/>
              <a:buFont typeface="Abel"/>
              <a:buChar char="●"/>
              <a:defRPr>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095"/>
        <p:cNvGrpSpPr/>
        <p:nvPr/>
      </p:nvGrpSpPr>
      <p:grpSpPr>
        <a:xfrm>
          <a:off x="0" y="0"/>
          <a:ext cx="0" cy="0"/>
          <a:chOff x="0" y="0"/>
          <a:chExt cx="0" cy="0"/>
        </a:xfrm>
      </p:grpSpPr>
      <p:sp>
        <p:nvSpPr>
          <p:cNvPr id="2096" name="Google Shape;2096;p2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097" name="Google Shape;2097;p2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0" r:id="rId1"/>
    <p:sldLayoutId id="2147483671"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hyperlink" Target="https://www.flaticon.com/?utm_source=slidesgo_template&amp;utm_medium=referral-link&amp;utm_campaign=promo-slide&amp;utm_term=slidesgo&amp;utm_content=flaticon" TargetMode="External"/><Relationship Id="rId3" Type="http://schemas.openxmlformats.org/officeDocument/2006/relationships/slide" Target="slide38.xml"/><Relationship Id="rId7" Type="http://schemas.openxmlformats.org/officeDocument/2006/relationships/slide" Target="slide40.xml"/><Relationship Id="rId12" Type="http://schemas.openxmlformats.org/officeDocument/2006/relationships/hyperlink" Target="https://www.freepik.com/?utm_source=slidesgo_template&amp;utm_medium=referral-link&amp;utm_campaign=promo-slide&amp;utm_term=slidesgo&amp;utm_content=freepik" TargetMode="External"/><Relationship Id="rId2" Type="http://schemas.openxmlformats.org/officeDocument/2006/relationships/notesSlide" Target="../notesSlides/notesSlide6.xml"/><Relationship Id="rId16" Type="http://schemas.openxmlformats.org/officeDocument/2006/relationships/hyperlink" Target="https://vidfy.com/?utm_source=slidesgo_template&amp;utm_medium=referral-link&amp;utm_campaign=promo-slide&amp;utm_term=slidesgo&amp;utm_content=vidfy" TargetMode="External"/><Relationship Id="rId1" Type="http://schemas.openxmlformats.org/officeDocument/2006/relationships/slideLayout" Target="../slideLayouts/slideLayout3.xml"/><Relationship Id="rId6" Type="http://schemas.openxmlformats.org/officeDocument/2006/relationships/slide" Target="slide32.xml"/><Relationship Id="rId11" Type="http://schemas.openxmlformats.org/officeDocument/2006/relationships/hyperlink" Target="http://bit.ly/33VAFh3" TargetMode="External"/><Relationship Id="rId5" Type="http://schemas.openxmlformats.org/officeDocument/2006/relationships/slide" Target="slide34.xml"/><Relationship Id="rId15"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bit.ly/30B07Gq" TargetMode="External"/><Relationship Id="rId4" Type="http://schemas.openxmlformats.org/officeDocument/2006/relationships/slide" Target="slide35.xml"/><Relationship Id="rId9" Type="http://schemas.openxmlformats.org/officeDocument/2006/relationships/hyperlink" Target="http://bit.ly/2Tynxth" TargetMode="External"/><Relationship Id="rId14"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3.xml"/><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7.xml"/><Relationship Id="rId1" Type="http://schemas.openxmlformats.org/officeDocument/2006/relationships/slideLayout" Target="../slideLayouts/slideLayout5.xml"/><Relationship Id="rId5" Type="http://schemas.openxmlformats.org/officeDocument/2006/relationships/image" Target="../media/image10.png"/><Relationship Id="rId4" Type="http://schemas.openxmlformats.org/officeDocument/2006/relationships/hyperlink" Target="https://docs.google.com/spreadsheets/d/1pSpT7nRB5CRRgIwN7OkgT7UsKUiX9HOD0Ntvt21V0mg/copy#gid=1364826426" TargetMode="External"/></Relationships>
</file>

<file path=ppt/slides/_rels/slide19.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7.xml"/><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8.xml"/><Relationship Id="rId1" Type="http://schemas.openxmlformats.org/officeDocument/2006/relationships/slideLayout" Target="../slideLayouts/slideLayout5.xml"/><Relationship Id="rId5" Type="http://schemas.openxmlformats.org/officeDocument/2006/relationships/image" Target="../media/image15.png"/><Relationship Id="rId4" Type="http://schemas.openxmlformats.org/officeDocument/2006/relationships/hyperlink" Target="https://docs.google.com/spreadsheets/d/1pSpT7nRB5CRRgIwN7OkgT7UsKUiX9HOD0Ntvt21V0mg/copy#gid=1064325169" TargetMode="External"/></Relationships>
</file>

<file path=ppt/slides/_rels/slide3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9.xml"/><Relationship Id="rId1" Type="http://schemas.openxmlformats.org/officeDocument/2006/relationships/slideLayout" Target="../slideLayouts/slideLayout14.xml"/></Relationships>
</file>

<file path=ppt/slides/_rels/slide31.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30.xml"/><Relationship Id="rId1" Type="http://schemas.openxmlformats.org/officeDocument/2006/relationships/slideLayout" Target="../slideLayouts/slideLayout5.xml"/><Relationship Id="rId4" Type="http://schemas.openxmlformats.org/officeDocument/2006/relationships/image" Target="../media/image18.jpg"/></Relationships>
</file>

<file path=ppt/slides/_rels/slide3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1.xml"/><Relationship Id="rId1" Type="http://schemas.openxmlformats.org/officeDocument/2006/relationships/slideLayout" Target="../slideLayouts/slideLayout19.xml"/><Relationship Id="rId4" Type="http://schemas.openxmlformats.org/officeDocument/2006/relationships/image" Target="../media/image13.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33.xml"/><Relationship Id="rId1" Type="http://schemas.openxmlformats.org/officeDocument/2006/relationships/slideLayout" Target="../slideLayouts/slideLayout3.xml"/><Relationship Id="rId4" Type="http://schemas.openxmlformats.org/officeDocument/2006/relationships/image" Target="../media/image8.png"/></Relationships>
</file>

<file path=ppt/slides/_rels/slide35.xml.rels><?xml version="1.0" encoding="UTF-8" standalone="yes"?>
<Relationships xmlns="http://schemas.openxmlformats.org/package/2006/relationships"><Relationship Id="rId8" Type="http://schemas.openxmlformats.org/officeDocument/2006/relationships/hyperlink" Target="https://www.flaticon.com/packs/ecommerce-40/?utm_source=slidesgo_template&amp;utm_medium=referral-link&amp;utm_campaign=sg_resources&amp;utm_content=flaticon" TargetMode="External"/><Relationship Id="rId13" Type="http://schemas.openxmlformats.org/officeDocument/2006/relationships/hyperlink" Target="https://www.freepik.com/free-vector/online-service-set_26763751.htm#page=2&amp;position=27&amp;from_view=undefined/?utm_source=slidesgo_template&amp;utm_medium=referral-link&amp;utm_campaign=sg_resources&amp;utm_content=freepik" TargetMode="External"/><Relationship Id="rId3" Type="http://schemas.openxmlformats.org/officeDocument/2006/relationships/hyperlink" Target="https://www.freepik.com/free-photo/young-woman-doing-her-shopping-online_20546124.htm?query=buy%20online%20happy/?utm_source=slidesgo_template&amp;utm_medium=referral-link&amp;utm_campaign=sg_resources&amp;utm_content=freepik" TargetMode="External"/><Relationship Id="rId7" Type="http://schemas.openxmlformats.org/officeDocument/2006/relationships/hyperlink" Target="https://www.freepik.com/premium-photo/teamwork-meeting-with-business-people_12162223.htm#&amp;position=1&amp;from_view=undefined/?utm_source=slidesgo_template&amp;utm_medium=referral-link&amp;utm_campaign=sg_resources&amp;utm_content=freepik" TargetMode="External"/><Relationship Id="rId12" Type="http://schemas.openxmlformats.org/officeDocument/2006/relationships/hyperlink" Target="https://www.freepik.com/free-vector/isometric-people-online-shopping_4324834.htm#page=2&amp;position=35&amp;from_view=undefined/?utm_source=slidesgo_template&amp;utm_medium=referral-link&amp;utm_campaign=sg_resources&amp;utm_content=freepik" TargetMode="External"/><Relationship Id="rId2" Type="http://schemas.openxmlformats.org/officeDocument/2006/relationships/notesSlide" Target="../notesSlides/notesSlide34.xml"/><Relationship Id="rId1" Type="http://schemas.openxmlformats.org/officeDocument/2006/relationships/slideLayout" Target="../slideLayouts/slideLayout15.xml"/><Relationship Id="rId6" Type="http://schemas.openxmlformats.org/officeDocument/2006/relationships/hyperlink" Target="https://www.freepik.com/free-photo/medium-shot-women-talking_12689840.htm#&amp;position=3&amp;from_view=undefined/?utm_source=slidesgo_template&amp;utm_medium=referral-link&amp;utm_campaign=sg_resources&amp;utm_content=freepik" TargetMode="External"/><Relationship Id="rId11" Type="http://schemas.openxmlformats.org/officeDocument/2006/relationships/hyperlink" Target="https://www.freepik.com/free-vector/delivery-door-screen-concept_4283972.htm#page=2&amp;position=37&amp;from_view=undefined/?utm_source=slidesgo_template&amp;utm_medium=referral-link&amp;utm_campaign=sg_resources&amp;utm_content=freepik" TargetMode="External"/><Relationship Id="rId5" Type="http://schemas.openxmlformats.org/officeDocument/2006/relationships/hyperlink" Target="https://www.freepik.com/free-photo/woman-with-shopping-bags-talking-phone_5714389.htm#&amp;position=5&amp;from_view=undefined/?utm_source=slidesgo_template&amp;utm_medium=referral-link&amp;utm_campaign=sg_resources&amp;utm_content=freepik" TargetMode="External"/><Relationship Id="rId10" Type="http://schemas.openxmlformats.org/officeDocument/2006/relationships/hyperlink" Target="https://www.freepik.com/free-vector/isometric-online-shopping-illustration-concept-with-square-compositions-smartphones-shop-fronts-carts-with-people_16217706.htm#page=3&amp;position=1&amp;from_view=undefined/?utm_source=slidesgo_template&amp;utm_medium=referral-link&amp;utm_campaign=sg_resources&amp;utm_content=freepik" TargetMode="External"/><Relationship Id="rId4" Type="http://schemas.openxmlformats.org/officeDocument/2006/relationships/hyperlink" Target="https://www.freepik.com/free-photo/businesspeople-meeting-office-hand-shake_13296754.htm#&amp;position=1&amp;from_view=undefined/?utm_source=slidesgo_template&amp;utm_medium=referral-link&amp;utm_campaign=sg_resources&amp;utm_content=freepik" TargetMode="External"/><Relationship Id="rId9" Type="http://schemas.openxmlformats.org/officeDocument/2006/relationships/hyperlink" Target="https://www.flaticon.com/packs/birthday-100/?utm_source=slidesgo_template&amp;utm_medium=referral-link&amp;utm_campaign=sg_resources&amp;utm_content=flaticon" TargetMode="External"/><Relationship Id="rId14" Type="http://schemas.openxmlformats.org/officeDocument/2006/relationships/hyperlink" Target="https://www.freepik.com/free-vector/isometric-cyber-monday-sale-background_18330409.htm#&amp;position=33&amp;from_view=undefined/?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35.xml"/><Relationship Id="rId1" Type="http://schemas.openxmlformats.org/officeDocument/2006/relationships/slideLayout" Target="../slideLayouts/slideLayout24.xml"/><Relationship Id="rId6" Type="http://schemas.openxmlformats.org/officeDocument/2006/relationships/slide" Target="slide32.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6.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2.xml"/></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Questrial" TargetMode="External"/><Relationship Id="rId2" Type="http://schemas.openxmlformats.org/officeDocument/2006/relationships/notesSlide" Target="../notesSlides/notesSlide37.xml"/><Relationship Id="rId1" Type="http://schemas.openxmlformats.org/officeDocument/2006/relationships/slideLayout" Target="../slideLayouts/slideLayout24.xml"/><Relationship Id="rId4" Type="http://schemas.openxmlformats.org/officeDocument/2006/relationships/hyperlink" Target="https://fonts.google.com/specimen/Abel"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4.png"/><Relationship Id="rId2" Type="http://schemas.openxmlformats.org/officeDocument/2006/relationships/notesSlide" Target="../notesSlides/notesSlide38.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2.png"/><Relationship Id="rId4" Type="http://schemas.openxmlformats.org/officeDocument/2006/relationships/image" Target="../media/image20.png"/><Relationship Id="rId9" Type="http://schemas.openxmlformats.org/officeDocument/2006/relationships/image" Target="../media/image21.png"/></Relationships>
</file>

<file path=ppt/slides/_rels/slide4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3.xml"/></Relationships>
</file>

<file path=ppt/slides/_rels/slide46.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3.xml"/></Relationships>
</file>

<file path=ppt/slides/_rels/slide5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2.xml"/><Relationship Id="rId1" Type="http://schemas.openxmlformats.org/officeDocument/2006/relationships/slideLayout" Target="../slideLayouts/slideLayout23.xml"/><Relationship Id="rId4" Type="http://schemas.openxmlformats.org/officeDocument/2006/relationships/image" Target="../media/image2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104"/>
        <p:cNvGrpSpPr/>
        <p:nvPr/>
      </p:nvGrpSpPr>
      <p:grpSpPr>
        <a:xfrm>
          <a:off x="0" y="0"/>
          <a:ext cx="0" cy="0"/>
          <a:chOff x="0" y="0"/>
          <a:chExt cx="0" cy="0"/>
        </a:xfrm>
      </p:grpSpPr>
      <p:pic>
        <p:nvPicPr>
          <p:cNvPr id="2105" name="Google Shape;2105;p27"/>
          <p:cNvPicPr preferRelativeResize="0"/>
          <p:nvPr/>
        </p:nvPicPr>
        <p:blipFill rotWithShape="1">
          <a:blip r:embed="rId3">
            <a:alphaModFix/>
          </a:blip>
          <a:srcRect l="11582" r="19924"/>
          <a:stretch/>
        </p:blipFill>
        <p:spPr>
          <a:xfrm>
            <a:off x="323850" y="811650"/>
            <a:ext cx="2619374" cy="4025576"/>
          </a:xfrm>
          <a:prstGeom prst="rect">
            <a:avLst/>
          </a:prstGeom>
          <a:noFill/>
          <a:ln>
            <a:noFill/>
          </a:ln>
        </p:spPr>
      </p:pic>
      <p:grpSp>
        <p:nvGrpSpPr>
          <p:cNvPr id="2106" name="Google Shape;2106;p27"/>
          <p:cNvGrpSpPr/>
          <p:nvPr/>
        </p:nvGrpSpPr>
        <p:grpSpPr>
          <a:xfrm flipH="1">
            <a:off x="4539677" y="3559026"/>
            <a:ext cx="579743" cy="1134819"/>
            <a:chOff x="4921825" y="870250"/>
            <a:chExt cx="407925" cy="798550"/>
          </a:xfrm>
        </p:grpSpPr>
        <p:sp>
          <p:nvSpPr>
            <p:cNvPr id="2107" name="Google Shape;2107;p27"/>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7"/>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7"/>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7"/>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7"/>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7"/>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7"/>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7"/>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7"/>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7"/>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7"/>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7"/>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7"/>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7"/>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7"/>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7"/>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7"/>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7"/>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7"/>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7"/>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7"/>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7"/>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7"/>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7"/>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7"/>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7"/>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7"/>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7"/>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7"/>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7"/>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8" name="Google Shape;2138;p27"/>
          <p:cNvGrpSpPr/>
          <p:nvPr/>
        </p:nvGrpSpPr>
        <p:grpSpPr>
          <a:xfrm flipH="1">
            <a:off x="2061092" y="346326"/>
            <a:ext cx="593164" cy="1161172"/>
            <a:chOff x="4921825" y="870250"/>
            <a:chExt cx="407925" cy="798550"/>
          </a:xfrm>
        </p:grpSpPr>
        <p:sp>
          <p:nvSpPr>
            <p:cNvPr id="2139" name="Google Shape;2139;p27"/>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7"/>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7"/>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7"/>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7"/>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7"/>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7"/>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7"/>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7"/>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7"/>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7"/>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7"/>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7"/>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7"/>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7"/>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7"/>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7"/>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7"/>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7"/>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7"/>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7"/>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7"/>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7"/>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7"/>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7"/>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7"/>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7"/>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7"/>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7"/>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7"/>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 name="Google Shape;2169;p27"/>
          <p:cNvGrpSpPr/>
          <p:nvPr/>
        </p:nvGrpSpPr>
        <p:grpSpPr>
          <a:xfrm flipH="1">
            <a:off x="7601956" y="310954"/>
            <a:ext cx="579743" cy="1134819"/>
            <a:chOff x="4921825" y="870250"/>
            <a:chExt cx="407925" cy="798550"/>
          </a:xfrm>
        </p:grpSpPr>
        <p:sp>
          <p:nvSpPr>
            <p:cNvPr id="2170" name="Google Shape;2170;p27"/>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7"/>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7"/>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7"/>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7"/>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7"/>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7"/>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7"/>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7"/>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7"/>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7"/>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7"/>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7"/>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7"/>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7"/>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7"/>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7"/>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7"/>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7"/>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7"/>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7"/>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7"/>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7"/>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7"/>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7"/>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7"/>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7"/>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7"/>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7"/>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7"/>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0" name="Google Shape;2200;p27"/>
          <p:cNvSpPr/>
          <p:nvPr/>
        </p:nvSpPr>
        <p:spPr>
          <a:xfrm flipH="1">
            <a:off x="2736492" y="2528550"/>
            <a:ext cx="5610600" cy="3186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7"/>
          <p:cNvSpPr txBox="1">
            <a:spLocks noGrp="1"/>
          </p:cNvSpPr>
          <p:nvPr>
            <p:ph type="ctrTitle"/>
          </p:nvPr>
        </p:nvSpPr>
        <p:spPr>
          <a:xfrm>
            <a:off x="2410578" y="1804372"/>
            <a:ext cx="6367800" cy="17070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US" b="0" i="0" dirty="0">
                <a:solidFill>
                  <a:srgbClr val="0D0D0D"/>
                </a:solidFill>
                <a:effectLst/>
                <a:highlight>
                  <a:srgbClr val="FFFFFF"/>
                </a:highlight>
                <a:latin typeface="Söhne"/>
              </a:rPr>
              <a:t>"Navigating the Future: Predictive Analytics for Online Retail Sales  Trends"? </a:t>
            </a:r>
            <a:endParaRPr dirty="0">
              <a:solidFill>
                <a:srgbClr val="212121"/>
              </a:solidFill>
            </a:endParaRPr>
          </a:p>
        </p:txBody>
      </p:sp>
      <p:sp>
        <p:nvSpPr>
          <p:cNvPr id="4" name="TextBox 3">
            <a:extLst>
              <a:ext uri="{FF2B5EF4-FFF2-40B4-BE49-F238E27FC236}">
                <a16:creationId xmlns:a16="http://schemas.microsoft.com/office/drawing/2014/main" id="{2D496FB7-CA80-246B-D332-58449988B04D}"/>
              </a:ext>
            </a:extLst>
          </p:cNvPr>
          <p:cNvSpPr txBox="1"/>
          <p:nvPr/>
        </p:nvSpPr>
        <p:spPr>
          <a:xfrm>
            <a:off x="5200650" y="3511373"/>
            <a:ext cx="3730777" cy="954107"/>
          </a:xfrm>
          <a:prstGeom prst="rect">
            <a:avLst/>
          </a:prstGeom>
          <a:noFill/>
        </p:spPr>
        <p:txBody>
          <a:bodyPr wrap="square" rtlCol="0">
            <a:spAutoFit/>
          </a:bodyPr>
          <a:lstStyle/>
          <a:p>
            <a:pPr algn="ctr"/>
            <a:r>
              <a:rPr lang="en-US" dirty="0"/>
              <a:t>PROJECT BY: </a:t>
            </a:r>
          </a:p>
          <a:p>
            <a:pPr algn="ctr"/>
            <a:r>
              <a:rPr lang="en-US" dirty="0"/>
              <a:t>SRI NIKITA DESETTY</a:t>
            </a:r>
          </a:p>
          <a:p>
            <a:pPr algn="ctr"/>
            <a:r>
              <a:rPr lang="en-US" dirty="0"/>
              <a:t>TRILOK DHANEKULA</a:t>
            </a:r>
          </a:p>
          <a:p>
            <a:pPr algn="ctr"/>
            <a:r>
              <a:rPr lang="en-US" dirty="0"/>
              <a:t>HEMANTH KUMAR KOTHAPALLI</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302"/>
        <p:cNvGrpSpPr/>
        <p:nvPr/>
      </p:nvGrpSpPr>
      <p:grpSpPr>
        <a:xfrm>
          <a:off x="0" y="0"/>
          <a:ext cx="0" cy="0"/>
          <a:chOff x="0" y="0"/>
          <a:chExt cx="0" cy="0"/>
        </a:xfrm>
      </p:grpSpPr>
      <p:sp>
        <p:nvSpPr>
          <p:cNvPr id="2303" name="Google Shape;2303;p32"/>
          <p:cNvSpPr/>
          <p:nvPr/>
        </p:nvSpPr>
        <p:spPr>
          <a:xfrm rot="10800000" flipH="1">
            <a:off x="717599" y="1741900"/>
            <a:ext cx="1313700" cy="5796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2"/>
          <p:cNvSpPr txBox="1">
            <a:spLocks noGrp="1"/>
          </p:cNvSpPr>
          <p:nvPr>
            <p:ph type="title"/>
          </p:nvPr>
        </p:nvSpPr>
        <p:spPr>
          <a:xfrm>
            <a:off x="717599" y="2352150"/>
            <a:ext cx="5862815"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INTRODUCTION</a:t>
            </a:r>
            <a:endParaRPr dirty="0"/>
          </a:p>
        </p:txBody>
      </p:sp>
      <p:sp>
        <p:nvSpPr>
          <p:cNvPr id="2305" name="Google Shape;2305;p32"/>
          <p:cNvSpPr txBox="1">
            <a:spLocks noGrp="1"/>
          </p:cNvSpPr>
          <p:nvPr>
            <p:ph type="title" idx="2"/>
          </p:nvPr>
        </p:nvSpPr>
        <p:spPr>
          <a:xfrm>
            <a:off x="715100" y="1608716"/>
            <a:ext cx="1535400" cy="65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01</a:t>
            </a:r>
            <a:endParaRPr dirty="0"/>
          </a:p>
        </p:txBody>
      </p:sp>
      <p:sp>
        <p:nvSpPr>
          <p:cNvPr id="2306" name="Google Shape;2306;p32"/>
          <p:cNvSpPr txBox="1">
            <a:spLocks noGrp="1"/>
          </p:cNvSpPr>
          <p:nvPr>
            <p:ph type="subTitle" idx="1"/>
          </p:nvPr>
        </p:nvSpPr>
        <p:spPr>
          <a:xfrm>
            <a:off x="715100" y="3193950"/>
            <a:ext cx="4017900" cy="421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enter a subtitle here if you need it</a:t>
            </a:r>
            <a:endParaRPr/>
          </a:p>
        </p:txBody>
      </p:sp>
      <p:pic>
        <p:nvPicPr>
          <p:cNvPr id="2307" name="Google Shape;2307;p32"/>
          <p:cNvPicPr preferRelativeResize="0"/>
          <p:nvPr/>
        </p:nvPicPr>
        <p:blipFill>
          <a:blip r:embed="rId3">
            <a:alphaModFix/>
          </a:blip>
          <a:stretch>
            <a:fillRect/>
          </a:stretch>
        </p:blipFill>
        <p:spPr>
          <a:xfrm>
            <a:off x="5808141" y="1288198"/>
            <a:ext cx="2489475" cy="311635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320"/>
        <p:cNvGrpSpPr/>
        <p:nvPr/>
      </p:nvGrpSpPr>
      <p:grpSpPr>
        <a:xfrm>
          <a:off x="0" y="0"/>
          <a:ext cx="0" cy="0"/>
          <a:chOff x="0" y="0"/>
          <a:chExt cx="0" cy="0"/>
        </a:xfrm>
      </p:grpSpPr>
      <p:sp>
        <p:nvSpPr>
          <p:cNvPr id="2321" name="Google Shape;2321;p34"/>
          <p:cNvSpPr/>
          <p:nvPr/>
        </p:nvSpPr>
        <p:spPr>
          <a:xfrm>
            <a:off x="1229450" y="101114"/>
            <a:ext cx="4389600" cy="603300"/>
          </a:xfrm>
          <a:prstGeom prst="rect">
            <a:avLst/>
          </a:prstGeom>
          <a:solidFill>
            <a:schemeClr val="accent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dirty="0"/>
          </a:p>
        </p:txBody>
      </p:sp>
      <p:pic>
        <p:nvPicPr>
          <p:cNvPr id="2323" name="Google Shape;2323;p34"/>
          <p:cNvPicPr preferRelativeResize="0"/>
          <p:nvPr/>
        </p:nvPicPr>
        <p:blipFill>
          <a:blip r:embed="rId3">
            <a:alphaModFix/>
          </a:blip>
          <a:stretch>
            <a:fillRect/>
          </a:stretch>
        </p:blipFill>
        <p:spPr>
          <a:xfrm>
            <a:off x="6586825" y="1080675"/>
            <a:ext cx="2147700" cy="3241650"/>
          </a:xfrm>
          <a:prstGeom prst="rect">
            <a:avLst/>
          </a:prstGeom>
          <a:noFill/>
          <a:ln>
            <a:noFill/>
          </a:ln>
        </p:spPr>
      </p:pic>
      <p:grpSp>
        <p:nvGrpSpPr>
          <p:cNvPr id="2324" name="Google Shape;2324;p34"/>
          <p:cNvGrpSpPr/>
          <p:nvPr/>
        </p:nvGrpSpPr>
        <p:grpSpPr>
          <a:xfrm>
            <a:off x="343817" y="128279"/>
            <a:ext cx="579743" cy="1134819"/>
            <a:chOff x="4921825" y="870250"/>
            <a:chExt cx="407925" cy="798550"/>
          </a:xfrm>
        </p:grpSpPr>
        <p:sp>
          <p:nvSpPr>
            <p:cNvPr id="2325" name="Google Shape;2325;p34"/>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4"/>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4"/>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4"/>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4"/>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4"/>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4"/>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4"/>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4"/>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4"/>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4"/>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4"/>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4"/>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4"/>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4"/>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4"/>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4"/>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4"/>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4"/>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4"/>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4"/>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4"/>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34"/>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34"/>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34"/>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4"/>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34"/>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34"/>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34"/>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34"/>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5" name="Google Shape;2355;p34"/>
          <p:cNvGrpSpPr/>
          <p:nvPr/>
        </p:nvGrpSpPr>
        <p:grpSpPr>
          <a:xfrm>
            <a:off x="4667342" y="3792129"/>
            <a:ext cx="579743" cy="1134819"/>
            <a:chOff x="4921825" y="870250"/>
            <a:chExt cx="407925" cy="798550"/>
          </a:xfrm>
        </p:grpSpPr>
        <p:sp>
          <p:nvSpPr>
            <p:cNvPr id="2356" name="Google Shape;2356;p34"/>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4"/>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4"/>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4"/>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4"/>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4"/>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4"/>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4"/>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4"/>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4"/>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4"/>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4"/>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4"/>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4"/>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4"/>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4"/>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4"/>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4"/>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4"/>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4"/>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4"/>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4"/>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4"/>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4"/>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4"/>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4"/>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4"/>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4"/>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4"/>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4"/>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Box 3">
            <a:extLst>
              <a:ext uri="{FF2B5EF4-FFF2-40B4-BE49-F238E27FC236}">
                <a16:creationId xmlns:a16="http://schemas.microsoft.com/office/drawing/2014/main" id="{C1B02657-3C82-A44E-A58E-972FAE400E66}"/>
              </a:ext>
            </a:extLst>
          </p:cNvPr>
          <p:cNvSpPr txBox="1"/>
          <p:nvPr/>
        </p:nvSpPr>
        <p:spPr>
          <a:xfrm>
            <a:off x="1025033" y="965497"/>
            <a:ext cx="4596493" cy="2462213"/>
          </a:xfrm>
          <a:prstGeom prst="rect">
            <a:avLst/>
          </a:prstGeom>
          <a:noFill/>
        </p:spPr>
        <p:txBody>
          <a:bodyPr wrap="square" rtlCol="0">
            <a:spAutoFit/>
          </a:bodyPr>
          <a:lstStyle/>
          <a:p>
            <a:r>
              <a:rPr lang="en-US" b="0" i="0" dirty="0">
                <a:solidFill>
                  <a:srgbClr val="0D0D0D"/>
                </a:solidFill>
                <a:effectLst/>
                <a:highlight>
                  <a:srgbClr val="FFFFFF"/>
                </a:highlight>
                <a:latin typeface="+mj-lt"/>
              </a:rPr>
              <a:t> In today's competitive market landscape, businesses must excel in managing sales, inventory, and overall operations. Our project leverages advanced data mining techniques to delve into sales trends, forecast future demands, and enhance operational efficiencies. By understanding the dynamics of sales and minimizing product returns, we aim to boost customer satisfaction and streamline business processes. This presentation will explore key relationships within a comprehensive dataset to tackle these pressing business challenges effectively.</a:t>
            </a:r>
            <a:endParaRPr lang="en-US" dirty="0">
              <a:latin typeface="+mj-lt"/>
            </a:endParaRPr>
          </a:p>
        </p:txBody>
      </p:sp>
      <p:sp>
        <p:nvSpPr>
          <p:cNvPr id="5" name="TextBox 4">
            <a:extLst>
              <a:ext uri="{FF2B5EF4-FFF2-40B4-BE49-F238E27FC236}">
                <a16:creationId xmlns:a16="http://schemas.microsoft.com/office/drawing/2014/main" id="{105CFBA7-1735-7015-74EE-3FE38450B0DF}"/>
              </a:ext>
            </a:extLst>
          </p:cNvPr>
          <p:cNvSpPr txBox="1"/>
          <p:nvPr/>
        </p:nvSpPr>
        <p:spPr>
          <a:xfrm>
            <a:off x="1454345" y="234219"/>
            <a:ext cx="4164705" cy="400110"/>
          </a:xfrm>
          <a:prstGeom prst="rect">
            <a:avLst/>
          </a:prstGeom>
          <a:noFill/>
        </p:spPr>
        <p:txBody>
          <a:bodyPr wrap="square" rtlCol="0">
            <a:spAutoFit/>
          </a:bodyPr>
          <a:lstStyle/>
          <a:p>
            <a:r>
              <a:rPr lang="en-US" sz="2000" b="1" dirty="0"/>
              <a:t>INTRODUCTION</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395"/>
        <p:cNvGrpSpPr/>
        <p:nvPr/>
      </p:nvGrpSpPr>
      <p:grpSpPr>
        <a:xfrm>
          <a:off x="0" y="0"/>
          <a:ext cx="0" cy="0"/>
          <a:chOff x="0" y="0"/>
          <a:chExt cx="0" cy="0"/>
        </a:xfrm>
      </p:grpSpPr>
      <p:sp>
        <p:nvSpPr>
          <p:cNvPr id="2396" name="Google Shape;2396;p36"/>
          <p:cNvSpPr/>
          <p:nvPr/>
        </p:nvSpPr>
        <p:spPr>
          <a:xfrm>
            <a:off x="713225" y="1994325"/>
            <a:ext cx="30873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6"/>
          <p:cNvSpPr txBox="1">
            <a:spLocks noGrp="1"/>
          </p:cNvSpPr>
          <p:nvPr>
            <p:ph type="ctrTitle"/>
          </p:nvPr>
        </p:nvSpPr>
        <p:spPr>
          <a:xfrm>
            <a:off x="941162" y="435903"/>
            <a:ext cx="3858900" cy="62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endParaRPr dirty="0"/>
          </a:p>
        </p:txBody>
      </p:sp>
      <p:sp>
        <p:nvSpPr>
          <p:cNvPr id="2398" name="Google Shape;2398;p36"/>
          <p:cNvSpPr txBox="1">
            <a:spLocks noGrp="1"/>
          </p:cNvSpPr>
          <p:nvPr>
            <p:ph type="subTitle" idx="1"/>
          </p:nvPr>
        </p:nvSpPr>
        <p:spPr>
          <a:xfrm>
            <a:off x="373082" y="1258360"/>
            <a:ext cx="4198918" cy="2248445"/>
          </a:xfrm>
          <a:prstGeom prst="rect">
            <a:avLst/>
          </a:prstGeom>
        </p:spPr>
        <p:txBody>
          <a:bodyPr spcFirstLastPara="1" wrap="square" lIns="91425" tIns="91425" rIns="91425" bIns="91425" anchor="t" anchorCtr="0">
            <a:noAutofit/>
          </a:bodyPr>
          <a:lstStyle/>
          <a:p>
            <a:pPr algn="l">
              <a:buFont typeface="Arial" panose="020B0604020202020204" pitchFamily="34" charset="0"/>
              <a:buChar char="•"/>
            </a:pPr>
            <a:r>
              <a:rPr lang="en-US" sz="1600" b="1" i="0" dirty="0">
                <a:solidFill>
                  <a:srgbClr val="0D0D0D"/>
                </a:solidFill>
                <a:effectLst/>
                <a:highlight>
                  <a:srgbClr val="FFFFFF"/>
                </a:highlight>
                <a:latin typeface="+mj-lt"/>
              </a:rPr>
              <a:t>Purpose:</a:t>
            </a:r>
            <a:r>
              <a:rPr lang="en-US" sz="1600" b="0" i="0" dirty="0">
                <a:solidFill>
                  <a:srgbClr val="0D0D0D"/>
                </a:solidFill>
                <a:effectLst/>
                <a:highlight>
                  <a:srgbClr val="FFFFFF"/>
                </a:highlight>
                <a:latin typeface="+mj-lt"/>
              </a:rPr>
              <a:t> Overview of why managing sales, inventory, and operations effectively is crucial for competitive advantage.</a:t>
            </a:r>
          </a:p>
          <a:p>
            <a:pPr algn="l">
              <a:buFont typeface="Arial" panose="020B0604020202020204" pitchFamily="34" charset="0"/>
              <a:buChar char="•"/>
            </a:pPr>
            <a:endParaRPr lang="en-US" sz="1600" b="0" i="0" dirty="0">
              <a:solidFill>
                <a:srgbClr val="0D0D0D"/>
              </a:solidFill>
              <a:effectLst/>
              <a:highlight>
                <a:srgbClr val="FFFFFF"/>
              </a:highlight>
              <a:latin typeface="+mj-lt"/>
            </a:endParaRPr>
          </a:p>
          <a:p>
            <a:pPr algn="l">
              <a:buFont typeface="Arial" panose="020B0604020202020204" pitchFamily="34" charset="0"/>
              <a:buChar char="•"/>
            </a:pPr>
            <a:r>
              <a:rPr lang="en-US" sz="1600" b="1" i="0" dirty="0">
                <a:solidFill>
                  <a:srgbClr val="0D0D0D"/>
                </a:solidFill>
                <a:effectLst/>
                <a:highlight>
                  <a:srgbClr val="FFFFFF"/>
                </a:highlight>
                <a:latin typeface="+mj-lt"/>
              </a:rPr>
              <a:t>Goals:</a:t>
            </a:r>
            <a:r>
              <a:rPr lang="en-US" sz="1600" b="0" i="0" dirty="0">
                <a:solidFill>
                  <a:srgbClr val="0D0D0D"/>
                </a:solidFill>
                <a:effectLst/>
                <a:highlight>
                  <a:srgbClr val="FFFFFF"/>
                </a:highlight>
                <a:latin typeface="+mj-lt"/>
              </a:rPr>
              <a:t> To analyze sales trends, forecast future sales, optimize processes, and minimize product returns using data-driven insights.</a:t>
            </a:r>
          </a:p>
          <a:p>
            <a:pPr marL="0" lvl="0" indent="0" algn="l" rtl="0">
              <a:spcBef>
                <a:spcPts val="0"/>
              </a:spcBef>
              <a:spcAft>
                <a:spcPts val="0"/>
              </a:spcAft>
              <a:buClr>
                <a:schemeClr val="dk1"/>
              </a:buClr>
              <a:buSzPts val="1100"/>
              <a:buFont typeface="Arial"/>
              <a:buNone/>
            </a:pPr>
            <a:endParaRPr sz="1600" dirty="0">
              <a:latin typeface="+mj-lt"/>
            </a:endParaRPr>
          </a:p>
        </p:txBody>
      </p:sp>
      <p:grpSp>
        <p:nvGrpSpPr>
          <p:cNvPr id="2399" name="Google Shape;2399;p36"/>
          <p:cNvGrpSpPr/>
          <p:nvPr/>
        </p:nvGrpSpPr>
        <p:grpSpPr>
          <a:xfrm>
            <a:off x="2429792" y="3633729"/>
            <a:ext cx="579743" cy="1134819"/>
            <a:chOff x="4921825" y="870250"/>
            <a:chExt cx="407925" cy="798550"/>
          </a:xfrm>
        </p:grpSpPr>
        <p:sp>
          <p:nvSpPr>
            <p:cNvPr id="2400" name="Google Shape;2400;p36"/>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6"/>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6"/>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6"/>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6"/>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6"/>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6"/>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6"/>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6"/>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6"/>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6"/>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6"/>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6"/>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6"/>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6"/>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6"/>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6"/>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6"/>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6"/>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6"/>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6"/>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6"/>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6"/>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36"/>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36"/>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6"/>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6"/>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6"/>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6"/>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6"/>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0" name="Google Shape;2430;p36"/>
          <p:cNvGrpSpPr/>
          <p:nvPr/>
        </p:nvGrpSpPr>
        <p:grpSpPr>
          <a:xfrm>
            <a:off x="361419" y="169600"/>
            <a:ext cx="579743" cy="1134819"/>
            <a:chOff x="4921825" y="870250"/>
            <a:chExt cx="407925" cy="798550"/>
          </a:xfrm>
        </p:grpSpPr>
        <p:sp>
          <p:nvSpPr>
            <p:cNvPr id="2431" name="Google Shape;2431;p36"/>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6"/>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36"/>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6"/>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6"/>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6"/>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6"/>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6"/>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6"/>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6"/>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6"/>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6"/>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6"/>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6"/>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6"/>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6"/>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6"/>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6"/>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6"/>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6"/>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6"/>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6"/>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6"/>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6"/>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36"/>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36"/>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6"/>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6"/>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6"/>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6"/>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461" name="Google Shape;2461;p36"/>
          <p:cNvPicPr preferRelativeResize="0"/>
          <p:nvPr/>
        </p:nvPicPr>
        <p:blipFill>
          <a:blip r:embed="rId3">
            <a:alphaModFix/>
          </a:blip>
          <a:stretch>
            <a:fillRect/>
          </a:stretch>
        </p:blipFill>
        <p:spPr>
          <a:xfrm>
            <a:off x="5174450" y="895400"/>
            <a:ext cx="3712375" cy="4013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Subtitle 9">
            <a:extLst>
              <a:ext uri="{FF2B5EF4-FFF2-40B4-BE49-F238E27FC236}">
                <a16:creationId xmlns:a16="http://schemas.microsoft.com/office/drawing/2014/main" id="{897AD2E8-A3C5-10E1-DB6E-E350896D39C3}"/>
              </a:ext>
            </a:extLst>
          </p:cNvPr>
          <p:cNvSpPr>
            <a:spLocks noGrp="1"/>
          </p:cNvSpPr>
          <p:nvPr>
            <p:ph type="subTitle" idx="1"/>
          </p:nvPr>
        </p:nvSpPr>
        <p:spPr>
          <a:xfrm>
            <a:off x="541775" y="1874343"/>
            <a:ext cx="3858900" cy="1043400"/>
          </a:xfrm>
        </p:spPr>
        <p:txBody>
          <a:bodyPr/>
          <a:lstStyle/>
          <a:p>
            <a:r>
              <a:rPr lang="en-US" sz="2800" b="1" dirty="0">
                <a:latin typeface="+mj-lt"/>
              </a:rPr>
              <a:t>Research question</a:t>
            </a:r>
          </a:p>
        </p:txBody>
      </p:sp>
      <p:sp>
        <p:nvSpPr>
          <p:cNvPr id="11" name="Google Shape;2303;p32">
            <a:extLst>
              <a:ext uri="{FF2B5EF4-FFF2-40B4-BE49-F238E27FC236}">
                <a16:creationId xmlns:a16="http://schemas.microsoft.com/office/drawing/2014/main" id="{452726B3-944D-EDFC-8C79-6AFED600EC70}"/>
              </a:ext>
            </a:extLst>
          </p:cNvPr>
          <p:cNvSpPr/>
          <p:nvPr/>
        </p:nvSpPr>
        <p:spPr>
          <a:xfrm flipH="1">
            <a:off x="713225" y="1203057"/>
            <a:ext cx="1313700" cy="5796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dirty="0"/>
              <a:t>02</a:t>
            </a:r>
          </a:p>
        </p:txBody>
      </p:sp>
    </p:spTree>
    <p:extLst>
      <p:ext uri="{BB962C8B-B14F-4D97-AF65-F5344CB8AC3E}">
        <p14:creationId xmlns:p14="http://schemas.microsoft.com/office/powerpoint/2010/main" val="174289415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294"/>
        <p:cNvGrpSpPr/>
        <p:nvPr/>
      </p:nvGrpSpPr>
      <p:grpSpPr>
        <a:xfrm>
          <a:off x="0" y="0"/>
          <a:ext cx="0" cy="0"/>
          <a:chOff x="0" y="0"/>
          <a:chExt cx="0" cy="0"/>
        </a:xfrm>
      </p:grpSpPr>
      <p:sp>
        <p:nvSpPr>
          <p:cNvPr id="2295" name="Google Shape;2295;p31"/>
          <p:cNvSpPr/>
          <p:nvPr/>
        </p:nvSpPr>
        <p:spPr>
          <a:xfrm rot="10800000" flipH="1">
            <a:off x="4914741" y="252914"/>
            <a:ext cx="4042200" cy="5691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1"/>
          <p:cNvSpPr txBox="1">
            <a:spLocks noGrp="1"/>
          </p:cNvSpPr>
          <p:nvPr>
            <p:ph type="title"/>
          </p:nvPr>
        </p:nvSpPr>
        <p:spPr>
          <a:xfrm>
            <a:off x="3611391" y="-175486"/>
            <a:ext cx="5059800" cy="142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2000" b="1" dirty="0">
                <a:latin typeface="+mj-lt"/>
              </a:rPr>
              <a:t>Research Question</a:t>
            </a:r>
            <a:endParaRPr sz="2000" b="1" dirty="0">
              <a:latin typeface="+mj-lt"/>
            </a:endParaRPr>
          </a:p>
        </p:txBody>
      </p:sp>
      <p:sp>
        <p:nvSpPr>
          <p:cNvPr id="2297" name="Google Shape;2297;p31"/>
          <p:cNvSpPr txBox="1">
            <a:spLocks noGrp="1"/>
          </p:cNvSpPr>
          <p:nvPr>
            <p:ph type="subTitle" idx="1"/>
          </p:nvPr>
        </p:nvSpPr>
        <p:spPr>
          <a:xfrm>
            <a:off x="3369100" y="1678813"/>
            <a:ext cx="5059800" cy="2043962"/>
          </a:xfrm>
          <a:prstGeom prst="rect">
            <a:avLst/>
          </a:prstGeom>
        </p:spPr>
        <p:txBody>
          <a:bodyPr spcFirstLastPara="1" wrap="square" lIns="91425" tIns="91425" rIns="91425" bIns="91425" anchor="ctr" anchorCtr="0">
            <a:noAutofit/>
          </a:bodyPr>
          <a:lstStyle/>
          <a:p>
            <a:pPr algn="l">
              <a:buFont typeface="Arial" panose="020B0604020202020204" pitchFamily="34" charset="0"/>
              <a:buChar char="•"/>
            </a:pPr>
            <a:r>
              <a:rPr lang="en-US" b="1" i="0" dirty="0">
                <a:solidFill>
                  <a:srgbClr val="0D0D0D"/>
                </a:solidFill>
                <a:effectLst/>
                <a:highlight>
                  <a:srgbClr val="FFFFFF"/>
                </a:highlight>
                <a:latin typeface="Söhne"/>
              </a:rPr>
              <a:t>Main Question:</a:t>
            </a:r>
            <a:r>
              <a:rPr lang="en-US" b="0" i="0" dirty="0">
                <a:solidFill>
                  <a:srgbClr val="0D0D0D"/>
                </a:solidFill>
                <a:effectLst/>
                <a:highlight>
                  <a:srgbClr val="FFFFFF"/>
                </a:highlight>
                <a:latin typeface="Söhne"/>
              </a:rPr>
              <a:t> How do sales trends differ across products, geographical areas, and time periods?</a:t>
            </a:r>
          </a:p>
          <a:p>
            <a:pPr marL="139700" indent="0" algn="l"/>
            <a:endParaRPr lang="en-US" b="0" i="0" dirty="0">
              <a:solidFill>
                <a:srgbClr val="0D0D0D"/>
              </a:solidFill>
              <a:effectLst/>
              <a:highlight>
                <a:srgbClr val="FFFFFF"/>
              </a:highlight>
              <a:latin typeface="Söhne"/>
            </a:endParaRPr>
          </a:p>
          <a:p>
            <a:pPr algn="l">
              <a:buFont typeface="Arial" panose="020B0604020202020204" pitchFamily="34" charset="0"/>
              <a:buChar char="•"/>
            </a:pPr>
            <a:r>
              <a:rPr lang="en-US" b="1" i="0" dirty="0">
                <a:solidFill>
                  <a:srgbClr val="0D0D0D"/>
                </a:solidFill>
                <a:effectLst/>
                <a:highlight>
                  <a:srgbClr val="FFFFFF"/>
                </a:highlight>
                <a:latin typeface="Söhne"/>
              </a:rPr>
              <a:t>Objectives:</a:t>
            </a:r>
            <a:endParaRPr lang="en-US" b="0" i="0" dirty="0">
              <a:solidFill>
                <a:srgbClr val="0D0D0D"/>
              </a:solidFill>
              <a:effectLst/>
              <a:highlight>
                <a:srgbClr val="FFFFFF"/>
              </a:highlight>
              <a:latin typeface="Söhne"/>
            </a:endParaRPr>
          </a:p>
          <a:p>
            <a:pPr marL="742950" lvl="1" indent="-285750" algn="l">
              <a:buFont typeface="Arial" panose="020B0604020202020204" pitchFamily="34" charset="0"/>
              <a:buChar char="•"/>
            </a:pPr>
            <a:r>
              <a:rPr lang="en-US" sz="1600" b="0" i="0" dirty="0">
                <a:solidFill>
                  <a:srgbClr val="0D0D0D"/>
                </a:solidFill>
                <a:effectLst/>
                <a:highlight>
                  <a:srgbClr val="FFFFFF"/>
                </a:highlight>
                <a:latin typeface="Söhne"/>
              </a:rPr>
              <a:t>Analyze sales patterns to gain insights into customer engagement.</a:t>
            </a:r>
          </a:p>
          <a:p>
            <a:pPr marL="742950" lvl="1" indent="-285750" algn="l">
              <a:buFont typeface="Arial" panose="020B0604020202020204" pitchFamily="34" charset="0"/>
              <a:buChar char="•"/>
            </a:pPr>
            <a:r>
              <a:rPr lang="en-US" sz="1600" b="0" i="0" dirty="0">
                <a:solidFill>
                  <a:srgbClr val="0D0D0D"/>
                </a:solidFill>
                <a:effectLst/>
                <a:highlight>
                  <a:srgbClr val="FFFFFF"/>
                </a:highlight>
                <a:latin typeface="Söhne"/>
              </a:rPr>
              <a:t>Uncover consumer preferences and purchasing behaviors.</a:t>
            </a:r>
          </a:p>
          <a:p>
            <a:pPr marL="742950" lvl="1" indent="-285750" algn="l">
              <a:buFont typeface="Arial" panose="020B0604020202020204" pitchFamily="34" charset="0"/>
              <a:buChar char="•"/>
            </a:pPr>
            <a:r>
              <a:rPr lang="en-US" sz="1600" b="0" i="0" dirty="0">
                <a:solidFill>
                  <a:srgbClr val="0D0D0D"/>
                </a:solidFill>
                <a:effectLst/>
                <a:highlight>
                  <a:srgbClr val="FFFFFF"/>
                </a:highlight>
                <a:latin typeface="Söhne"/>
              </a:rPr>
              <a:t>Explore geographical variations in sales to identify market opportunities.</a:t>
            </a:r>
          </a:p>
          <a:p>
            <a:pPr marL="742950" lvl="1" indent="-285750" algn="l">
              <a:buFont typeface="Arial" panose="020B0604020202020204" pitchFamily="34" charset="0"/>
              <a:buChar char="•"/>
            </a:pPr>
            <a:r>
              <a:rPr lang="en-US" sz="1600" b="0" i="0" dirty="0">
                <a:solidFill>
                  <a:srgbClr val="0D0D0D"/>
                </a:solidFill>
                <a:effectLst/>
                <a:highlight>
                  <a:srgbClr val="FFFFFF"/>
                </a:highlight>
                <a:latin typeface="Söhne"/>
              </a:rPr>
              <a:t>Use predictive analytics to support strategic business decisions.</a:t>
            </a:r>
          </a:p>
          <a:p>
            <a:pPr marL="0" lvl="0" indent="0" algn="ctr" rtl="0">
              <a:spcBef>
                <a:spcPts val="0"/>
              </a:spcBef>
              <a:spcAft>
                <a:spcPts val="0"/>
              </a:spcAft>
              <a:buClr>
                <a:schemeClr val="dk1"/>
              </a:buClr>
              <a:buSzPts val="1100"/>
              <a:buFont typeface="Arial"/>
              <a:buNone/>
            </a:pPr>
            <a:endParaRPr dirty="0"/>
          </a:p>
        </p:txBody>
      </p:sp>
      <p:pic>
        <p:nvPicPr>
          <p:cNvPr id="2298" name="Google Shape;2298;p31"/>
          <p:cNvPicPr preferRelativeResize="0"/>
          <p:nvPr/>
        </p:nvPicPr>
        <p:blipFill>
          <a:blip r:embed="rId3">
            <a:alphaModFix/>
          </a:blip>
          <a:stretch>
            <a:fillRect/>
          </a:stretch>
        </p:blipFill>
        <p:spPr>
          <a:xfrm>
            <a:off x="574129" y="1025200"/>
            <a:ext cx="2267525" cy="3107375"/>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205"/>
        <p:cNvGrpSpPr/>
        <p:nvPr/>
      </p:nvGrpSpPr>
      <p:grpSpPr>
        <a:xfrm>
          <a:off x="0" y="0"/>
          <a:ext cx="0" cy="0"/>
          <a:chOff x="0" y="0"/>
          <a:chExt cx="0" cy="0"/>
        </a:xfrm>
      </p:grpSpPr>
      <p:sp>
        <p:nvSpPr>
          <p:cNvPr id="2206" name="Google Shape;2206;p28"/>
          <p:cNvSpPr/>
          <p:nvPr/>
        </p:nvSpPr>
        <p:spPr>
          <a:xfrm>
            <a:off x="1804525" y="685975"/>
            <a:ext cx="55755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rgbClr val="191919"/>
                </a:solidFill>
              </a:rPr>
              <a:t>CONTENTS OF THIS TEMPLATE</a:t>
            </a:r>
            <a:endParaRPr/>
          </a:p>
        </p:txBody>
      </p:sp>
      <p:sp>
        <p:nvSpPr>
          <p:cNvPr id="2208" name="Google Shape;2208;p28"/>
          <p:cNvSpPr txBox="1">
            <a:spLocks noGrp="1"/>
          </p:cNvSpPr>
          <p:nvPr>
            <p:ph type="body" idx="1"/>
          </p:nvPr>
        </p:nvSpPr>
        <p:spPr>
          <a:xfrm>
            <a:off x="720000" y="1152475"/>
            <a:ext cx="7704000" cy="679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b="1">
                <a:solidFill>
                  <a:schemeClr val="accent6"/>
                </a:solidFill>
              </a:rPr>
              <a:t>This is a slide structure based on a marketing presentation</a:t>
            </a:r>
            <a:endParaRPr b="1">
              <a:solidFill>
                <a:schemeClr val="accent6"/>
              </a:solidFill>
            </a:endParaRPr>
          </a:p>
          <a:p>
            <a:pPr marL="0" lvl="0" indent="0" algn="l" rtl="0">
              <a:spcBef>
                <a:spcPts val="0"/>
              </a:spcBef>
              <a:spcAft>
                <a:spcPts val="0"/>
              </a:spcAft>
              <a:buClr>
                <a:schemeClr val="dk1"/>
              </a:buClr>
              <a:buSzPts val="1100"/>
              <a:buFont typeface="Arial"/>
              <a:buNone/>
            </a:pPr>
            <a:r>
              <a:rPr lang="en">
                <a:solidFill>
                  <a:schemeClr val="dk2"/>
                </a:solidFill>
              </a:rPr>
              <a:t>You can delete this slide when you’re done editing the presentation</a:t>
            </a:r>
            <a:endParaRPr>
              <a:solidFill>
                <a:schemeClr val="dk2"/>
              </a:solidFill>
            </a:endParaRPr>
          </a:p>
        </p:txBody>
      </p:sp>
      <p:graphicFrame>
        <p:nvGraphicFramePr>
          <p:cNvPr id="2209" name="Google Shape;2209;p28"/>
          <p:cNvGraphicFramePr/>
          <p:nvPr/>
        </p:nvGraphicFramePr>
        <p:xfrm>
          <a:off x="720000" y="1903275"/>
          <a:ext cx="7704000" cy="1966950"/>
        </p:xfrm>
        <a:graphic>
          <a:graphicData uri="http://schemas.openxmlformats.org/drawingml/2006/table">
            <a:tbl>
              <a:tblPr>
                <a:noFill/>
                <a:tableStyleId>{5523365D-2D8C-41E8-AB08-E5754EFEE760}</a:tableStyleId>
              </a:tblPr>
              <a:tblGrid>
                <a:gridCol w="2873000">
                  <a:extLst>
                    <a:ext uri="{9D8B030D-6E8A-4147-A177-3AD203B41FA5}">
                      <a16:colId xmlns:a16="http://schemas.microsoft.com/office/drawing/2014/main" val="20000"/>
                    </a:ext>
                  </a:extLst>
                </a:gridCol>
                <a:gridCol w="4831000">
                  <a:extLst>
                    <a:ext uri="{9D8B030D-6E8A-4147-A177-3AD203B41FA5}">
                      <a16:colId xmlns:a16="http://schemas.microsoft.com/office/drawing/2014/main" val="20001"/>
                    </a:ext>
                  </a:extLst>
                </a:gridCol>
              </a:tblGrid>
              <a:tr h="327825">
                <a:tc>
                  <a:txBody>
                    <a:bodyPr/>
                    <a:lstStyle/>
                    <a:p>
                      <a:pPr marL="0" lvl="0" indent="0" algn="l" rtl="0">
                        <a:spcBef>
                          <a:spcPts val="0"/>
                        </a:spcBef>
                        <a:spcAft>
                          <a:spcPts val="0"/>
                        </a:spcAft>
                        <a:buNone/>
                      </a:pPr>
                      <a:r>
                        <a:rPr lang="en" sz="1100" b="1">
                          <a:solidFill>
                            <a:schemeClr val="dk1"/>
                          </a:solidFill>
                          <a:uFill>
                            <a:noFill/>
                          </a:uFill>
                          <a:latin typeface="Questrial"/>
                          <a:ea typeface="Questrial"/>
                          <a:cs typeface="Questrial"/>
                          <a:sym typeface="Questrial"/>
                          <a:hlinkClick r:id="rId3" action="ppaction://hlinksldjump">
                            <a:extLst>
                              <a:ext uri="{A12FA001-AC4F-418D-AE19-62706E023703}">
                                <ahyp:hlinkClr xmlns:ahyp="http://schemas.microsoft.com/office/drawing/2018/hyperlinkcolor" val="tx"/>
                              </a:ext>
                            </a:extLst>
                          </a:hlinkClick>
                        </a:rPr>
                        <a:t>FONTS</a:t>
                      </a:r>
                      <a:endParaRPr sz="1100" b="1">
                        <a:solidFill>
                          <a:schemeClr val="dk1"/>
                        </a:solidFill>
                        <a:latin typeface="Questrial"/>
                        <a:ea typeface="Questrial"/>
                        <a:cs typeface="Questrial"/>
                        <a:sym typeface="Questrial"/>
                      </a:endParaRPr>
                    </a:p>
                  </a:txBody>
                  <a:tcPr marL="91425" marR="91425" marT="0" marB="0" anchor="ctr">
                    <a:lnL w="28575"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28575" cap="flat" cmpd="sng">
                      <a:solidFill>
                        <a:schemeClr val="dk1">
                          <a:alpha val="0"/>
                        </a:schemeClr>
                      </a:solidFill>
                      <a:prstDash val="dot"/>
                      <a:round/>
                      <a:headEnd type="none" w="sm" len="sm"/>
                      <a:tailEnd type="none" w="sm" len="sm"/>
                    </a:lnT>
                    <a:lnB w="28575" cap="flat" cmpd="sng">
                      <a:solidFill>
                        <a:schemeClr val="dk1">
                          <a:alpha val="0"/>
                        </a:schemeClr>
                      </a:solidFill>
                      <a:prstDash val="dot"/>
                      <a:round/>
                      <a:headEnd type="none" w="sm" len="sm"/>
                      <a:tailEnd type="none" w="sm" len="sm"/>
                    </a:lnB>
                    <a:solidFill>
                      <a:srgbClr val="E6B8AF">
                        <a:alpha val="70770"/>
                      </a:srgbClr>
                    </a:solidFill>
                  </a:tcPr>
                </a:tc>
                <a:tc>
                  <a:txBody>
                    <a:bodyPr/>
                    <a:lstStyle/>
                    <a:p>
                      <a:pPr marL="0" lvl="0" indent="0" algn="l" rtl="0">
                        <a:spcBef>
                          <a:spcPts val="0"/>
                        </a:spcBef>
                        <a:spcAft>
                          <a:spcPts val="1600"/>
                        </a:spcAft>
                        <a:buNone/>
                      </a:pPr>
                      <a:r>
                        <a:rPr lang="en" sz="1100">
                          <a:solidFill>
                            <a:schemeClr val="dk2"/>
                          </a:solidFill>
                          <a:latin typeface="Abel"/>
                          <a:ea typeface="Abel"/>
                          <a:cs typeface="Abel"/>
                          <a:sym typeface="Abel"/>
                        </a:rPr>
                        <a:t>To view this template correctly in PowerPoint, download and install the fonts we used</a:t>
                      </a:r>
                      <a:endParaRPr sz="1100">
                        <a:solidFill>
                          <a:schemeClr val="dk2"/>
                        </a:solidFill>
                        <a:latin typeface="Abel"/>
                        <a:ea typeface="Abel"/>
                        <a:cs typeface="Abel"/>
                        <a:sym typeface="Abel"/>
                      </a:endParaRPr>
                    </a:p>
                  </a:txBody>
                  <a:tcPr marL="91425" marR="91425" marT="0" marB="0" anchor="ctr">
                    <a:lnL w="19050"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19050" cap="flat" cmpd="sng">
                      <a:solidFill>
                        <a:schemeClr val="dk1">
                          <a:alpha val="0"/>
                        </a:schemeClr>
                      </a:solidFill>
                      <a:prstDash val="dot"/>
                      <a:round/>
                      <a:headEnd type="none" w="sm" len="sm"/>
                      <a:tailEnd type="none" w="sm" len="sm"/>
                    </a:lnT>
                    <a:lnB w="19050" cap="flat" cmpd="sng">
                      <a:solidFill>
                        <a:schemeClr val="dk1">
                          <a:alpha val="0"/>
                        </a:schemeClr>
                      </a:solidFill>
                      <a:prstDash val="dot"/>
                      <a:round/>
                      <a:headEnd type="none" w="sm" len="sm"/>
                      <a:tailEnd type="none" w="sm" len="sm"/>
                    </a:lnB>
                    <a:solidFill>
                      <a:srgbClr val="E6B8AF">
                        <a:alpha val="70770"/>
                      </a:srgbClr>
                    </a:solidFill>
                  </a:tcPr>
                </a:tc>
                <a:extLst>
                  <a:ext uri="{0D108BD9-81ED-4DB2-BD59-A6C34878D82A}">
                    <a16:rowId xmlns:a16="http://schemas.microsoft.com/office/drawing/2014/main" val="10000"/>
                  </a:ext>
                </a:extLst>
              </a:tr>
              <a:tr h="327825">
                <a:tc>
                  <a:txBody>
                    <a:bodyPr/>
                    <a:lstStyle/>
                    <a:p>
                      <a:pPr marL="0" lvl="0" indent="0" algn="l" rtl="0">
                        <a:spcBef>
                          <a:spcPts val="0"/>
                        </a:spcBef>
                        <a:spcAft>
                          <a:spcPts val="0"/>
                        </a:spcAft>
                        <a:buNone/>
                      </a:pPr>
                      <a:r>
                        <a:rPr lang="en" sz="1100" b="1">
                          <a:solidFill>
                            <a:schemeClr val="dk1"/>
                          </a:solidFill>
                          <a:uFill>
                            <a:noFill/>
                          </a:uFill>
                          <a:latin typeface="Questrial"/>
                          <a:ea typeface="Questrial"/>
                          <a:cs typeface="Questrial"/>
                          <a:sym typeface="Questrial"/>
                          <a:hlinkClick r:id="rId4" action="ppaction://hlinksldjump">
                            <a:extLst>
                              <a:ext uri="{A12FA001-AC4F-418D-AE19-62706E023703}">
                                <ahyp:hlinkClr xmlns:ahyp="http://schemas.microsoft.com/office/drawing/2018/hyperlinkcolor" val="tx"/>
                              </a:ext>
                            </a:extLst>
                          </a:hlinkClick>
                        </a:rPr>
                        <a:t>USED AND</a:t>
                      </a:r>
                      <a:r>
                        <a:rPr lang="en" sz="1100" b="1">
                          <a:solidFill>
                            <a:schemeClr val="dk1"/>
                          </a:solidFill>
                          <a:latin typeface="Questrial"/>
                          <a:ea typeface="Questrial"/>
                          <a:cs typeface="Questrial"/>
                          <a:sym typeface="Questrial"/>
                        </a:rPr>
                        <a:t> </a:t>
                      </a:r>
                      <a:r>
                        <a:rPr lang="en" sz="1100" b="1">
                          <a:solidFill>
                            <a:schemeClr val="dk1"/>
                          </a:solidFill>
                          <a:uFill>
                            <a:noFill/>
                          </a:uFill>
                          <a:latin typeface="Questrial"/>
                          <a:ea typeface="Questrial"/>
                          <a:cs typeface="Questrial"/>
                          <a:sym typeface="Questrial"/>
                          <a:hlinkClick r:id="rId5" action="ppaction://hlinksldjump">
                            <a:extLst>
                              <a:ext uri="{A12FA001-AC4F-418D-AE19-62706E023703}">
                                <ahyp:hlinkClr xmlns:ahyp="http://schemas.microsoft.com/office/drawing/2018/hyperlinkcolor" val="tx"/>
                              </a:ext>
                            </a:extLst>
                          </a:hlinkClick>
                        </a:rPr>
                        <a:t>ALTERNATIVE RESOURCES</a:t>
                      </a:r>
                      <a:endParaRPr sz="1100" b="1">
                        <a:solidFill>
                          <a:schemeClr val="dk1"/>
                        </a:solidFill>
                        <a:latin typeface="Questrial"/>
                        <a:ea typeface="Questrial"/>
                        <a:cs typeface="Questrial"/>
                        <a:sym typeface="Questrial"/>
                      </a:endParaRPr>
                    </a:p>
                  </a:txBody>
                  <a:tcPr marL="91425" marR="91425" marT="0" marB="0" anchor="ctr">
                    <a:lnL w="28575"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28575" cap="flat" cmpd="sng">
                      <a:solidFill>
                        <a:schemeClr val="dk1">
                          <a:alpha val="0"/>
                        </a:schemeClr>
                      </a:solidFill>
                      <a:prstDash val="dot"/>
                      <a:round/>
                      <a:headEnd type="none" w="sm" len="sm"/>
                      <a:tailEnd type="none" w="sm" len="sm"/>
                    </a:lnT>
                    <a:lnB w="28575" cap="flat" cmpd="sng">
                      <a:solidFill>
                        <a:schemeClr val="dk1">
                          <a:alpha val="0"/>
                        </a:schemeClr>
                      </a:solidFill>
                      <a:prstDash val="dot"/>
                      <a:round/>
                      <a:headEnd type="none" w="sm" len="sm"/>
                      <a:tailEnd type="none" w="sm" len="sm"/>
                    </a:lnB>
                    <a:solidFill>
                      <a:srgbClr val="EFE4C8">
                        <a:alpha val="28490"/>
                      </a:srgbClr>
                    </a:solidFill>
                  </a:tcPr>
                </a:tc>
                <a:tc>
                  <a:txBody>
                    <a:bodyPr/>
                    <a:lstStyle/>
                    <a:p>
                      <a:pPr marL="0" marR="0" lvl="0" indent="0" algn="l" rtl="0">
                        <a:lnSpc>
                          <a:spcPct val="100000"/>
                        </a:lnSpc>
                        <a:spcBef>
                          <a:spcPts val="0"/>
                        </a:spcBef>
                        <a:spcAft>
                          <a:spcPts val="1600"/>
                        </a:spcAft>
                        <a:buNone/>
                      </a:pPr>
                      <a:r>
                        <a:rPr lang="en" sz="1100">
                          <a:solidFill>
                            <a:schemeClr val="dk2"/>
                          </a:solidFill>
                          <a:latin typeface="Abel"/>
                          <a:ea typeface="Abel"/>
                          <a:cs typeface="Abel"/>
                          <a:sym typeface="Abel"/>
                        </a:rPr>
                        <a:t>An assortment of graphic resources that are suitable for use in this presentation</a:t>
                      </a:r>
                      <a:endParaRPr sz="1100">
                        <a:solidFill>
                          <a:schemeClr val="dk2"/>
                        </a:solidFill>
                        <a:latin typeface="Abel"/>
                        <a:ea typeface="Abel"/>
                        <a:cs typeface="Abel"/>
                        <a:sym typeface="Abel"/>
                      </a:endParaRPr>
                    </a:p>
                  </a:txBody>
                  <a:tcPr marL="91425" marR="91425" marT="0" marB="0" anchor="ctr">
                    <a:lnL w="19050"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19050" cap="flat" cmpd="sng">
                      <a:solidFill>
                        <a:schemeClr val="dk1">
                          <a:alpha val="0"/>
                        </a:schemeClr>
                      </a:solidFill>
                      <a:prstDash val="dot"/>
                      <a:round/>
                      <a:headEnd type="none" w="sm" len="sm"/>
                      <a:tailEnd type="none" w="sm" len="sm"/>
                    </a:lnT>
                    <a:lnB w="19050" cap="flat" cmpd="sng">
                      <a:solidFill>
                        <a:schemeClr val="dk1">
                          <a:alpha val="0"/>
                        </a:schemeClr>
                      </a:solidFill>
                      <a:prstDash val="dot"/>
                      <a:round/>
                      <a:headEnd type="none" w="sm" len="sm"/>
                      <a:tailEnd type="none" w="sm" len="sm"/>
                    </a:lnB>
                    <a:solidFill>
                      <a:srgbClr val="EFE4C8">
                        <a:alpha val="28490"/>
                      </a:srgbClr>
                    </a:solidFill>
                  </a:tcPr>
                </a:tc>
                <a:extLst>
                  <a:ext uri="{0D108BD9-81ED-4DB2-BD59-A6C34878D82A}">
                    <a16:rowId xmlns:a16="http://schemas.microsoft.com/office/drawing/2014/main" val="10001"/>
                  </a:ext>
                </a:extLst>
              </a:tr>
              <a:tr h="327825">
                <a:tc>
                  <a:txBody>
                    <a:bodyPr/>
                    <a:lstStyle/>
                    <a:p>
                      <a:pPr marL="0" lvl="0" indent="0" algn="l" rtl="0">
                        <a:spcBef>
                          <a:spcPts val="0"/>
                        </a:spcBef>
                        <a:spcAft>
                          <a:spcPts val="0"/>
                        </a:spcAft>
                        <a:buNone/>
                      </a:pPr>
                      <a:r>
                        <a:rPr lang="en" sz="1100" b="1">
                          <a:solidFill>
                            <a:schemeClr val="dk1"/>
                          </a:solidFill>
                          <a:uFill>
                            <a:noFill/>
                          </a:uFill>
                          <a:latin typeface="Questrial"/>
                          <a:ea typeface="Questrial"/>
                          <a:cs typeface="Questrial"/>
                          <a:sym typeface="Questrial"/>
                          <a:hlinkClick r:id="rId6" action="ppaction://hlinksldjump">
                            <a:extLst>
                              <a:ext uri="{A12FA001-AC4F-418D-AE19-62706E023703}">
                                <ahyp:hlinkClr xmlns:ahyp="http://schemas.microsoft.com/office/drawing/2018/hyperlinkcolor" val="tx"/>
                              </a:ext>
                            </a:extLst>
                          </a:hlinkClick>
                        </a:rPr>
                        <a:t>THANKS SLIDE</a:t>
                      </a:r>
                      <a:endParaRPr sz="1100" b="1">
                        <a:solidFill>
                          <a:schemeClr val="dk1"/>
                        </a:solidFill>
                        <a:latin typeface="Questrial"/>
                        <a:ea typeface="Questrial"/>
                        <a:cs typeface="Questrial"/>
                        <a:sym typeface="Questrial"/>
                      </a:endParaRPr>
                    </a:p>
                  </a:txBody>
                  <a:tcPr marL="91425" marR="91425" marT="0" marB="0" anchor="ctr">
                    <a:lnL w="28575"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28575" cap="flat" cmpd="sng">
                      <a:solidFill>
                        <a:schemeClr val="dk1">
                          <a:alpha val="0"/>
                        </a:schemeClr>
                      </a:solidFill>
                      <a:prstDash val="dot"/>
                      <a:round/>
                      <a:headEnd type="none" w="sm" len="sm"/>
                      <a:tailEnd type="none" w="sm" len="sm"/>
                    </a:lnT>
                    <a:lnB w="28575" cap="flat" cmpd="sng">
                      <a:solidFill>
                        <a:schemeClr val="dk1">
                          <a:alpha val="0"/>
                        </a:schemeClr>
                      </a:solidFill>
                      <a:prstDash val="dot"/>
                      <a:round/>
                      <a:headEnd type="none" w="sm" len="sm"/>
                      <a:tailEnd type="none" w="sm" len="sm"/>
                    </a:lnB>
                    <a:solidFill>
                      <a:srgbClr val="E6B8AF">
                        <a:alpha val="70770"/>
                      </a:srgbClr>
                    </a:solidFill>
                  </a:tcPr>
                </a:tc>
                <a:tc>
                  <a:txBody>
                    <a:bodyPr/>
                    <a:lstStyle/>
                    <a:p>
                      <a:pPr marL="0" lvl="0" indent="0" algn="l" rtl="0">
                        <a:spcBef>
                          <a:spcPts val="0"/>
                        </a:spcBef>
                        <a:spcAft>
                          <a:spcPts val="1600"/>
                        </a:spcAft>
                        <a:buNone/>
                      </a:pPr>
                      <a:r>
                        <a:rPr lang="en" sz="1100">
                          <a:solidFill>
                            <a:schemeClr val="dk2"/>
                          </a:solidFill>
                          <a:latin typeface="Abel"/>
                          <a:ea typeface="Abel"/>
                          <a:cs typeface="Abel"/>
                          <a:sym typeface="Abel"/>
                        </a:rPr>
                        <a:t>You must keep it so that proper credits for our design are given</a:t>
                      </a:r>
                      <a:endParaRPr sz="1100">
                        <a:solidFill>
                          <a:schemeClr val="dk2"/>
                        </a:solidFill>
                        <a:latin typeface="Abel"/>
                        <a:ea typeface="Abel"/>
                        <a:cs typeface="Abel"/>
                        <a:sym typeface="Abel"/>
                      </a:endParaRPr>
                    </a:p>
                  </a:txBody>
                  <a:tcPr marL="91425" marR="91425" marT="0" marB="0" anchor="ctr">
                    <a:lnL w="19050"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19050" cap="flat" cmpd="sng">
                      <a:solidFill>
                        <a:schemeClr val="dk1">
                          <a:alpha val="0"/>
                        </a:schemeClr>
                      </a:solidFill>
                      <a:prstDash val="dot"/>
                      <a:round/>
                      <a:headEnd type="none" w="sm" len="sm"/>
                      <a:tailEnd type="none" w="sm" len="sm"/>
                    </a:lnT>
                    <a:lnB w="19050" cap="flat" cmpd="sng">
                      <a:solidFill>
                        <a:schemeClr val="dk1">
                          <a:alpha val="0"/>
                        </a:schemeClr>
                      </a:solidFill>
                      <a:prstDash val="dot"/>
                      <a:round/>
                      <a:headEnd type="none" w="sm" len="sm"/>
                      <a:tailEnd type="none" w="sm" len="sm"/>
                    </a:lnB>
                    <a:solidFill>
                      <a:srgbClr val="E6B8AF">
                        <a:alpha val="70770"/>
                      </a:srgbClr>
                    </a:solidFill>
                  </a:tcPr>
                </a:tc>
                <a:extLst>
                  <a:ext uri="{0D108BD9-81ED-4DB2-BD59-A6C34878D82A}">
                    <a16:rowId xmlns:a16="http://schemas.microsoft.com/office/drawing/2014/main" val="10002"/>
                  </a:ext>
                </a:extLst>
              </a:tr>
              <a:tr h="327825">
                <a:tc>
                  <a:txBody>
                    <a:bodyPr/>
                    <a:lstStyle/>
                    <a:p>
                      <a:pPr marL="0" lvl="0" indent="0" algn="l" rtl="0">
                        <a:spcBef>
                          <a:spcPts val="0"/>
                        </a:spcBef>
                        <a:spcAft>
                          <a:spcPts val="0"/>
                        </a:spcAft>
                        <a:buNone/>
                      </a:pPr>
                      <a:r>
                        <a:rPr lang="en" sz="1100" b="1">
                          <a:solidFill>
                            <a:schemeClr val="dk1"/>
                          </a:solidFill>
                          <a:uFill>
                            <a:noFill/>
                          </a:uFill>
                          <a:latin typeface="Questrial"/>
                          <a:ea typeface="Questrial"/>
                          <a:cs typeface="Questrial"/>
                          <a:sym typeface="Questrial"/>
                          <a:hlinkClick r:id="rId3" action="ppaction://hlinksldjump">
                            <a:extLst>
                              <a:ext uri="{A12FA001-AC4F-418D-AE19-62706E023703}">
                                <ahyp:hlinkClr xmlns:ahyp="http://schemas.microsoft.com/office/drawing/2018/hyperlinkcolor" val="tx"/>
                              </a:ext>
                            </a:extLst>
                          </a:hlinkClick>
                        </a:rPr>
                        <a:t>COLORS</a:t>
                      </a:r>
                      <a:endParaRPr sz="1100" b="1">
                        <a:solidFill>
                          <a:schemeClr val="dk1"/>
                        </a:solidFill>
                        <a:latin typeface="Questrial"/>
                        <a:ea typeface="Questrial"/>
                        <a:cs typeface="Questrial"/>
                        <a:sym typeface="Questrial"/>
                      </a:endParaRPr>
                    </a:p>
                  </a:txBody>
                  <a:tcPr marL="91425" marR="91425" marT="0" marB="0" anchor="ctr">
                    <a:lnL w="28575"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28575" cap="flat" cmpd="sng">
                      <a:solidFill>
                        <a:schemeClr val="dk1">
                          <a:alpha val="0"/>
                        </a:schemeClr>
                      </a:solidFill>
                      <a:prstDash val="dot"/>
                      <a:round/>
                      <a:headEnd type="none" w="sm" len="sm"/>
                      <a:tailEnd type="none" w="sm" len="sm"/>
                    </a:lnT>
                    <a:lnB w="28575" cap="flat" cmpd="sng">
                      <a:solidFill>
                        <a:schemeClr val="dk1">
                          <a:alpha val="0"/>
                        </a:schemeClr>
                      </a:solidFill>
                      <a:prstDash val="dot"/>
                      <a:round/>
                      <a:headEnd type="none" w="sm" len="sm"/>
                      <a:tailEnd type="none" w="sm" len="sm"/>
                    </a:lnB>
                    <a:solidFill>
                      <a:srgbClr val="EFE4C8">
                        <a:alpha val="28490"/>
                      </a:srgbClr>
                    </a:solidFill>
                  </a:tcPr>
                </a:tc>
                <a:tc>
                  <a:txBody>
                    <a:bodyPr/>
                    <a:lstStyle/>
                    <a:p>
                      <a:pPr marL="0" lvl="0" indent="0" algn="l" rtl="0">
                        <a:spcBef>
                          <a:spcPts val="0"/>
                        </a:spcBef>
                        <a:spcAft>
                          <a:spcPts val="1600"/>
                        </a:spcAft>
                        <a:buNone/>
                      </a:pPr>
                      <a:r>
                        <a:rPr lang="en" sz="1100">
                          <a:solidFill>
                            <a:schemeClr val="dk2"/>
                          </a:solidFill>
                          <a:latin typeface="Abel"/>
                          <a:ea typeface="Abel"/>
                          <a:cs typeface="Abel"/>
                          <a:sym typeface="Abel"/>
                        </a:rPr>
                        <a:t>All the colors used in this presentation</a:t>
                      </a:r>
                      <a:endParaRPr sz="1100">
                        <a:solidFill>
                          <a:schemeClr val="dk2"/>
                        </a:solidFill>
                        <a:latin typeface="Abel"/>
                        <a:ea typeface="Abel"/>
                        <a:cs typeface="Abel"/>
                        <a:sym typeface="Abel"/>
                      </a:endParaRPr>
                    </a:p>
                  </a:txBody>
                  <a:tcPr marL="91425" marR="91425" marT="0" marB="0" anchor="ctr">
                    <a:lnL w="19050"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19050" cap="flat" cmpd="sng">
                      <a:solidFill>
                        <a:schemeClr val="dk1">
                          <a:alpha val="0"/>
                        </a:schemeClr>
                      </a:solidFill>
                      <a:prstDash val="dot"/>
                      <a:round/>
                      <a:headEnd type="none" w="sm" len="sm"/>
                      <a:tailEnd type="none" w="sm" len="sm"/>
                    </a:lnT>
                    <a:lnB w="19050" cap="flat" cmpd="sng">
                      <a:solidFill>
                        <a:schemeClr val="dk1">
                          <a:alpha val="0"/>
                        </a:schemeClr>
                      </a:solidFill>
                      <a:prstDash val="dot"/>
                      <a:round/>
                      <a:headEnd type="none" w="sm" len="sm"/>
                      <a:tailEnd type="none" w="sm" len="sm"/>
                    </a:lnB>
                    <a:solidFill>
                      <a:srgbClr val="EFE4C8">
                        <a:alpha val="28490"/>
                      </a:srgbClr>
                    </a:solidFill>
                  </a:tcPr>
                </a:tc>
                <a:extLst>
                  <a:ext uri="{0D108BD9-81ED-4DB2-BD59-A6C34878D82A}">
                    <a16:rowId xmlns:a16="http://schemas.microsoft.com/office/drawing/2014/main" val="10003"/>
                  </a:ext>
                </a:extLst>
              </a:tr>
              <a:tr h="327825">
                <a:tc>
                  <a:txBody>
                    <a:bodyPr/>
                    <a:lstStyle/>
                    <a:p>
                      <a:pPr marL="0" lvl="0" indent="0" algn="l" rtl="0">
                        <a:spcBef>
                          <a:spcPts val="0"/>
                        </a:spcBef>
                        <a:spcAft>
                          <a:spcPts val="0"/>
                        </a:spcAft>
                        <a:buNone/>
                      </a:pPr>
                      <a:r>
                        <a:rPr lang="en" sz="1100" b="1">
                          <a:solidFill>
                            <a:schemeClr val="dk1"/>
                          </a:solidFill>
                          <a:uFill>
                            <a:noFill/>
                          </a:uFill>
                          <a:latin typeface="Questrial"/>
                          <a:ea typeface="Questrial"/>
                          <a:cs typeface="Questrial"/>
                          <a:sym typeface="Questrial"/>
                          <a:hlinkClick r:id="rId7" action="ppaction://hlinksldjump">
                            <a:extLst>
                              <a:ext uri="{A12FA001-AC4F-418D-AE19-62706E023703}">
                                <ahyp:hlinkClr xmlns:ahyp="http://schemas.microsoft.com/office/drawing/2018/hyperlinkcolor" val="tx"/>
                              </a:ext>
                            </a:extLst>
                          </a:hlinkClick>
                        </a:rPr>
                        <a:t>INFOGRAPHIC RESOURCES</a:t>
                      </a:r>
                      <a:endParaRPr sz="1100" b="1">
                        <a:solidFill>
                          <a:schemeClr val="dk1"/>
                        </a:solidFill>
                        <a:latin typeface="Questrial"/>
                        <a:ea typeface="Questrial"/>
                        <a:cs typeface="Questrial"/>
                        <a:sym typeface="Questrial"/>
                      </a:endParaRPr>
                    </a:p>
                  </a:txBody>
                  <a:tcPr marL="91425" marR="91425" marT="0" marB="0" anchor="ctr">
                    <a:lnL w="28575"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28575" cap="flat" cmpd="sng">
                      <a:solidFill>
                        <a:schemeClr val="dk1">
                          <a:alpha val="0"/>
                        </a:schemeClr>
                      </a:solidFill>
                      <a:prstDash val="dot"/>
                      <a:round/>
                      <a:headEnd type="none" w="sm" len="sm"/>
                      <a:tailEnd type="none" w="sm" len="sm"/>
                    </a:lnT>
                    <a:lnB w="28575" cap="flat" cmpd="sng">
                      <a:solidFill>
                        <a:schemeClr val="dk1">
                          <a:alpha val="0"/>
                        </a:schemeClr>
                      </a:solidFill>
                      <a:prstDash val="dot"/>
                      <a:round/>
                      <a:headEnd type="none" w="sm" len="sm"/>
                      <a:tailEnd type="none" w="sm" len="sm"/>
                    </a:lnB>
                    <a:solidFill>
                      <a:srgbClr val="E6B8AF">
                        <a:alpha val="70770"/>
                      </a:srgbClr>
                    </a:solidFill>
                  </a:tcPr>
                </a:tc>
                <a:tc>
                  <a:txBody>
                    <a:bodyPr/>
                    <a:lstStyle/>
                    <a:p>
                      <a:pPr marL="0" lvl="0" indent="0" algn="l" rtl="0">
                        <a:spcBef>
                          <a:spcPts val="0"/>
                        </a:spcBef>
                        <a:spcAft>
                          <a:spcPts val="0"/>
                        </a:spcAft>
                        <a:buNone/>
                      </a:pPr>
                      <a:r>
                        <a:rPr lang="en" sz="1100">
                          <a:solidFill>
                            <a:schemeClr val="dk2"/>
                          </a:solidFill>
                          <a:latin typeface="Abel"/>
                          <a:ea typeface="Abel"/>
                          <a:cs typeface="Abel"/>
                          <a:sym typeface="Abel"/>
                        </a:rPr>
                        <a:t>These can be used in the template, and their size and color can be edited</a:t>
                      </a:r>
                      <a:endParaRPr sz="1100">
                        <a:solidFill>
                          <a:schemeClr val="dk2"/>
                        </a:solidFill>
                        <a:latin typeface="Abel"/>
                        <a:ea typeface="Abel"/>
                        <a:cs typeface="Abel"/>
                        <a:sym typeface="Abel"/>
                      </a:endParaRPr>
                    </a:p>
                  </a:txBody>
                  <a:tcPr marL="91425" marR="91425" marT="0" marB="0" anchor="ctr">
                    <a:lnL w="19050"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19050" cap="flat" cmpd="sng">
                      <a:solidFill>
                        <a:schemeClr val="dk1">
                          <a:alpha val="0"/>
                        </a:schemeClr>
                      </a:solidFill>
                      <a:prstDash val="dot"/>
                      <a:round/>
                      <a:headEnd type="none" w="sm" len="sm"/>
                      <a:tailEnd type="none" w="sm" len="sm"/>
                    </a:lnT>
                    <a:lnB w="19050" cap="flat" cmpd="sng">
                      <a:solidFill>
                        <a:schemeClr val="dk1">
                          <a:alpha val="0"/>
                        </a:schemeClr>
                      </a:solidFill>
                      <a:prstDash val="dot"/>
                      <a:round/>
                      <a:headEnd type="none" w="sm" len="sm"/>
                      <a:tailEnd type="none" w="sm" len="sm"/>
                    </a:lnB>
                    <a:solidFill>
                      <a:srgbClr val="E6B8AF">
                        <a:alpha val="70770"/>
                      </a:srgbClr>
                    </a:solidFill>
                  </a:tcPr>
                </a:tc>
                <a:extLst>
                  <a:ext uri="{0D108BD9-81ED-4DB2-BD59-A6C34878D82A}">
                    <a16:rowId xmlns:a16="http://schemas.microsoft.com/office/drawing/2014/main" val="10004"/>
                  </a:ext>
                </a:extLst>
              </a:tr>
              <a:tr h="327825">
                <a:tc>
                  <a:txBody>
                    <a:bodyPr/>
                    <a:lstStyle/>
                    <a:p>
                      <a:pPr marL="0" lvl="0" indent="0" algn="l" rtl="0">
                        <a:spcBef>
                          <a:spcPts val="0"/>
                        </a:spcBef>
                        <a:spcAft>
                          <a:spcPts val="0"/>
                        </a:spcAft>
                        <a:buNone/>
                      </a:pPr>
                      <a:r>
                        <a:rPr lang="en" sz="1100" b="1">
                          <a:solidFill>
                            <a:schemeClr val="hlink"/>
                          </a:solidFill>
                          <a:uFill>
                            <a:noFill/>
                          </a:uFill>
                          <a:latin typeface="Questrial"/>
                          <a:ea typeface="Questrial"/>
                          <a:cs typeface="Questrial"/>
                          <a:sym typeface="Questrial"/>
                          <a:hlinkClick r:id="rId8" action="ppaction://hlinksldjump"/>
                        </a:rPr>
                        <a:t>CUSTOMIZABLE ICONS</a:t>
                      </a:r>
                      <a:endParaRPr sz="1100" b="1">
                        <a:solidFill>
                          <a:schemeClr val="dk1"/>
                        </a:solidFill>
                        <a:latin typeface="Questrial"/>
                        <a:ea typeface="Questrial"/>
                        <a:cs typeface="Questrial"/>
                        <a:sym typeface="Questrial"/>
                      </a:endParaRPr>
                    </a:p>
                  </a:txBody>
                  <a:tcPr marL="91425" marR="91425" marT="0" marB="0" anchor="ctr">
                    <a:lnL w="28575"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28575" cap="flat" cmpd="sng">
                      <a:solidFill>
                        <a:schemeClr val="dk1">
                          <a:alpha val="0"/>
                        </a:schemeClr>
                      </a:solidFill>
                      <a:prstDash val="dot"/>
                      <a:round/>
                      <a:headEnd type="none" w="sm" len="sm"/>
                      <a:tailEnd type="none" w="sm" len="sm"/>
                    </a:lnT>
                    <a:lnB w="28575" cap="flat" cmpd="sng">
                      <a:solidFill>
                        <a:schemeClr val="dk1">
                          <a:alpha val="0"/>
                        </a:schemeClr>
                      </a:solidFill>
                      <a:prstDash val="dot"/>
                      <a:round/>
                      <a:headEnd type="none" w="sm" len="sm"/>
                      <a:tailEnd type="none" w="sm" len="sm"/>
                    </a:lnB>
                    <a:solidFill>
                      <a:srgbClr val="EFE4C8">
                        <a:alpha val="28490"/>
                      </a:srgbClr>
                    </a:solidFill>
                  </a:tcPr>
                </a:tc>
                <a:tc>
                  <a:txBody>
                    <a:bodyPr/>
                    <a:lstStyle/>
                    <a:p>
                      <a:pPr marL="0" lvl="0" indent="0" algn="l" rtl="0">
                        <a:spcBef>
                          <a:spcPts val="0"/>
                        </a:spcBef>
                        <a:spcAft>
                          <a:spcPts val="1600"/>
                        </a:spcAft>
                        <a:buNone/>
                      </a:pPr>
                      <a:r>
                        <a:rPr lang="en" sz="1100">
                          <a:solidFill>
                            <a:schemeClr val="dk2"/>
                          </a:solidFill>
                          <a:latin typeface="Abel"/>
                          <a:ea typeface="Abel"/>
                          <a:cs typeface="Abel"/>
                          <a:sym typeface="Abel"/>
                        </a:rPr>
                        <a:t>They are sorted by theme so you can use them in all kinds of presentations</a:t>
                      </a:r>
                      <a:endParaRPr sz="1100">
                        <a:solidFill>
                          <a:schemeClr val="dk2"/>
                        </a:solidFill>
                        <a:latin typeface="Abel"/>
                        <a:ea typeface="Abel"/>
                        <a:cs typeface="Abel"/>
                        <a:sym typeface="Abel"/>
                      </a:endParaRPr>
                    </a:p>
                  </a:txBody>
                  <a:tcPr marL="91425" marR="91425" marT="0" marB="0" anchor="ctr">
                    <a:lnL w="19050" cap="flat" cmpd="sng">
                      <a:solidFill>
                        <a:schemeClr val="dk1">
                          <a:alpha val="0"/>
                        </a:schemeClr>
                      </a:solidFill>
                      <a:prstDash val="dot"/>
                      <a:round/>
                      <a:headEnd type="none" w="sm" len="sm"/>
                      <a:tailEnd type="none" w="sm" len="sm"/>
                    </a:lnL>
                    <a:lnR w="19050" cap="flat" cmpd="sng">
                      <a:solidFill>
                        <a:schemeClr val="dk1">
                          <a:alpha val="0"/>
                        </a:schemeClr>
                      </a:solidFill>
                      <a:prstDash val="dot"/>
                      <a:round/>
                      <a:headEnd type="none" w="sm" len="sm"/>
                      <a:tailEnd type="none" w="sm" len="sm"/>
                    </a:lnR>
                    <a:lnT w="19050" cap="flat" cmpd="sng">
                      <a:solidFill>
                        <a:schemeClr val="dk1">
                          <a:alpha val="0"/>
                        </a:schemeClr>
                      </a:solidFill>
                      <a:prstDash val="dot"/>
                      <a:round/>
                      <a:headEnd type="none" w="sm" len="sm"/>
                      <a:tailEnd type="none" w="sm" len="sm"/>
                    </a:lnT>
                    <a:lnB w="19050" cap="flat" cmpd="sng">
                      <a:solidFill>
                        <a:schemeClr val="dk1">
                          <a:alpha val="0"/>
                        </a:schemeClr>
                      </a:solidFill>
                      <a:prstDash val="dot"/>
                      <a:round/>
                      <a:headEnd type="none" w="sm" len="sm"/>
                      <a:tailEnd type="none" w="sm" len="sm"/>
                    </a:lnB>
                    <a:solidFill>
                      <a:srgbClr val="EFE4C8">
                        <a:alpha val="28490"/>
                      </a:srgbClr>
                    </a:solidFill>
                  </a:tcPr>
                </a:tc>
                <a:extLst>
                  <a:ext uri="{0D108BD9-81ED-4DB2-BD59-A6C34878D82A}">
                    <a16:rowId xmlns:a16="http://schemas.microsoft.com/office/drawing/2014/main" val="10005"/>
                  </a:ext>
                </a:extLst>
              </a:tr>
            </a:tbl>
          </a:graphicData>
        </a:graphic>
      </p:graphicFrame>
      <p:sp>
        <p:nvSpPr>
          <p:cNvPr id="2210" name="Google Shape;2210;p28"/>
          <p:cNvSpPr txBox="1"/>
          <p:nvPr/>
        </p:nvSpPr>
        <p:spPr>
          <a:xfrm>
            <a:off x="714750" y="4147800"/>
            <a:ext cx="3608400" cy="46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800" b="1">
                <a:solidFill>
                  <a:schemeClr val="dk2"/>
                </a:solidFill>
                <a:latin typeface="Abel"/>
                <a:ea typeface="Abel"/>
                <a:cs typeface="Abel"/>
                <a:sym typeface="Abel"/>
              </a:rPr>
              <a:t>For more info:</a:t>
            </a:r>
            <a:br>
              <a:rPr lang="en" sz="800" b="1">
                <a:solidFill>
                  <a:srgbClr val="191919"/>
                </a:solidFill>
                <a:latin typeface="Abel"/>
                <a:ea typeface="Abel"/>
                <a:cs typeface="Abel"/>
                <a:sym typeface="Abel"/>
              </a:rPr>
            </a:br>
            <a:r>
              <a:rPr lang="en" sz="1000" b="1">
                <a:solidFill>
                  <a:schemeClr val="accent6"/>
                </a:solidFill>
                <a:uFill>
                  <a:noFill/>
                </a:uFill>
                <a:latin typeface="Questrial"/>
                <a:ea typeface="Questrial"/>
                <a:cs typeface="Questrial"/>
                <a:sym typeface="Questrial"/>
                <a:hlinkClick r:id="rId9">
                  <a:extLst>
                    <a:ext uri="{A12FA001-AC4F-418D-AE19-62706E023703}">
                      <ahyp:hlinkClr xmlns:ahyp="http://schemas.microsoft.com/office/drawing/2018/hyperlinkcolor" val="tx"/>
                    </a:ext>
                  </a:extLst>
                </a:hlinkClick>
              </a:rPr>
              <a:t>SLIDESGO </a:t>
            </a:r>
            <a:r>
              <a:rPr lang="en" sz="1000" b="1">
                <a:solidFill>
                  <a:schemeClr val="accent6"/>
                </a:solidFill>
                <a:latin typeface="Questrial"/>
                <a:ea typeface="Questrial"/>
                <a:cs typeface="Questrial"/>
                <a:sym typeface="Questrial"/>
              </a:rPr>
              <a:t> |  </a:t>
            </a:r>
            <a:r>
              <a:rPr lang="en" sz="1000" b="1">
                <a:solidFill>
                  <a:schemeClr val="accent6"/>
                </a:solidFill>
                <a:uFill>
                  <a:noFill/>
                </a:uFill>
                <a:latin typeface="Questrial"/>
                <a:ea typeface="Questrial"/>
                <a:cs typeface="Questrial"/>
                <a:sym typeface="Questrial"/>
                <a:hlinkClick r:id="rId10">
                  <a:extLst>
                    <a:ext uri="{A12FA001-AC4F-418D-AE19-62706E023703}">
                      <ahyp:hlinkClr xmlns:ahyp="http://schemas.microsoft.com/office/drawing/2018/hyperlinkcolor" val="tx"/>
                    </a:ext>
                  </a:extLst>
                </a:hlinkClick>
              </a:rPr>
              <a:t>SLIDESGO SCHOOL</a:t>
            </a:r>
            <a:r>
              <a:rPr lang="en" sz="1000" b="1">
                <a:solidFill>
                  <a:schemeClr val="accent6"/>
                </a:solidFill>
                <a:latin typeface="Questrial"/>
                <a:ea typeface="Questrial"/>
                <a:cs typeface="Questrial"/>
                <a:sym typeface="Questrial"/>
              </a:rPr>
              <a:t>  |  </a:t>
            </a:r>
            <a:r>
              <a:rPr lang="en" sz="1000" b="1">
                <a:solidFill>
                  <a:schemeClr val="accent6"/>
                </a:solidFill>
                <a:uFill>
                  <a:noFill/>
                </a:uFill>
                <a:latin typeface="Questrial"/>
                <a:ea typeface="Questrial"/>
                <a:cs typeface="Questrial"/>
                <a:sym typeface="Questrial"/>
                <a:hlinkClick r:id="rId11">
                  <a:extLst>
                    <a:ext uri="{A12FA001-AC4F-418D-AE19-62706E023703}">
                      <ahyp:hlinkClr xmlns:ahyp="http://schemas.microsoft.com/office/drawing/2018/hyperlinkcolor" val="tx"/>
                    </a:ext>
                  </a:extLst>
                </a:hlinkClick>
              </a:rPr>
              <a:t>FAQS</a:t>
            </a:r>
            <a:endParaRPr sz="1500">
              <a:solidFill>
                <a:schemeClr val="accent6"/>
              </a:solidFill>
              <a:latin typeface="Questrial"/>
              <a:ea typeface="Questrial"/>
              <a:cs typeface="Questrial"/>
              <a:sym typeface="Questrial"/>
            </a:endParaRPr>
          </a:p>
        </p:txBody>
      </p:sp>
      <p:sp>
        <p:nvSpPr>
          <p:cNvPr id="2211" name="Google Shape;2211;p28"/>
          <p:cNvSpPr txBox="1"/>
          <p:nvPr/>
        </p:nvSpPr>
        <p:spPr>
          <a:xfrm>
            <a:off x="4815603" y="4147800"/>
            <a:ext cx="3608400" cy="46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800" b="1">
                <a:solidFill>
                  <a:schemeClr val="dk2"/>
                </a:solidFill>
                <a:latin typeface="Abel"/>
                <a:ea typeface="Abel"/>
                <a:cs typeface="Abel"/>
                <a:sym typeface="Abel"/>
              </a:rPr>
              <a:t>You can visit our sister projects:</a:t>
            </a:r>
            <a:br>
              <a:rPr lang="en" sz="800" b="1">
                <a:solidFill>
                  <a:srgbClr val="212121"/>
                </a:solidFill>
                <a:latin typeface="Abel"/>
                <a:ea typeface="Abel"/>
                <a:cs typeface="Abel"/>
                <a:sym typeface="Abel"/>
              </a:rPr>
            </a:br>
            <a:r>
              <a:rPr lang="en" sz="1000" b="1">
                <a:solidFill>
                  <a:schemeClr val="accent6"/>
                </a:solidFill>
                <a:uFill>
                  <a:noFill/>
                </a:uFill>
                <a:latin typeface="Questrial"/>
                <a:ea typeface="Questrial"/>
                <a:cs typeface="Questrial"/>
                <a:sym typeface="Questrial"/>
                <a:hlinkClick r:id="rId12">
                  <a:extLst>
                    <a:ext uri="{A12FA001-AC4F-418D-AE19-62706E023703}">
                      <ahyp:hlinkClr xmlns:ahyp="http://schemas.microsoft.com/office/drawing/2018/hyperlinkcolor" val="tx"/>
                    </a:ext>
                  </a:extLst>
                </a:hlinkClick>
              </a:rPr>
              <a:t>FREEPIK</a:t>
            </a:r>
            <a:r>
              <a:rPr lang="en" sz="1000" b="1">
                <a:solidFill>
                  <a:schemeClr val="accent6"/>
                </a:solidFill>
                <a:latin typeface="Questrial"/>
                <a:ea typeface="Questrial"/>
                <a:cs typeface="Questrial"/>
                <a:sym typeface="Questrial"/>
              </a:rPr>
              <a:t> | </a:t>
            </a:r>
            <a:r>
              <a:rPr lang="en" sz="1000" b="1">
                <a:solidFill>
                  <a:schemeClr val="accent6"/>
                </a:solidFill>
                <a:uFill>
                  <a:noFill/>
                </a:uFill>
                <a:latin typeface="Questrial"/>
                <a:ea typeface="Questrial"/>
                <a:cs typeface="Questrial"/>
                <a:sym typeface="Questrial"/>
                <a:hlinkClick r:id="rId13">
                  <a:extLst>
                    <a:ext uri="{A12FA001-AC4F-418D-AE19-62706E023703}">
                      <ahyp:hlinkClr xmlns:ahyp="http://schemas.microsoft.com/office/drawing/2018/hyperlinkcolor" val="tx"/>
                    </a:ext>
                  </a:extLst>
                </a:hlinkClick>
              </a:rPr>
              <a:t>FLATICON</a:t>
            </a:r>
            <a:r>
              <a:rPr lang="en" sz="1000" b="1">
                <a:solidFill>
                  <a:schemeClr val="accent6"/>
                </a:solidFill>
                <a:latin typeface="Questrial"/>
                <a:ea typeface="Questrial"/>
                <a:cs typeface="Questrial"/>
                <a:sym typeface="Questrial"/>
              </a:rPr>
              <a:t> | </a:t>
            </a:r>
            <a:r>
              <a:rPr lang="en" sz="1000" b="1">
                <a:solidFill>
                  <a:schemeClr val="accent6"/>
                </a:solidFill>
                <a:uFill>
                  <a:noFill/>
                </a:uFill>
                <a:latin typeface="Questrial"/>
                <a:ea typeface="Questrial"/>
                <a:cs typeface="Questrial"/>
                <a:sym typeface="Questrial"/>
                <a:hlinkClick r:id="rId14">
                  <a:extLst>
                    <a:ext uri="{A12FA001-AC4F-418D-AE19-62706E023703}">
                      <ahyp:hlinkClr xmlns:ahyp="http://schemas.microsoft.com/office/drawing/2018/hyperlinkcolor" val="tx"/>
                    </a:ext>
                  </a:extLst>
                </a:hlinkClick>
              </a:rPr>
              <a:t>STORYSET</a:t>
            </a:r>
            <a:r>
              <a:rPr lang="en" sz="1000" b="1">
                <a:solidFill>
                  <a:schemeClr val="accent6"/>
                </a:solidFill>
                <a:latin typeface="Questrial"/>
                <a:ea typeface="Questrial"/>
                <a:cs typeface="Questrial"/>
                <a:sym typeface="Questrial"/>
              </a:rPr>
              <a:t> | </a:t>
            </a:r>
            <a:r>
              <a:rPr lang="en" sz="1000" b="1">
                <a:solidFill>
                  <a:schemeClr val="accent6"/>
                </a:solidFill>
                <a:uFill>
                  <a:noFill/>
                </a:uFill>
                <a:latin typeface="Questrial"/>
                <a:ea typeface="Questrial"/>
                <a:cs typeface="Questrial"/>
                <a:sym typeface="Questrial"/>
                <a:hlinkClick r:id="rId15">
                  <a:extLst>
                    <a:ext uri="{A12FA001-AC4F-418D-AE19-62706E023703}">
                      <ahyp:hlinkClr xmlns:ahyp="http://schemas.microsoft.com/office/drawing/2018/hyperlinkcolor" val="tx"/>
                    </a:ext>
                  </a:extLst>
                </a:hlinkClick>
              </a:rPr>
              <a:t>WEPIK </a:t>
            </a:r>
            <a:r>
              <a:rPr lang="en" sz="1000" b="1">
                <a:solidFill>
                  <a:schemeClr val="accent6"/>
                </a:solidFill>
                <a:latin typeface="Questrial"/>
                <a:ea typeface="Questrial"/>
                <a:cs typeface="Questrial"/>
                <a:sym typeface="Questrial"/>
              </a:rPr>
              <a:t>| </a:t>
            </a:r>
            <a:r>
              <a:rPr lang="en" sz="1000" b="1">
                <a:solidFill>
                  <a:schemeClr val="accent6"/>
                </a:solidFill>
                <a:uFill>
                  <a:noFill/>
                </a:uFill>
                <a:latin typeface="Questrial"/>
                <a:ea typeface="Questrial"/>
                <a:cs typeface="Questrial"/>
                <a:sym typeface="Questrial"/>
                <a:hlinkClick r:id="rId16">
                  <a:extLst>
                    <a:ext uri="{A12FA001-AC4F-418D-AE19-62706E023703}">
                      <ahyp:hlinkClr xmlns:ahyp="http://schemas.microsoft.com/office/drawing/2018/hyperlinkcolor" val="tx"/>
                    </a:ext>
                  </a:extLst>
                </a:hlinkClick>
              </a:rPr>
              <a:t>VIDFY</a:t>
            </a:r>
            <a:endParaRPr sz="600" b="1">
              <a:solidFill>
                <a:schemeClr val="accent6"/>
              </a:solidFill>
              <a:latin typeface="Questrial"/>
              <a:ea typeface="Questrial"/>
              <a:cs typeface="Questrial"/>
              <a:sym typeface="Questrial"/>
            </a:endParaRPr>
          </a:p>
        </p:txBody>
      </p:sp>
      <p:grpSp>
        <p:nvGrpSpPr>
          <p:cNvPr id="2212" name="Google Shape;2212;p28"/>
          <p:cNvGrpSpPr/>
          <p:nvPr/>
        </p:nvGrpSpPr>
        <p:grpSpPr>
          <a:xfrm>
            <a:off x="3990828" y="4041092"/>
            <a:ext cx="579743" cy="1134819"/>
            <a:chOff x="4921825" y="870250"/>
            <a:chExt cx="407925" cy="798550"/>
          </a:xfrm>
        </p:grpSpPr>
        <p:sp>
          <p:nvSpPr>
            <p:cNvPr id="2213" name="Google Shape;2213;p28"/>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8"/>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8"/>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8"/>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8"/>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8"/>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8"/>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8"/>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8"/>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8"/>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8"/>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8"/>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8"/>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8"/>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8"/>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8"/>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8"/>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8"/>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8"/>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8"/>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8"/>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8"/>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8"/>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8"/>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8"/>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8"/>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8"/>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8"/>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8"/>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8"/>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246"/>
        <p:cNvGrpSpPr/>
        <p:nvPr/>
      </p:nvGrpSpPr>
      <p:grpSpPr>
        <a:xfrm>
          <a:off x="0" y="0"/>
          <a:ext cx="0" cy="0"/>
          <a:chOff x="0" y="0"/>
          <a:chExt cx="0" cy="0"/>
        </a:xfrm>
      </p:grpSpPr>
      <p:sp>
        <p:nvSpPr>
          <p:cNvPr id="2247" name="Google Shape;2247;p29"/>
          <p:cNvSpPr/>
          <p:nvPr/>
        </p:nvSpPr>
        <p:spPr>
          <a:xfrm rot="5400000">
            <a:off x="-968075" y="2409225"/>
            <a:ext cx="38100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9"/>
          <p:cNvSpPr/>
          <p:nvPr/>
        </p:nvSpPr>
        <p:spPr>
          <a:xfrm rot="10800000" flipH="1">
            <a:off x="2032625" y="1071829"/>
            <a:ext cx="916800" cy="3849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9"/>
          <p:cNvSpPr/>
          <p:nvPr/>
        </p:nvSpPr>
        <p:spPr>
          <a:xfrm rot="10800000" flipH="1">
            <a:off x="6679172" y="1071799"/>
            <a:ext cx="914400" cy="3849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9"/>
          <p:cNvSpPr/>
          <p:nvPr/>
        </p:nvSpPr>
        <p:spPr>
          <a:xfrm rot="10800000" flipH="1">
            <a:off x="4361710" y="1071787"/>
            <a:ext cx="916800" cy="384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9"/>
          <p:cNvSpPr/>
          <p:nvPr/>
        </p:nvSpPr>
        <p:spPr>
          <a:xfrm rot="10800000" flipH="1">
            <a:off x="2032625" y="3254125"/>
            <a:ext cx="916800" cy="3399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9"/>
          <p:cNvSpPr/>
          <p:nvPr/>
        </p:nvSpPr>
        <p:spPr>
          <a:xfrm rot="10800000" flipH="1">
            <a:off x="6679172" y="3254075"/>
            <a:ext cx="914400" cy="3399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9"/>
          <p:cNvSpPr/>
          <p:nvPr/>
        </p:nvSpPr>
        <p:spPr>
          <a:xfrm rot="10800000" flipH="1">
            <a:off x="4361710" y="3254088"/>
            <a:ext cx="916800" cy="3399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9"/>
          <p:cNvSpPr txBox="1">
            <a:spLocks noGrp="1"/>
          </p:cNvSpPr>
          <p:nvPr>
            <p:ph type="ctrTitle"/>
          </p:nvPr>
        </p:nvSpPr>
        <p:spPr>
          <a:xfrm>
            <a:off x="3658660" y="1589224"/>
            <a:ext cx="2322900" cy="27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MARKET ANALYSIS</a:t>
            </a:r>
            <a:endParaRPr/>
          </a:p>
        </p:txBody>
      </p:sp>
      <p:sp>
        <p:nvSpPr>
          <p:cNvPr id="2255" name="Google Shape;2255;p29"/>
          <p:cNvSpPr txBox="1">
            <a:spLocks noGrp="1"/>
          </p:cNvSpPr>
          <p:nvPr>
            <p:ph type="subTitle" idx="1"/>
          </p:nvPr>
        </p:nvSpPr>
        <p:spPr>
          <a:xfrm>
            <a:off x="3658661" y="1846527"/>
            <a:ext cx="23229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You can describe the topic of the section here</a:t>
            </a:r>
            <a:endParaRPr/>
          </a:p>
        </p:txBody>
      </p:sp>
      <p:sp>
        <p:nvSpPr>
          <p:cNvPr id="2256" name="Google Shape;2256;p29"/>
          <p:cNvSpPr txBox="1">
            <a:spLocks noGrp="1"/>
          </p:cNvSpPr>
          <p:nvPr>
            <p:ph type="title" idx="2"/>
          </p:nvPr>
        </p:nvSpPr>
        <p:spPr>
          <a:xfrm>
            <a:off x="4269160" y="833125"/>
            <a:ext cx="11019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257" name="Google Shape;2257;p29"/>
          <p:cNvSpPr txBox="1">
            <a:spLocks noGrp="1"/>
          </p:cNvSpPr>
          <p:nvPr>
            <p:ph type="ctrTitle" idx="3"/>
          </p:nvPr>
        </p:nvSpPr>
        <p:spPr>
          <a:xfrm>
            <a:off x="3658660" y="3722410"/>
            <a:ext cx="2322900" cy="26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BUDGET</a:t>
            </a:r>
            <a:endParaRPr/>
          </a:p>
        </p:txBody>
      </p:sp>
      <p:sp>
        <p:nvSpPr>
          <p:cNvPr id="2258" name="Google Shape;2258;p29"/>
          <p:cNvSpPr txBox="1">
            <a:spLocks noGrp="1"/>
          </p:cNvSpPr>
          <p:nvPr>
            <p:ph type="subTitle" idx="4"/>
          </p:nvPr>
        </p:nvSpPr>
        <p:spPr>
          <a:xfrm>
            <a:off x="3658661" y="3992523"/>
            <a:ext cx="23229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You can describe the topic of the section here</a:t>
            </a:r>
            <a:endParaRPr/>
          </a:p>
        </p:txBody>
      </p:sp>
      <p:sp>
        <p:nvSpPr>
          <p:cNvPr id="2259" name="Google Shape;2259;p29"/>
          <p:cNvSpPr txBox="1">
            <a:spLocks noGrp="1"/>
          </p:cNvSpPr>
          <p:nvPr>
            <p:ph type="title" idx="5"/>
          </p:nvPr>
        </p:nvSpPr>
        <p:spPr>
          <a:xfrm>
            <a:off x="4269160" y="2972134"/>
            <a:ext cx="11019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2260" name="Google Shape;2260;p29"/>
          <p:cNvSpPr txBox="1">
            <a:spLocks noGrp="1"/>
          </p:cNvSpPr>
          <p:nvPr>
            <p:ph type="ctrTitle" idx="6"/>
          </p:nvPr>
        </p:nvSpPr>
        <p:spPr>
          <a:xfrm>
            <a:off x="5974922" y="1589224"/>
            <a:ext cx="2322900" cy="27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GOALS &amp; STRATEGY</a:t>
            </a:r>
            <a:endParaRPr/>
          </a:p>
        </p:txBody>
      </p:sp>
      <p:sp>
        <p:nvSpPr>
          <p:cNvPr id="2261" name="Google Shape;2261;p29"/>
          <p:cNvSpPr txBox="1">
            <a:spLocks noGrp="1"/>
          </p:cNvSpPr>
          <p:nvPr>
            <p:ph type="subTitle" idx="7"/>
          </p:nvPr>
        </p:nvSpPr>
        <p:spPr>
          <a:xfrm>
            <a:off x="5974924" y="1846527"/>
            <a:ext cx="23229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You can describe the topic of the section here</a:t>
            </a:r>
            <a:endParaRPr/>
          </a:p>
        </p:txBody>
      </p:sp>
      <p:sp>
        <p:nvSpPr>
          <p:cNvPr id="2262" name="Google Shape;2262;p29"/>
          <p:cNvSpPr txBox="1">
            <a:spLocks noGrp="1"/>
          </p:cNvSpPr>
          <p:nvPr>
            <p:ph type="title" idx="8"/>
          </p:nvPr>
        </p:nvSpPr>
        <p:spPr>
          <a:xfrm>
            <a:off x="6585422" y="833125"/>
            <a:ext cx="11019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263" name="Google Shape;2263;p29"/>
          <p:cNvSpPr txBox="1">
            <a:spLocks noGrp="1"/>
          </p:cNvSpPr>
          <p:nvPr>
            <p:ph type="ctrTitle" idx="9"/>
          </p:nvPr>
        </p:nvSpPr>
        <p:spPr>
          <a:xfrm>
            <a:off x="5974922" y="3722410"/>
            <a:ext cx="2322900" cy="26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KPI OVERVIEW</a:t>
            </a:r>
            <a:endParaRPr/>
          </a:p>
        </p:txBody>
      </p:sp>
      <p:sp>
        <p:nvSpPr>
          <p:cNvPr id="2264" name="Google Shape;2264;p29"/>
          <p:cNvSpPr txBox="1">
            <a:spLocks noGrp="1"/>
          </p:cNvSpPr>
          <p:nvPr>
            <p:ph type="subTitle" idx="13"/>
          </p:nvPr>
        </p:nvSpPr>
        <p:spPr>
          <a:xfrm>
            <a:off x="5974924" y="3992523"/>
            <a:ext cx="23229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You can describe the topic of the section here</a:t>
            </a:r>
            <a:endParaRPr/>
          </a:p>
        </p:txBody>
      </p:sp>
      <p:sp>
        <p:nvSpPr>
          <p:cNvPr id="2265" name="Google Shape;2265;p29"/>
          <p:cNvSpPr txBox="1">
            <a:spLocks noGrp="1"/>
          </p:cNvSpPr>
          <p:nvPr>
            <p:ph type="title" idx="14"/>
          </p:nvPr>
        </p:nvSpPr>
        <p:spPr>
          <a:xfrm>
            <a:off x="6585422" y="2972134"/>
            <a:ext cx="11019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2266" name="Google Shape;2266;p29"/>
          <p:cNvSpPr txBox="1">
            <a:spLocks noGrp="1"/>
          </p:cNvSpPr>
          <p:nvPr>
            <p:ph type="ctrTitle" idx="15"/>
          </p:nvPr>
        </p:nvSpPr>
        <p:spPr>
          <a:xfrm rot="-5400000">
            <a:off x="-1086025" y="2345625"/>
            <a:ext cx="4067100" cy="442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TABLE OF CONTENTS</a:t>
            </a:r>
            <a:endParaRPr/>
          </a:p>
        </p:txBody>
      </p:sp>
      <p:sp>
        <p:nvSpPr>
          <p:cNvPr id="2267" name="Google Shape;2267;p29"/>
          <p:cNvSpPr txBox="1">
            <a:spLocks noGrp="1"/>
          </p:cNvSpPr>
          <p:nvPr>
            <p:ph type="ctrTitle" idx="16"/>
          </p:nvPr>
        </p:nvSpPr>
        <p:spPr>
          <a:xfrm>
            <a:off x="1329575" y="1589233"/>
            <a:ext cx="2322900" cy="270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ABOUT US</a:t>
            </a:r>
            <a:endParaRPr/>
          </a:p>
        </p:txBody>
      </p:sp>
      <p:sp>
        <p:nvSpPr>
          <p:cNvPr id="2268" name="Google Shape;2268;p29"/>
          <p:cNvSpPr txBox="1">
            <a:spLocks noGrp="1"/>
          </p:cNvSpPr>
          <p:nvPr>
            <p:ph type="subTitle" idx="17"/>
          </p:nvPr>
        </p:nvSpPr>
        <p:spPr>
          <a:xfrm>
            <a:off x="1329575" y="1846527"/>
            <a:ext cx="23229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2269" name="Google Shape;2269;p29"/>
          <p:cNvSpPr txBox="1">
            <a:spLocks noGrp="1"/>
          </p:cNvSpPr>
          <p:nvPr>
            <p:ph type="title" idx="18"/>
          </p:nvPr>
        </p:nvSpPr>
        <p:spPr>
          <a:xfrm>
            <a:off x="1940075" y="833125"/>
            <a:ext cx="11019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270" name="Google Shape;2270;p29"/>
          <p:cNvSpPr txBox="1">
            <a:spLocks noGrp="1"/>
          </p:cNvSpPr>
          <p:nvPr>
            <p:ph type="ctrTitle" idx="19"/>
          </p:nvPr>
        </p:nvSpPr>
        <p:spPr>
          <a:xfrm>
            <a:off x="1329575" y="3722410"/>
            <a:ext cx="2322900" cy="26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CONTENT PLAN</a:t>
            </a:r>
            <a:endParaRPr/>
          </a:p>
        </p:txBody>
      </p:sp>
      <p:sp>
        <p:nvSpPr>
          <p:cNvPr id="2271" name="Google Shape;2271;p29"/>
          <p:cNvSpPr txBox="1">
            <a:spLocks noGrp="1"/>
          </p:cNvSpPr>
          <p:nvPr>
            <p:ph type="subTitle" idx="20"/>
          </p:nvPr>
        </p:nvSpPr>
        <p:spPr>
          <a:xfrm>
            <a:off x="1329575" y="3992523"/>
            <a:ext cx="23229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You can describe the topic of the section here</a:t>
            </a:r>
            <a:endParaRPr/>
          </a:p>
        </p:txBody>
      </p:sp>
      <p:sp>
        <p:nvSpPr>
          <p:cNvPr id="2272" name="Google Shape;2272;p29"/>
          <p:cNvSpPr txBox="1">
            <a:spLocks noGrp="1"/>
          </p:cNvSpPr>
          <p:nvPr>
            <p:ph type="title" idx="21"/>
          </p:nvPr>
        </p:nvSpPr>
        <p:spPr>
          <a:xfrm>
            <a:off x="1940075" y="2972134"/>
            <a:ext cx="11019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276"/>
        <p:cNvGrpSpPr/>
        <p:nvPr/>
      </p:nvGrpSpPr>
      <p:grpSpPr>
        <a:xfrm>
          <a:off x="0" y="0"/>
          <a:ext cx="0" cy="0"/>
          <a:chOff x="0" y="0"/>
          <a:chExt cx="0" cy="0"/>
        </a:xfrm>
      </p:grpSpPr>
      <p:sp>
        <p:nvSpPr>
          <p:cNvPr id="2277" name="Google Shape;2277;p30"/>
          <p:cNvSpPr/>
          <p:nvPr/>
        </p:nvSpPr>
        <p:spPr>
          <a:xfrm rot="10800000" flipH="1">
            <a:off x="2115924" y="2680400"/>
            <a:ext cx="10140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0"/>
          <p:cNvSpPr/>
          <p:nvPr/>
        </p:nvSpPr>
        <p:spPr>
          <a:xfrm rot="10800000" flipH="1">
            <a:off x="6112500" y="2680400"/>
            <a:ext cx="7785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0"/>
          <p:cNvSpPr/>
          <p:nvPr/>
        </p:nvSpPr>
        <p:spPr>
          <a:xfrm>
            <a:off x="2582475" y="670375"/>
            <a:ext cx="40446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2280" name="Google Shape;2280;p30"/>
          <p:cNvSpPr txBox="1">
            <a:spLocks noGrp="1"/>
          </p:cNvSpPr>
          <p:nvPr>
            <p:ph type="subTitle" idx="1"/>
          </p:nvPr>
        </p:nvSpPr>
        <p:spPr>
          <a:xfrm>
            <a:off x="1007988" y="2537625"/>
            <a:ext cx="32715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t>MERCURY</a:t>
            </a:r>
            <a:endParaRPr sz="1800"/>
          </a:p>
        </p:txBody>
      </p:sp>
      <p:sp>
        <p:nvSpPr>
          <p:cNvPr id="2281" name="Google Shape;2281;p30"/>
          <p:cNvSpPr txBox="1">
            <a:spLocks noGrp="1"/>
          </p:cNvSpPr>
          <p:nvPr>
            <p:ph type="subTitle" idx="2"/>
          </p:nvPr>
        </p:nvSpPr>
        <p:spPr>
          <a:xfrm>
            <a:off x="4864519" y="2537625"/>
            <a:ext cx="3271500" cy="3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VENUS</a:t>
            </a:r>
            <a:endParaRPr sz="1800"/>
          </a:p>
        </p:txBody>
      </p:sp>
      <p:sp>
        <p:nvSpPr>
          <p:cNvPr id="2282" name="Google Shape;2282;p30"/>
          <p:cNvSpPr txBox="1">
            <a:spLocks noGrp="1"/>
          </p:cNvSpPr>
          <p:nvPr>
            <p:ph type="subTitle" idx="3"/>
          </p:nvPr>
        </p:nvSpPr>
        <p:spPr>
          <a:xfrm>
            <a:off x="1007988" y="3098150"/>
            <a:ext cx="32715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2283" name="Google Shape;2283;p30"/>
          <p:cNvSpPr txBox="1">
            <a:spLocks noGrp="1"/>
          </p:cNvSpPr>
          <p:nvPr>
            <p:ph type="subTitle" idx="4"/>
          </p:nvPr>
        </p:nvSpPr>
        <p:spPr>
          <a:xfrm>
            <a:off x="4864519" y="3098150"/>
            <a:ext cx="32715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 from the Sun. It’s hot and has a poisonous atmosphere</a:t>
            </a:r>
            <a:endParaRPr/>
          </a:p>
        </p:txBody>
      </p:sp>
      <p:sp>
        <p:nvSpPr>
          <p:cNvPr id="2284" name="Google Shape;2284;p30"/>
          <p:cNvSpPr txBox="1">
            <a:spLocks noGrp="1"/>
          </p:cNvSpPr>
          <p:nvPr>
            <p:ph type="title"/>
          </p:nvPr>
        </p:nvSpPr>
        <p:spPr>
          <a:xfrm>
            <a:off x="720000" y="445025"/>
            <a:ext cx="7704000" cy="57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grpSp>
        <p:nvGrpSpPr>
          <p:cNvPr id="2285" name="Google Shape;2285;p30"/>
          <p:cNvGrpSpPr/>
          <p:nvPr/>
        </p:nvGrpSpPr>
        <p:grpSpPr>
          <a:xfrm>
            <a:off x="6112506" y="1728031"/>
            <a:ext cx="775528" cy="542273"/>
            <a:chOff x="8029523" y="4269604"/>
            <a:chExt cx="400108" cy="279767"/>
          </a:xfrm>
        </p:grpSpPr>
        <p:sp>
          <p:nvSpPr>
            <p:cNvPr id="2286" name="Google Shape;2286;p30"/>
            <p:cNvSpPr/>
            <p:nvPr/>
          </p:nvSpPr>
          <p:spPr>
            <a:xfrm>
              <a:off x="8106826" y="4500710"/>
              <a:ext cx="23961" cy="23961"/>
            </a:xfrm>
            <a:custGeom>
              <a:avLst/>
              <a:gdLst/>
              <a:ahLst/>
              <a:cxnLst/>
              <a:rect l="l" t="t" r="r" b="b"/>
              <a:pathLst>
                <a:path w="716" h="716" extrusionOk="0">
                  <a:moveTo>
                    <a:pt x="358" y="1"/>
                  </a:moveTo>
                  <a:cubicBezTo>
                    <a:pt x="144" y="1"/>
                    <a:pt x="1" y="144"/>
                    <a:pt x="1" y="358"/>
                  </a:cubicBezTo>
                  <a:cubicBezTo>
                    <a:pt x="1" y="572"/>
                    <a:pt x="144" y="715"/>
                    <a:pt x="358" y="715"/>
                  </a:cubicBezTo>
                  <a:cubicBezTo>
                    <a:pt x="572" y="715"/>
                    <a:pt x="715" y="572"/>
                    <a:pt x="715" y="358"/>
                  </a:cubicBezTo>
                  <a:cubicBezTo>
                    <a:pt x="715" y="167"/>
                    <a:pt x="572" y="1"/>
                    <a:pt x="35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0"/>
            <p:cNvSpPr/>
            <p:nvPr/>
          </p:nvSpPr>
          <p:spPr>
            <a:xfrm>
              <a:off x="8355468" y="4500710"/>
              <a:ext cx="23961" cy="23961"/>
            </a:xfrm>
            <a:custGeom>
              <a:avLst/>
              <a:gdLst/>
              <a:ahLst/>
              <a:cxnLst/>
              <a:rect l="l" t="t" r="r" b="b"/>
              <a:pathLst>
                <a:path w="716" h="716" extrusionOk="0">
                  <a:moveTo>
                    <a:pt x="358" y="1"/>
                  </a:moveTo>
                  <a:cubicBezTo>
                    <a:pt x="168" y="1"/>
                    <a:pt x="1" y="144"/>
                    <a:pt x="1" y="358"/>
                  </a:cubicBezTo>
                  <a:cubicBezTo>
                    <a:pt x="1" y="572"/>
                    <a:pt x="168" y="715"/>
                    <a:pt x="358" y="715"/>
                  </a:cubicBezTo>
                  <a:cubicBezTo>
                    <a:pt x="572" y="715"/>
                    <a:pt x="715" y="572"/>
                    <a:pt x="715" y="358"/>
                  </a:cubicBezTo>
                  <a:cubicBezTo>
                    <a:pt x="715" y="167"/>
                    <a:pt x="572" y="1"/>
                    <a:pt x="35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0"/>
            <p:cNvSpPr/>
            <p:nvPr/>
          </p:nvSpPr>
          <p:spPr>
            <a:xfrm>
              <a:off x="8029523" y="4269604"/>
              <a:ext cx="400108" cy="279767"/>
            </a:xfrm>
            <a:custGeom>
              <a:avLst/>
              <a:gdLst/>
              <a:ahLst/>
              <a:cxnLst/>
              <a:rect l="l" t="t" r="r" b="b"/>
              <a:pathLst>
                <a:path w="11956" h="8360" extrusionOk="0">
                  <a:moveTo>
                    <a:pt x="3978" y="381"/>
                  </a:moveTo>
                  <a:cubicBezTo>
                    <a:pt x="4168" y="381"/>
                    <a:pt x="4359" y="572"/>
                    <a:pt x="4359" y="763"/>
                  </a:cubicBezTo>
                  <a:lnTo>
                    <a:pt x="4359" y="977"/>
                  </a:lnTo>
                  <a:lnTo>
                    <a:pt x="3573" y="977"/>
                  </a:lnTo>
                  <a:lnTo>
                    <a:pt x="3573" y="763"/>
                  </a:lnTo>
                  <a:lnTo>
                    <a:pt x="3597" y="763"/>
                  </a:lnTo>
                  <a:cubicBezTo>
                    <a:pt x="3597" y="572"/>
                    <a:pt x="3763" y="381"/>
                    <a:pt x="3978" y="381"/>
                  </a:cubicBezTo>
                  <a:close/>
                  <a:moveTo>
                    <a:pt x="8503" y="2406"/>
                  </a:moveTo>
                  <a:lnTo>
                    <a:pt x="8955" y="3739"/>
                  </a:lnTo>
                  <a:lnTo>
                    <a:pt x="7526" y="3739"/>
                  </a:lnTo>
                  <a:cubicBezTo>
                    <a:pt x="7407" y="3739"/>
                    <a:pt x="7312" y="3668"/>
                    <a:pt x="7312" y="3549"/>
                  </a:cubicBezTo>
                  <a:lnTo>
                    <a:pt x="7312" y="2406"/>
                  </a:lnTo>
                  <a:close/>
                  <a:moveTo>
                    <a:pt x="9336" y="2430"/>
                  </a:moveTo>
                  <a:lnTo>
                    <a:pt x="9836" y="3787"/>
                  </a:lnTo>
                  <a:lnTo>
                    <a:pt x="9312" y="3787"/>
                  </a:lnTo>
                  <a:lnTo>
                    <a:pt x="8860" y="2430"/>
                  </a:lnTo>
                  <a:close/>
                  <a:moveTo>
                    <a:pt x="5311" y="1334"/>
                  </a:moveTo>
                  <a:lnTo>
                    <a:pt x="5645" y="5240"/>
                  </a:lnTo>
                  <a:lnTo>
                    <a:pt x="2311" y="5240"/>
                  </a:lnTo>
                  <a:lnTo>
                    <a:pt x="2644" y="1334"/>
                  </a:lnTo>
                  <a:lnTo>
                    <a:pt x="3240" y="1334"/>
                  </a:lnTo>
                  <a:lnTo>
                    <a:pt x="3240" y="1715"/>
                  </a:lnTo>
                  <a:cubicBezTo>
                    <a:pt x="3240" y="1810"/>
                    <a:pt x="3311" y="1906"/>
                    <a:pt x="3406" y="1906"/>
                  </a:cubicBezTo>
                  <a:cubicBezTo>
                    <a:pt x="3501" y="1906"/>
                    <a:pt x="3597" y="1810"/>
                    <a:pt x="3597" y="1715"/>
                  </a:cubicBezTo>
                  <a:lnTo>
                    <a:pt x="3597" y="1334"/>
                  </a:lnTo>
                  <a:lnTo>
                    <a:pt x="4359" y="1334"/>
                  </a:lnTo>
                  <a:lnTo>
                    <a:pt x="4359" y="1715"/>
                  </a:lnTo>
                  <a:cubicBezTo>
                    <a:pt x="4359" y="1810"/>
                    <a:pt x="4454" y="1906"/>
                    <a:pt x="4549" y="1906"/>
                  </a:cubicBezTo>
                  <a:cubicBezTo>
                    <a:pt x="4621" y="1906"/>
                    <a:pt x="4716" y="1810"/>
                    <a:pt x="4716" y="1715"/>
                  </a:cubicBezTo>
                  <a:lnTo>
                    <a:pt x="4716" y="1334"/>
                  </a:lnTo>
                  <a:close/>
                  <a:moveTo>
                    <a:pt x="8788" y="1715"/>
                  </a:moveTo>
                  <a:cubicBezTo>
                    <a:pt x="8931" y="1715"/>
                    <a:pt x="9098" y="1810"/>
                    <a:pt x="9146" y="1953"/>
                  </a:cubicBezTo>
                  <a:lnTo>
                    <a:pt x="9217" y="2120"/>
                  </a:lnTo>
                  <a:lnTo>
                    <a:pt x="7121" y="2120"/>
                  </a:lnTo>
                  <a:cubicBezTo>
                    <a:pt x="7026" y="2120"/>
                    <a:pt x="6955" y="2191"/>
                    <a:pt x="6955" y="2287"/>
                  </a:cubicBezTo>
                  <a:lnTo>
                    <a:pt x="6955" y="3596"/>
                  </a:lnTo>
                  <a:cubicBezTo>
                    <a:pt x="6955" y="3906"/>
                    <a:pt x="7193" y="4144"/>
                    <a:pt x="7479" y="4144"/>
                  </a:cubicBezTo>
                  <a:lnTo>
                    <a:pt x="10074" y="4144"/>
                  </a:lnTo>
                  <a:lnTo>
                    <a:pt x="11360" y="4549"/>
                  </a:lnTo>
                  <a:cubicBezTo>
                    <a:pt x="11503" y="4620"/>
                    <a:pt x="11622" y="4763"/>
                    <a:pt x="11622" y="4906"/>
                  </a:cubicBezTo>
                  <a:lnTo>
                    <a:pt x="11622" y="5240"/>
                  </a:lnTo>
                  <a:lnTo>
                    <a:pt x="11384" y="5240"/>
                  </a:lnTo>
                  <a:cubicBezTo>
                    <a:pt x="11289" y="5240"/>
                    <a:pt x="11217" y="5335"/>
                    <a:pt x="11217" y="5406"/>
                  </a:cubicBezTo>
                  <a:cubicBezTo>
                    <a:pt x="11217" y="5502"/>
                    <a:pt x="11289" y="5597"/>
                    <a:pt x="11384" y="5597"/>
                  </a:cubicBezTo>
                  <a:lnTo>
                    <a:pt x="11598" y="5597"/>
                  </a:lnTo>
                  <a:lnTo>
                    <a:pt x="11598" y="6192"/>
                  </a:lnTo>
                  <a:cubicBezTo>
                    <a:pt x="11598" y="6335"/>
                    <a:pt x="11503" y="6454"/>
                    <a:pt x="11384" y="6549"/>
                  </a:cubicBezTo>
                  <a:lnTo>
                    <a:pt x="11027" y="6716"/>
                  </a:lnTo>
                  <a:cubicBezTo>
                    <a:pt x="10813" y="6407"/>
                    <a:pt x="10503" y="6192"/>
                    <a:pt x="10074" y="6192"/>
                  </a:cubicBezTo>
                  <a:cubicBezTo>
                    <a:pt x="9669" y="6192"/>
                    <a:pt x="9288" y="6430"/>
                    <a:pt x="9122" y="6764"/>
                  </a:cubicBezTo>
                  <a:lnTo>
                    <a:pt x="3621" y="6764"/>
                  </a:lnTo>
                  <a:cubicBezTo>
                    <a:pt x="3430" y="6430"/>
                    <a:pt x="3073" y="6192"/>
                    <a:pt x="2668" y="6192"/>
                  </a:cubicBezTo>
                  <a:cubicBezTo>
                    <a:pt x="2239" y="6192"/>
                    <a:pt x="1882" y="6430"/>
                    <a:pt x="1715" y="6764"/>
                  </a:cubicBezTo>
                  <a:lnTo>
                    <a:pt x="429" y="6764"/>
                  </a:lnTo>
                  <a:lnTo>
                    <a:pt x="429" y="5621"/>
                  </a:lnTo>
                  <a:lnTo>
                    <a:pt x="1382" y="5621"/>
                  </a:lnTo>
                  <a:cubicBezTo>
                    <a:pt x="1477" y="5621"/>
                    <a:pt x="1549" y="5525"/>
                    <a:pt x="1549" y="5454"/>
                  </a:cubicBezTo>
                  <a:cubicBezTo>
                    <a:pt x="1549" y="5359"/>
                    <a:pt x="1477" y="5263"/>
                    <a:pt x="1382" y="5263"/>
                  </a:cubicBezTo>
                  <a:lnTo>
                    <a:pt x="429" y="5263"/>
                  </a:lnTo>
                  <a:lnTo>
                    <a:pt x="429" y="1715"/>
                  </a:lnTo>
                  <a:lnTo>
                    <a:pt x="2239" y="1715"/>
                  </a:lnTo>
                  <a:lnTo>
                    <a:pt x="1954" y="5240"/>
                  </a:lnTo>
                  <a:cubicBezTo>
                    <a:pt x="1954" y="5335"/>
                    <a:pt x="1977" y="5454"/>
                    <a:pt x="2025" y="5502"/>
                  </a:cubicBezTo>
                  <a:cubicBezTo>
                    <a:pt x="2096" y="5573"/>
                    <a:pt x="2216" y="5621"/>
                    <a:pt x="2311" y="5621"/>
                  </a:cubicBezTo>
                  <a:lnTo>
                    <a:pt x="5597" y="5621"/>
                  </a:lnTo>
                  <a:cubicBezTo>
                    <a:pt x="5692" y="5621"/>
                    <a:pt x="5811" y="5597"/>
                    <a:pt x="5883" y="5502"/>
                  </a:cubicBezTo>
                  <a:cubicBezTo>
                    <a:pt x="5931" y="5454"/>
                    <a:pt x="5954" y="5311"/>
                    <a:pt x="5954" y="5240"/>
                  </a:cubicBezTo>
                  <a:lnTo>
                    <a:pt x="5669" y="1715"/>
                  </a:lnTo>
                  <a:close/>
                  <a:moveTo>
                    <a:pt x="2668" y="6549"/>
                  </a:moveTo>
                  <a:cubicBezTo>
                    <a:pt x="3073" y="6549"/>
                    <a:pt x="3406" y="6883"/>
                    <a:pt x="3406" y="7288"/>
                  </a:cubicBezTo>
                  <a:cubicBezTo>
                    <a:pt x="3406" y="7669"/>
                    <a:pt x="3073" y="8026"/>
                    <a:pt x="2668" y="8026"/>
                  </a:cubicBezTo>
                  <a:cubicBezTo>
                    <a:pt x="2239" y="8026"/>
                    <a:pt x="1930" y="7692"/>
                    <a:pt x="1930" y="7288"/>
                  </a:cubicBezTo>
                  <a:cubicBezTo>
                    <a:pt x="1930" y="6883"/>
                    <a:pt x="2239" y="6549"/>
                    <a:pt x="2668" y="6549"/>
                  </a:cubicBezTo>
                  <a:close/>
                  <a:moveTo>
                    <a:pt x="10098" y="6549"/>
                  </a:moveTo>
                  <a:cubicBezTo>
                    <a:pt x="10527" y="6549"/>
                    <a:pt x="10860" y="6883"/>
                    <a:pt x="10860" y="7288"/>
                  </a:cubicBezTo>
                  <a:cubicBezTo>
                    <a:pt x="10860" y="7669"/>
                    <a:pt x="10527" y="8026"/>
                    <a:pt x="10098" y="8026"/>
                  </a:cubicBezTo>
                  <a:cubicBezTo>
                    <a:pt x="9693" y="8026"/>
                    <a:pt x="9360" y="7692"/>
                    <a:pt x="9360" y="7288"/>
                  </a:cubicBezTo>
                  <a:cubicBezTo>
                    <a:pt x="9360" y="6883"/>
                    <a:pt x="9693" y="6549"/>
                    <a:pt x="10098" y="6549"/>
                  </a:cubicBezTo>
                  <a:close/>
                  <a:moveTo>
                    <a:pt x="3906" y="0"/>
                  </a:moveTo>
                  <a:cubicBezTo>
                    <a:pt x="3501" y="0"/>
                    <a:pt x="3168" y="334"/>
                    <a:pt x="3168" y="739"/>
                  </a:cubicBezTo>
                  <a:lnTo>
                    <a:pt x="3168" y="953"/>
                  </a:lnTo>
                  <a:lnTo>
                    <a:pt x="2573" y="953"/>
                  </a:lnTo>
                  <a:cubicBezTo>
                    <a:pt x="2406" y="953"/>
                    <a:pt x="2239" y="1096"/>
                    <a:pt x="2216" y="1286"/>
                  </a:cubicBezTo>
                  <a:lnTo>
                    <a:pt x="2216" y="1310"/>
                  </a:lnTo>
                  <a:lnTo>
                    <a:pt x="358" y="1310"/>
                  </a:lnTo>
                  <a:cubicBezTo>
                    <a:pt x="167" y="1310"/>
                    <a:pt x="1" y="1453"/>
                    <a:pt x="1" y="1667"/>
                  </a:cubicBezTo>
                  <a:lnTo>
                    <a:pt x="1" y="6692"/>
                  </a:lnTo>
                  <a:cubicBezTo>
                    <a:pt x="1" y="6907"/>
                    <a:pt x="167" y="7050"/>
                    <a:pt x="358" y="7050"/>
                  </a:cubicBezTo>
                  <a:lnTo>
                    <a:pt x="1501" y="7050"/>
                  </a:lnTo>
                  <a:cubicBezTo>
                    <a:pt x="1501" y="7097"/>
                    <a:pt x="1477" y="7169"/>
                    <a:pt x="1477" y="7264"/>
                  </a:cubicBezTo>
                  <a:cubicBezTo>
                    <a:pt x="1477" y="7859"/>
                    <a:pt x="1977" y="8359"/>
                    <a:pt x="2573" y="8359"/>
                  </a:cubicBezTo>
                  <a:cubicBezTo>
                    <a:pt x="3168" y="8359"/>
                    <a:pt x="3668" y="7859"/>
                    <a:pt x="3668" y="7264"/>
                  </a:cubicBezTo>
                  <a:cubicBezTo>
                    <a:pt x="3668" y="7192"/>
                    <a:pt x="3668" y="7145"/>
                    <a:pt x="3644" y="7050"/>
                  </a:cubicBezTo>
                  <a:lnTo>
                    <a:pt x="9003" y="7050"/>
                  </a:lnTo>
                  <a:cubicBezTo>
                    <a:pt x="9003" y="7097"/>
                    <a:pt x="8979" y="7169"/>
                    <a:pt x="8979" y="7264"/>
                  </a:cubicBezTo>
                  <a:cubicBezTo>
                    <a:pt x="8979" y="7859"/>
                    <a:pt x="9479" y="8359"/>
                    <a:pt x="10074" y="8359"/>
                  </a:cubicBezTo>
                  <a:cubicBezTo>
                    <a:pt x="10670" y="8359"/>
                    <a:pt x="11170" y="7859"/>
                    <a:pt x="11170" y="7264"/>
                  </a:cubicBezTo>
                  <a:cubicBezTo>
                    <a:pt x="11170" y="7169"/>
                    <a:pt x="11170" y="7073"/>
                    <a:pt x="11146" y="7026"/>
                  </a:cubicBezTo>
                  <a:lnTo>
                    <a:pt x="11503" y="6835"/>
                  </a:lnTo>
                  <a:cubicBezTo>
                    <a:pt x="11741" y="6716"/>
                    <a:pt x="11932" y="6454"/>
                    <a:pt x="11932" y="6192"/>
                  </a:cubicBezTo>
                  <a:lnTo>
                    <a:pt x="11932" y="4882"/>
                  </a:lnTo>
                  <a:cubicBezTo>
                    <a:pt x="11956" y="4573"/>
                    <a:pt x="11741" y="4287"/>
                    <a:pt x="11456" y="4192"/>
                  </a:cubicBezTo>
                  <a:lnTo>
                    <a:pt x="10217" y="3787"/>
                  </a:lnTo>
                  <a:lnTo>
                    <a:pt x="9455" y="1787"/>
                  </a:lnTo>
                  <a:cubicBezTo>
                    <a:pt x="9336" y="1525"/>
                    <a:pt x="9074" y="1310"/>
                    <a:pt x="8764" y="1310"/>
                  </a:cubicBezTo>
                  <a:lnTo>
                    <a:pt x="5621" y="1310"/>
                  </a:lnTo>
                  <a:lnTo>
                    <a:pt x="5621" y="1286"/>
                  </a:lnTo>
                  <a:cubicBezTo>
                    <a:pt x="5573" y="1096"/>
                    <a:pt x="5430" y="953"/>
                    <a:pt x="5264" y="953"/>
                  </a:cubicBezTo>
                  <a:lnTo>
                    <a:pt x="4668" y="953"/>
                  </a:lnTo>
                  <a:lnTo>
                    <a:pt x="4668" y="739"/>
                  </a:lnTo>
                  <a:cubicBezTo>
                    <a:pt x="4668" y="334"/>
                    <a:pt x="4335" y="0"/>
                    <a:pt x="390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0"/>
            <p:cNvSpPr/>
            <p:nvPr/>
          </p:nvSpPr>
          <p:spPr>
            <a:xfrm>
              <a:off x="8243897" y="4444925"/>
              <a:ext cx="149087" cy="11980"/>
            </a:xfrm>
            <a:custGeom>
              <a:avLst/>
              <a:gdLst/>
              <a:ahLst/>
              <a:cxnLst/>
              <a:rect l="l" t="t" r="r" b="b"/>
              <a:pathLst>
                <a:path w="4455" h="358" extrusionOk="0">
                  <a:moveTo>
                    <a:pt x="191" y="1"/>
                  </a:moveTo>
                  <a:cubicBezTo>
                    <a:pt x="96" y="1"/>
                    <a:pt x="1" y="96"/>
                    <a:pt x="1" y="167"/>
                  </a:cubicBezTo>
                  <a:cubicBezTo>
                    <a:pt x="1" y="263"/>
                    <a:pt x="96" y="358"/>
                    <a:pt x="191" y="358"/>
                  </a:cubicBezTo>
                  <a:lnTo>
                    <a:pt x="4264" y="358"/>
                  </a:lnTo>
                  <a:cubicBezTo>
                    <a:pt x="4359" y="358"/>
                    <a:pt x="4454" y="263"/>
                    <a:pt x="4454" y="167"/>
                  </a:cubicBezTo>
                  <a:cubicBezTo>
                    <a:pt x="4407" y="96"/>
                    <a:pt x="4359" y="1"/>
                    <a:pt x="426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0" name="Google Shape;2290;p30"/>
          <p:cNvSpPr/>
          <p:nvPr/>
        </p:nvSpPr>
        <p:spPr>
          <a:xfrm>
            <a:off x="2336713" y="1584302"/>
            <a:ext cx="614063" cy="679232"/>
          </a:xfrm>
          <a:custGeom>
            <a:avLst/>
            <a:gdLst/>
            <a:ahLst/>
            <a:cxnLst/>
            <a:rect l="l" t="t" r="r" b="b"/>
            <a:pathLst>
              <a:path w="10765" h="11908" extrusionOk="0">
                <a:moveTo>
                  <a:pt x="3335" y="7240"/>
                </a:moveTo>
                <a:cubicBezTo>
                  <a:pt x="3549" y="7240"/>
                  <a:pt x="3716" y="7407"/>
                  <a:pt x="3716" y="7621"/>
                </a:cubicBezTo>
                <a:cubicBezTo>
                  <a:pt x="3716" y="7835"/>
                  <a:pt x="3525" y="8002"/>
                  <a:pt x="3335" y="8002"/>
                </a:cubicBezTo>
                <a:cubicBezTo>
                  <a:pt x="3120" y="8002"/>
                  <a:pt x="2954" y="7835"/>
                  <a:pt x="2954" y="7621"/>
                </a:cubicBezTo>
                <a:cubicBezTo>
                  <a:pt x="2930" y="7407"/>
                  <a:pt x="3120" y="7240"/>
                  <a:pt x="3335" y="7240"/>
                </a:cubicBezTo>
                <a:close/>
                <a:moveTo>
                  <a:pt x="7407" y="7240"/>
                </a:moveTo>
                <a:cubicBezTo>
                  <a:pt x="7621" y="7240"/>
                  <a:pt x="7788" y="7407"/>
                  <a:pt x="7788" y="7621"/>
                </a:cubicBezTo>
                <a:cubicBezTo>
                  <a:pt x="7788" y="7835"/>
                  <a:pt x="7621" y="8002"/>
                  <a:pt x="7407" y="8002"/>
                </a:cubicBezTo>
                <a:cubicBezTo>
                  <a:pt x="7193" y="8002"/>
                  <a:pt x="7026" y="7835"/>
                  <a:pt x="7026" y="7621"/>
                </a:cubicBezTo>
                <a:cubicBezTo>
                  <a:pt x="7050" y="7407"/>
                  <a:pt x="7193" y="7240"/>
                  <a:pt x="7407" y="7240"/>
                </a:cubicBezTo>
                <a:close/>
                <a:moveTo>
                  <a:pt x="8431" y="3692"/>
                </a:moveTo>
                <a:cubicBezTo>
                  <a:pt x="8860" y="3692"/>
                  <a:pt x="9264" y="4025"/>
                  <a:pt x="9336" y="4477"/>
                </a:cubicBezTo>
                <a:lnTo>
                  <a:pt x="10407" y="10431"/>
                </a:lnTo>
                <a:cubicBezTo>
                  <a:pt x="10407" y="10693"/>
                  <a:pt x="10336" y="10979"/>
                  <a:pt x="10146" y="11193"/>
                </a:cubicBezTo>
                <a:cubicBezTo>
                  <a:pt x="9979" y="11407"/>
                  <a:pt x="9693" y="11526"/>
                  <a:pt x="9431" y="11526"/>
                </a:cubicBezTo>
                <a:lnTo>
                  <a:pt x="1334" y="11526"/>
                </a:lnTo>
                <a:cubicBezTo>
                  <a:pt x="1072" y="11526"/>
                  <a:pt x="810" y="11407"/>
                  <a:pt x="620" y="11193"/>
                </a:cubicBezTo>
                <a:cubicBezTo>
                  <a:pt x="453" y="10979"/>
                  <a:pt x="358" y="10693"/>
                  <a:pt x="405" y="10431"/>
                </a:cubicBezTo>
                <a:lnTo>
                  <a:pt x="1477" y="4477"/>
                </a:lnTo>
                <a:cubicBezTo>
                  <a:pt x="1572" y="4025"/>
                  <a:pt x="1953" y="3692"/>
                  <a:pt x="2406" y="3692"/>
                </a:cubicBezTo>
                <a:lnTo>
                  <a:pt x="2620" y="3692"/>
                </a:lnTo>
                <a:lnTo>
                  <a:pt x="2620" y="5930"/>
                </a:lnTo>
                <a:cubicBezTo>
                  <a:pt x="2620" y="6311"/>
                  <a:pt x="2715" y="6692"/>
                  <a:pt x="2858" y="7049"/>
                </a:cubicBezTo>
                <a:cubicBezTo>
                  <a:pt x="2715" y="7216"/>
                  <a:pt x="2620" y="7383"/>
                  <a:pt x="2620" y="7597"/>
                </a:cubicBezTo>
                <a:cubicBezTo>
                  <a:pt x="2620" y="8002"/>
                  <a:pt x="2954" y="8335"/>
                  <a:pt x="3358" y="8335"/>
                </a:cubicBezTo>
                <a:cubicBezTo>
                  <a:pt x="3501" y="8335"/>
                  <a:pt x="3668" y="8288"/>
                  <a:pt x="3811" y="8192"/>
                </a:cubicBezTo>
                <a:cubicBezTo>
                  <a:pt x="4287" y="8526"/>
                  <a:pt x="4811" y="8693"/>
                  <a:pt x="5406" y="8693"/>
                </a:cubicBezTo>
                <a:cubicBezTo>
                  <a:pt x="6002" y="8693"/>
                  <a:pt x="6550" y="8526"/>
                  <a:pt x="7026" y="8192"/>
                </a:cubicBezTo>
                <a:cubicBezTo>
                  <a:pt x="7145" y="8288"/>
                  <a:pt x="7288" y="8335"/>
                  <a:pt x="7478" y="8335"/>
                </a:cubicBezTo>
                <a:cubicBezTo>
                  <a:pt x="7883" y="8335"/>
                  <a:pt x="8217" y="8002"/>
                  <a:pt x="8217" y="7597"/>
                </a:cubicBezTo>
                <a:cubicBezTo>
                  <a:pt x="8217" y="7383"/>
                  <a:pt x="8121" y="7168"/>
                  <a:pt x="7978" y="7049"/>
                </a:cubicBezTo>
                <a:cubicBezTo>
                  <a:pt x="8121" y="6692"/>
                  <a:pt x="8217" y="6311"/>
                  <a:pt x="8217" y="5930"/>
                </a:cubicBezTo>
                <a:lnTo>
                  <a:pt x="8217" y="3692"/>
                </a:lnTo>
                <a:close/>
                <a:moveTo>
                  <a:pt x="5383" y="0"/>
                </a:moveTo>
                <a:cubicBezTo>
                  <a:pt x="4263" y="0"/>
                  <a:pt x="3358" y="929"/>
                  <a:pt x="3358" y="2025"/>
                </a:cubicBezTo>
                <a:lnTo>
                  <a:pt x="3358" y="4073"/>
                </a:lnTo>
                <a:cubicBezTo>
                  <a:pt x="3358" y="4168"/>
                  <a:pt x="3454" y="4263"/>
                  <a:pt x="3549" y="4263"/>
                </a:cubicBezTo>
                <a:cubicBezTo>
                  <a:pt x="3620" y="4263"/>
                  <a:pt x="3716" y="4168"/>
                  <a:pt x="3716" y="4073"/>
                </a:cubicBezTo>
                <a:lnTo>
                  <a:pt x="3716" y="3692"/>
                </a:lnTo>
                <a:lnTo>
                  <a:pt x="6526" y="3692"/>
                </a:lnTo>
                <a:cubicBezTo>
                  <a:pt x="6597" y="3692"/>
                  <a:pt x="6692" y="3596"/>
                  <a:pt x="6692" y="3525"/>
                </a:cubicBezTo>
                <a:cubicBezTo>
                  <a:pt x="6692" y="3430"/>
                  <a:pt x="6597" y="3334"/>
                  <a:pt x="6526" y="3334"/>
                </a:cubicBezTo>
                <a:lnTo>
                  <a:pt x="3716" y="3334"/>
                </a:lnTo>
                <a:lnTo>
                  <a:pt x="3716" y="2025"/>
                </a:lnTo>
                <a:cubicBezTo>
                  <a:pt x="3716" y="1096"/>
                  <a:pt x="4454" y="334"/>
                  <a:pt x="5406" y="334"/>
                </a:cubicBezTo>
                <a:cubicBezTo>
                  <a:pt x="6359" y="334"/>
                  <a:pt x="7121" y="1072"/>
                  <a:pt x="7121" y="2025"/>
                </a:cubicBezTo>
                <a:lnTo>
                  <a:pt x="7121" y="4073"/>
                </a:lnTo>
                <a:cubicBezTo>
                  <a:pt x="7121" y="4168"/>
                  <a:pt x="7193" y="4263"/>
                  <a:pt x="7288" y="4263"/>
                </a:cubicBezTo>
                <a:cubicBezTo>
                  <a:pt x="7383" y="4263"/>
                  <a:pt x="7478" y="4168"/>
                  <a:pt x="7478" y="4073"/>
                </a:cubicBezTo>
                <a:lnTo>
                  <a:pt x="7478" y="3692"/>
                </a:lnTo>
                <a:lnTo>
                  <a:pt x="7859" y="3692"/>
                </a:lnTo>
                <a:lnTo>
                  <a:pt x="7859" y="5930"/>
                </a:lnTo>
                <a:cubicBezTo>
                  <a:pt x="7859" y="6263"/>
                  <a:pt x="7788" y="6573"/>
                  <a:pt x="7645" y="6883"/>
                </a:cubicBezTo>
                <a:cubicBezTo>
                  <a:pt x="7597" y="6859"/>
                  <a:pt x="7526" y="6859"/>
                  <a:pt x="7478" y="6859"/>
                </a:cubicBezTo>
                <a:cubicBezTo>
                  <a:pt x="7050" y="6859"/>
                  <a:pt x="6716" y="7168"/>
                  <a:pt x="6716" y="7597"/>
                </a:cubicBezTo>
                <a:cubicBezTo>
                  <a:pt x="6716" y="7716"/>
                  <a:pt x="6764" y="7835"/>
                  <a:pt x="6788" y="7930"/>
                </a:cubicBezTo>
                <a:cubicBezTo>
                  <a:pt x="6359" y="8216"/>
                  <a:pt x="5883" y="8359"/>
                  <a:pt x="5383" y="8359"/>
                </a:cubicBezTo>
                <a:cubicBezTo>
                  <a:pt x="4883" y="8359"/>
                  <a:pt x="4406" y="8216"/>
                  <a:pt x="3978" y="7930"/>
                </a:cubicBezTo>
                <a:cubicBezTo>
                  <a:pt x="4049" y="7835"/>
                  <a:pt x="4049" y="7716"/>
                  <a:pt x="4049" y="7597"/>
                </a:cubicBezTo>
                <a:cubicBezTo>
                  <a:pt x="4049" y="7168"/>
                  <a:pt x="3716" y="6859"/>
                  <a:pt x="3311" y="6859"/>
                </a:cubicBezTo>
                <a:cubicBezTo>
                  <a:pt x="3239" y="6859"/>
                  <a:pt x="3192" y="6859"/>
                  <a:pt x="3120" y="6883"/>
                </a:cubicBezTo>
                <a:cubicBezTo>
                  <a:pt x="3001" y="6573"/>
                  <a:pt x="2906" y="6263"/>
                  <a:pt x="2906" y="5930"/>
                </a:cubicBezTo>
                <a:lnTo>
                  <a:pt x="2906" y="3525"/>
                </a:lnTo>
                <a:cubicBezTo>
                  <a:pt x="2906" y="3453"/>
                  <a:pt x="2882" y="3430"/>
                  <a:pt x="2858" y="3406"/>
                </a:cubicBezTo>
                <a:cubicBezTo>
                  <a:pt x="2834" y="3358"/>
                  <a:pt x="2763" y="3334"/>
                  <a:pt x="2739" y="3334"/>
                </a:cubicBezTo>
                <a:lnTo>
                  <a:pt x="2406" y="3334"/>
                </a:lnTo>
                <a:cubicBezTo>
                  <a:pt x="1787" y="3334"/>
                  <a:pt x="1239" y="3787"/>
                  <a:pt x="1120" y="4406"/>
                </a:cubicBezTo>
                <a:lnTo>
                  <a:pt x="48" y="10360"/>
                </a:lnTo>
                <a:cubicBezTo>
                  <a:pt x="1" y="10741"/>
                  <a:pt x="96" y="11145"/>
                  <a:pt x="334" y="11431"/>
                </a:cubicBezTo>
                <a:cubicBezTo>
                  <a:pt x="548" y="11741"/>
                  <a:pt x="929" y="11907"/>
                  <a:pt x="1310" y="11907"/>
                </a:cubicBezTo>
                <a:lnTo>
                  <a:pt x="9407" y="11907"/>
                </a:lnTo>
                <a:cubicBezTo>
                  <a:pt x="9788" y="11907"/>
                  <a:pt x="10146" y="11741"/>
                  <a:pt x="10384" y="11431"/>
                </a:cubicBezTo>
                <a:cubicBezTo>
                  <a:pt x="10646" y="11145"/>
                  <a:pt x="10765" y="10741"/>
                  <a:pt x="10717" y="10360"/>
                </a:cubicBezTo>
                <a:lnTo>
                  <a:pt x="9645" y="4406"/>
                </a:lnTo>
                <a:cubicBezTo>
                  <a:pt x="9526" y="3787"/>
                  <a:pt x="8979" y="3334"/>
                  <a:pt x="8359" y="3334"/>
                </a:cubicBezTo>
                <a:lnTo>
                  <a:pt x="7407" y="3334"/>
                </a:lnTo>
                <a:lnTo>
                  <a:pt x="7407" y="2025"/>
                </a:lnTo>
                <a:cubicBezTo>
                  <a:pt x="7407" y="905"/>
                  <a:pt x="6478" y="0"/>
                  <a:pt x="538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311"/>
        <p:cNvGrpSpPr/>
        <p:nvPr/>
      </p:nvGrpSpPr>
      <p:grpSpPr>
        <a:xfrm>
          <a:off x="0" y="0"/>
          <a:ext cx="0" cy="0"/>
          <a:chOff x="0" y="0"/>
          <a:chExt cx="0" cy="0"/>
        </a:xfrm>
      </p:grpSpPr>
      <p:sp>
        <p:nvSpPr>
          <p:cNvPr id="2312" name="Google Shape;2312;p33"/>
          <p:cNvSpPr/>
          <p:nvPr/>
        </p:nvSpPr>
        <p:spPr>
          <a:xfrm>
            <a:off x="715100" y="1720650"/>
            <a:ext cx="29379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2313" name="Google Shape;2313;p33"/>
          <p:cNvSpPr txBox="1">
            <a:spLocks noGrp="1"/>
          </p:cNvSpPr>
          <p:nvPr>
            <p:ph type="title"/>
          </p:nvPr>
        </p:nvSpPr>
        <p:spPr>
          <a:xfrm>
            <a:off x="715100" y="855675"/>
            <a:ext cx="3842100" cy="127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WE ARE CONFIDENT IN TEAMWORK!</a:t>
            </a:r>
            <a:endParaRPr/>
          </a:p>
        </p:txBody>
      </p:sp>
      <p:sp>
        <p:nvSpPr>
          <p:cNvPr id="2314" name="Google Shape;2314;p33"/>
          <p:cNvSpPr txBox="1">
            <a:spLocks noGrp="1"/>
          </p:cNvSpPr>
          <p:nvPr>
            <p:ph type="body" idx="1"/>
          </p:nvPr>
        </p:nvSpPr>
        <p:spPr>
          <a:xfrm>
            <a:off x="715100" y="2257425"/>
            <a:ext cx="3842100" cy="203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44584F"/>
              </a:buClr>
              <a:buSzPts val="1100"/>
              <a:buFont typeface="Arial"/>
              <a:buNone/>
            </a:pPr>
            <a:r>
              <a:rPr lang="en"/>
              <a:t>Do you know what helps you make your point clear? Lists like this one:</a:t>
            </a:r>
            <a:br>
              <a:rPr lang="en"/>
            </a:br>
            <a:endParaRPr/>
          </a:p>
          <a:p>
            <a:pPr marL="457200" lvl="0" indent="-317500" algn="l" rtl="0">
              <a:spcBef>
                <a:spcPts val="0"/>
              </a:spcBef>
              <a:spcAft>
                <a:spcPts val="0"/>
              </a:spcAft>
              <a:buClr>
                <a:schemeClr val="dk2"/>
              </a:buClr>
              <a:buSzPts val="1400"/>
              <a:buFont typeface="Abel"/>
              <a:buChar char="●"/>
            </a:pPr>
            <a:r>
              <a:rPr lang="en"/>
              <a:t>They’re simple </a:t>
            </a:r>
            <a:endParaRPr/>
          </a:p>
          <a:p>
            <a:pPr marL="457200" lvl="0" indent="-317500" algn="l" rtl="0">
              <a:spcBef>
                <a:spcPts val="0"/>
              </a:spcBef>
              <a:spcAft>
                <a:spcPts val="0"/>
              </a:spcAft>
              <a:buClr>
                <a:schemeClr val="dk2"/>
              </a:buClr>
              <a:buSzPts val="1400"/>
              <a:buFont typeface="Abel"/>
              <a:buChar char="●"/>
            </a:pPr>
            <a:r>
              <a:rPr lang="en"/>
              <a:t>You can organize your ideas clearly</a:t>
            </a:r>
            <a:endParaRPr/>
          </a:p>
          <a:p>
            <a:pPr marL="457200" lvl="0" indent="-317500" algn="l" rtl="0">
              <a:spcBef>
                <a:spcPts val="0"/>
              </a:spcBef>
              <a:spcAft>
                <a:spcPts val="0"/>
              </a:spcAft>
              <a:buClr>
                <a:schemeClr val="dk2"/>
              </a:buClr>
              <a:buSzPts val="1400"/>
              <a:buFont typeface="Abel"/>
              <a:buChar char="●"/>
            </a:pPr>
            <a:r>
              <a:rPr lang="en"/>
              <a:t>You’ll never forget to buy milk!</a:t>
            </a:r>
            <a:endParaRPr/>
          </a:p>
          <a:p>
            <a:pPr marL="0" lvl="0" indent="0" algn="l" rtl="0">
              <a:spcBef>
                <a:spcPts val="0"/>
              </a:spcBef>
              <a:spcAft>
                <a:spcPts val="0"/>
              </a:spcAft>
              <a:buClr>
                <a:srgbClr val="44584F"/>
              </a:buClr>
              <a:buSzPts val="1100"/>
              <a:buFont typeface="Arial"/>
              <a:buNone/>
            </a:pPr>
            <a:endParaRPr/>
          </a:p>
          <a:p>
            <a:pPr marL="0" lvl="0" indent="0" algn="l" rtl="0">
              <a:spcBef>
                <a:spcPts val="0"/>
              </a:spcBef>
              <a:spcAft>
                <a:spcPts val="0"/>
              </a:spcAft>
              <a:buClr>
                <a:schemeClr val="dk1"/>
              </a:buClr>
              <a:buSzPts val="1100"/>
              <a:buFont typeface="Arial"/>
              <a:buNone/>
            </a:pPr>
            <a:r>
              <a:rPr lang="en"/>
              <a:t>And the most important thing: the audience won’t miss the point of your presentation</a:t>
            </a:r>
            <a:endParaRPr/>
          </a:p>
        </p:txBody>
      </p:sp>
      <p:sp>
        <p:nvSpPr>
          <p:cNvPr id="2315" name="Google Shape;2315;p33"/>
          <p:cNvSpPr/>
          <p:nvPr/>
        </p:nvSpPr>
        <p:spPr>
          <a:xfrm>
            <a:off x="4748250" y="884925"/>
            <a:ext cx="3375600" cy="34941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316" name="Google Shape;2316;p33"/>
          <p:cNvPicPr preferRelativeResize="0"/>
          <p:nvPr/>
        </p:nvPicPr>
        <p:blipFill rotWithShape="1">
          <a:blip r:embed="rId3">
            <a:alphaModFix/>
          </a:blip>
          <a:srcRect l="17951" r="23895"/>
          <a:stretch/>
        </p:blipFill>
        <p:spPr>
          <a:xfrm>
            <a:off x="4824425" y="961125"/>
            <a:ext cx="3375600" cy="3494100"/>
          </a:xfrm>
          <a:prstGeom prst="roundRect">
            <a:avLst>
              <a:gd name="adj" fmla="val 16667"/>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389"/>
        <p:cNvGrpSpPr/>
        <p:nvPr/>
      </p:nvGrpSpPr>
      <p:grpSpPr>
        <a:xfrm>
          <a:off x="0" y="0"/>
          <a:ext cx="0" cy="0"/>
          <a:chOff x="0" y="0"/>
          <a:chExt cx="0" cy="0"/>
        </a:xfrm>
      </p:grpSpPr>
      <p:sp>
        <p:nvSpPr>
          <p:cNvPr id="2390" name="Google Shape;2390;p35"/>
          <p:cNvSpPr/>
          <p:nvPr/>
        </p:nvSpPr>
        <p:spPr>
          <a:xfrm>
            <a:off x="1657646" y="2383575"/>
            <a:ext cx="4412100" cy="266700"/>
          </a:xfrm>
          <a:prstGeom prst="rect">
            <a:avLst/>
          </a:prstGeom>
          <a:solidFill>
            <a:schemeClr val="lt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2391" name="Google Shape;2391;p35"/>
          <p:cNvSpPr txBox="1">
            <a:spLocks noGrp="1"/>
          </p:cNvSpPr>
          <p:nvPr>
            <p:ph type="title"/>
          </p:nvPr>
        </p:nvSpPr>
        <p:spPr>
          <a:xfrm>
            <a:off x="1647926" y="868850"/>
            <a:ext cx="4587300" cy="1926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465"/>
        <p:cNvGrpSpPr/>
        <p:nvPr/>
      </p:nvGrpSpPr>
      <p:grpSpPr>
        <a:xfrm>
          <a:off x="0" y="0"/>
          <a:ext cx="0" cy="0"/>
          <a:chOff x="0" y="0"/>
          <a:chExt cx="0" cy="0"/>
        </a:xfrm>
      </p:grpSpPr>
      <p:cxnSp>
        <p:nvCxnSpPr>
          <p:cNvPr id="2466" name="Google Shape;2466;p37"/>
          <p:cNvCxnSpPr/>
          <p:nvPr/>
        </p:nvCxnSpPr>
        <p:spPr>
          <a:xfrm>
            <a:off x="1755250" y="2624225"/>
            <a:ext cx="0" cy="1200300"/>
          </a:xfrm>
          <a:prstGeom prst="straightConnector1">
            <a:avLst/>
          </a:prstGeom>
          <a:noFill/>
          <a:ln w="19050" cap="flat" cmpd="sng">
            <a:solidFill>
              <a:schemeClr val="accent5"/>
            </a:solidFill>
            <a:prstDash val="solid"/>
            <a:round/>
            <a:headEnd type="oval" w="med" len="med"/>
            <a:tailEnd type="none" w="med" len="med"/>
          </a:ln>
        </p:spPr>
      </p:cxnSp>
      <p:cxnSp>
        <p:nvCxnSpPr>
          <p:cNvPr id="2467" name="Google Shape;2467;p37"/>
          <p:cNvCxnSpPr/>
          <p:nvPr/>
        </p:nvCxnSpPr>
        <p:spPr>
          <a:xfrm>
            <a:off x="4572113" y="2624225"/>
            <a:ext cx="0" cy="1200300"/>
          </a:xfrm>
          <a:prstGeom prst="straightConnector1">
            <a:avLst/>
          </a:prstGeom>
          <a:noFill/>
          <a:ln w="19050" cap="flat" cmpd="sng">
            <a:solidFill>
              <a:schemeClr val="accent2"/>
            </a:solidFill>
            <a:prstDash val="solid"/>
            <a:round/>
            <a:headEnd type="oval" w="med" len="med"/>
            <a:tailEnd type="none" w="med" len="med"/>
          </a:ln>
        </p:spPr>
      </p:cxnSp>
      <p:cxnSp>
        <p:nvCxnSpPr>
          <p:cNvPr id="2468" name="Google Shape;2468;p37"/>
          <p:cNvCxnSpPr/>
          <p:nvPr/>
        </p:nvCxnSpPr>
        <p:spPr>
          <a:xfrm>
            <a:off x="7388975" y="2624225"/>
            <a:ext cx="0" cy="1200300"/>
          </a:xfrm>
          <a:prstGeom prst="straightConnector1">
            <a:avLst/>
          </a:prstGeom>
          <a:noFill/>
          <a:ln w="19050" cap="flat" cmpd="sng">
            <a:solidFill>
              <a:schemeClr val="accent5"/>
            </a:solidFill>
            <a:prstDash val="solid"/>
            <a:round/>
            <a:headEnd type="oval" w="med" len="med"/>
            <a:tailEnd type="none" w="med" len="med"/>
          </a:ln>
        </p:spPr>
      </p:cxnSp>
      <p:sp>
        <p:nvSpPr>
          <p:cNvPr id="2469" name="Google Shape;2469;p37"/>
          <p:cNvSpPr/>
          <p:nvPr/>
        </p:nvSpPr>
        <p:spPr>
          <a:xfrm rot="10800000" flipH="1">
            <a:off x="1435951" y="1664775"/>
            <a:ext cx="592800" cy="112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7"/>
          <p:cNvSpPr/>
          <p:nvPr/>
        </p:nvSpPr>
        <p:spPr>
          <a:xfrm rot="10800000" flipH="1">
            <a:off x="4275589" y="1664775"/>
            <a:ext cx="5928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7"/>
          <p:cNvSpPr/>
          <p:nvPr/>
        </p:nvSpPr>
        <p:spPr>
          <a:xfrm rot="10800000" flipH="1">
            <a:off x="7092439" y="1664775"/>
            <a:ext cx="5928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7"/>
          <p:cNvSpPr/>
          <p:nvPr/>
        </p:nvSpPr>
        <p:spPr>
          <a:xfrm>
            <a:off x="3106863" y="685975"/>
            <a:ext cx="30873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OUR EVOLUTION</a:t>
            </a:r>
            <a:endParaRPr/>
          </a:p>
        </p:txBody>
      </p:sp>
      <p:sp>
        <p:nvSpPr>
          <p:cNvPr id="2474" name="Google Shape;2474;p37"/>
          <p:cNvSpPr txBox="1"/>
          <p:nvPr/>
        </p:nvSpPr>
        <p:spPr>
          <a:xfrm>
            <a:off x="713227" y="1465436"/>
            <a:ext cx="2083800" cy="475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latin typeface="Questrial"/>
                <a:ea typeface="Questrial"/>
                <a:cs typeface="Questrial"/>
                <a:sym typeface="Questrial"/>
              </a:rPr>
              <a:t>2005</a:t>
            </a:r>
            <a:endParaRPr sz="1800">
              <a:latin typeface="Questrial"/>
              <a:ea typeface="Questrial"/>
              <a:cs typeface="Questrial"/>
              <a:sym typeface="Questrial"/>
            </a:endParaRPr>
          </a:p>
        </p:txBody>
      </p:sp>
      <p:sp>
        <p:nvSpPr>
          <p:cNvPr id="2475" name="Google Shape;2475;p37"/>
          <p:cNvSpPr txBox="1"/>
          <p:nvPr/>
        </p:nvSpPr>
        <p:spPr>
          <a:xfrm>
            <a:off x="713225" y="1958805"/>
            <a:ext cx="2083800" cy="52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chemeClr val="dk2"/>
                </a:solidFill>
                <a:latin typeface="Abel"/>
                <a:ea typeface="Abel"/>
                <a:cs typeface="Abel"/>
                <a:sym typeface="Abel"/>
              </a:rPr>
              <a:t>Jupiter is the biggest planet in the Solar System</a:t>
            </a:r>
            <a:endParaRPr>
              <a:solidFill>
                <a:schemeClr val="dk2"/>
              </a:solidFill>
              <a:latin typeface="Abel"/>
              <a:ea typeface="Abel"/>
              <a:cs typeface="Abel"/>
              <a:sym typeface="Abel"/>
            </a:endParaRPr>
          </a:p>
        </p:txBody>
      </p:sp>
      <p:grpSp>
        <p:nvGrpSpPr>
          <p:cNvPr id="2476" name="Google Shape;2476;p37"/>
          <p:cNvGrpSpPr/>
          <p:nvPr/>
        </p:nvGrpSpPr>
        <p:grpSpPr>
          <a:xfrm>
            <a:off x="1390388" y="3178875"/>
            <a:ext cx="683920" cy="1188467"/>
            <a:chOff x="1390388" y="3178875"/>
            <a:chExt cx="683920" cy="1188467"/>
          </a:xfrm>
        </p:grpSpPr>
        <p:sp>
          <p:nvSpPr>
            <p:cNvPr id="2477" name="Google Shape;2477;p37"/>
            <p:cNvSpPr/>
            <p:nvPr/>
          </p:nvSpPr>
          <p:spPr>
            <a:xfrm flipH="1">
              <a:off x="1390388"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7"/>
            <p:cNvSpPr/>
            <p:nvPr/>
          </p:nvSpPr>
          <p:spPr>
            <a:xfrm flipH="1">
              <a:off x="1435938"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7"/>
            <p:cNvSpPr/>
            <p:nvPr/>
          </p:nvSpPr>
          <p:spPr>
            <a:xfrm>
              <a:off x="1624100" y="3460300"/>
              <a:ext cx="233253" cy="632437"/>
            </a:xfrm>
            <a:custGeom>
              <a:avLst/>
              <a:gdLst/>
              <a:ahLst/>
              <a:cxnLst/>
              <a:rect l="l" t="t" r="r" b="b"/>
              <a:pathLst>
                <a:path w="22542" h="61105" extrusionOk="0">
                  <a:moveTo>
                    <a:pt x="21578" y="0"/>
                  </a:moveTo>
                  <a:cubicBezTo>
                    <a:pt x="21243" y="0"/>
                    <a:pt x="20817" y="156"/>
                    <a:pt x="20291" y="463"/>
                  </a:cubicBezTo>
                  <a:lnTo>
                    <a:pt x="2219" y="10901"/>
                  </a:lnTo>
                  <a:cubicBezTo>
                    <a:pt x="686" y="11782"/>
                    <a:pt x="1" y="13022"/>
                    <a:pt x="1" y="14914"/>
                  </a:cubicBezTo>
                  <a:lnTo>
                    <a:pt x="1" y="24145"/>
                  </a:lnTo>
                  <a:cubicBezTo>
                    <a:pt x="1" y="25426"/>
                    <a:pt x="304" y="26027"/>
                    <a:pt x="959" y="26027"/>
                  </a:cubicBezTo>
                  <a:cubicBezTo>
                    <a:pt x="1288" y="26027"/>
                    <a:pt x="1706" y="25875"/>
                    <a:pt x="2219" y="25580"/>
                  </a:cubicBezTo>
                  <a:lnTo>
                    <a:pt x="7993" y="22253"/>
                  </a:lnTo>
                  <a:lnTo>
                    <a:pt x="7993" y="59375"/>
                  </a:lnTo>
                  <a:cubicBezTo>
                    <a:pt x="7993" y="60390"/>
                    <a:pt x="8801" y="61104"/>
                    <a:pt x="9690" y="61104"/>
                  </a:cubicBezTo>
                  <a:cubicBezTo>
                    <a:pt x="9972" y="61104"/>
                    <a:pt x="10262" y="61032"/>
                    <a:pt x="10537" y="60875"/>
                  </a:cubicBezTo>
                  <a:lnTo>
                    <a:pt x="20649" y="55036"/>
                  </a:lnTo>
                  <a:cubicBezTo>
                    <a:pt x="21856" y="54351"/>
                    <a:pt x="22541" y="53144"/>
                    <a:pt x="22541" y="51774"/>
                  </a:cubicBezTo>
                  <a:lnTo>
                    <a:pt x="22541" y="1866"/>
                  </a:lnTo>
                  <a:cubicBezTo>
                    <a:pt x="22541" y="609"/>
                    <a:pt x="22239" y="0"/>
                    <a:pt x="21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37"/>
          <p:cNvGrpSpPr/>
          <p:nvPr/>
        </p:nvGrpSpPr>
        <p:grpSpPr>
          <a:xfrm>
            <a:off x="4215263" y="3178875"/>
            <a:ext cx="675907" cy="1188467"/>
            <a:chOff x="4215263" y="3178875"/>
            <a:chExt cx="675907" cy="1188467"/>
          </a:xfrm>
        </p:grpSpPr>
        <p:sp>
          <p:nvSpPr>
            <p:cNvPr id="2481" name="Google Shape;2481;p37"/>
            <p:cNvSpPr/>
            <p:nvPr/>
          </p:nvSpPr>
          <p:spPr>
            <a:xfrm flipH="1">
              <a:off x="4215263"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7"/>
            <p:cNvSpPr/>
            <p:nvPr/>
          </p:nvSpPr>
          <p:spPr>
            <a:xfrm flipH="1">
              <a:off x="4252800"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7"/>
            <p:cNvSpPr/>
            <p:nvPr/>
          </p:nvSpPr>
          <p:spPr>
            <a:xfrm>
              <a:off x="4398730" y="3451413"/>
              <a:ext cx="346760" cy="702915"/>
            </a:xfrm>
            <a:custGeom>
              <a:avLst/>
              <a:gdLst/>
              <a:ahLst/>
              <a:cxnLst/>
              <a:rect l="l" t="t" r="r" b="b"/>
              <a:pathLst>
                <a:path w="31740" h="64340" extrusionOk="0">
                  <a:moveTo>
                    <a:pt x="26896" y="0"/>
                  </a:moveTo>
                  <a:cubicBezTo>
                    <a:pt x="25394" y="0"/>
                    <a:pt x="23544" y="620"/>
                    <a:pt x="21366" y="1865"/>
                  </a:cubicBezTo>
                  <a:lnTo>
                    <a:pt x="4274" y="11749"/>
                  </a:lnTo>
                  <a:cubicBezTo>
                    <a:pt x="2871" y="12597"/>
                    <a:pt x="2219" y="13738"/>
                    <a:pt x="2219" y="15500"/>
                  </a:cubicBezTo>
                  <a:lnTo>
                    <a:pt x="2219" y="23753"/>
                  </a:lnTo>
                  <a:cubicBezTo>
                    <a:pt x="2219" y="24932"/>
                    <a:pt x="2482" y="25526"/>
                    <a:pt x="3096" y="25526"/>
                  </a:cubicBezTo>
                  <a:cubicBezTo>
                    <a:pt x="3399" y="25526"/>
                    <a:pt x="3788" y="25381"/>
                    <a:pt x="4274" y="25090"/>
                  </a:cubicBezTo>
                  <a:lnTo>
                    <a:pt x="16865" y="17848"/>
                  </a:lnTo>
                  <a:cubicBezTo>
                    <a:pt x="17279" y="17612"/>
                    <a:pt x="17595" y="17482"/>
                    <a:pt x="17829" y="17482"/>
                  </a:cubicBezTo>
                  <a:cubicBezTo>
                    <a:pt x="18239" y="17482"/>
                    <a:pt x="18398" y="17880"/>
                    <a:pt x="18398" y="18794"/>
                  </a:cubicBezTo>
                  <a:cubicBezTo>
                    <a:pt x="18398" y="20360"/>
                    <a:pt x="18072" y="21110"/>
                    <a:pt x="16865" y="22252"/>
                  </a:cubicBezTo>
                  <a:lnTo>
                    <a:pt x="9101" y="29722"/>
                  </a:lnTo>
                  <a:cubicBezTo>
                    <a:pt x="3752" y="34778"/>
                    <a:pt x="0" y="39443"/>
                    <a:pt x="0" y="50436"/>
                  </a:cubicBezTo>
                  <a:lnTo>
                    <a:pt x="0" y="62570"/>
                  </a:lnTo>
                  <a:cubicBezTo>
                    <a:pt x="0" y="63760"/>
                    <a:pt x="283" y="64339"/>
                    <a:pt x="918" y="64339"/>
                  </a:cubicBezTo>
                  <a:cubicBezTo>
                    <a:pt x="1224" y="64339"/>
                    <a:pt x="1611" y="64205"/>
                    <a:pt x="2088" y="63940"/>
                  </a:cubicBezTo>
                  <a:lnTo>
                    <a:pt x="29652" y="47989"/>
                  </a:lnTo>
                  <a:cubicBezTo>
                    <a:pt x="31087" y="47109"/>
                    <a:pt x="31740" y="45999"/>
                    <a:pt x="31740" y="44238"/>
                  </a:cubicBezTo>
                  <a:lnTo>
                    <a:pt x="31740" y="35953"/>
                  </a:lnTo>
                  <a:cubicBezTo>
                    <a:pt x="31740" y="34773"/>
                    <a:pt x="31462" y="34208"/>
                    <a:pt x="30838" y="34208"/>
                  </a:cubicBezTo>
                  <a:cubicBezTo>
                    <a:pt x="30529" y="34208"/>
                    <a:pt x="30137" y="34346"/>
                    <a:pt x="29652" y="34615"/>
                  </a:cubicBezTo>
                  <a:lnTo>
                    <a:pt x="13146" y="44140"/>
                  </a:lnTo>
                  <a:lnTo>
                    <a:pt x="13146" y="42672"/>
                  </a:lnTo>
                  <a:cubicBezTo>
                    <a:pt x="13146" y="41139"/>
                    <a:pt x="13505" y="40813"/>
                    <a:pt x="14647" y="39704"/>
                  </a:cubicBezTo>
                  <a:lnTo>
                    <a:pt x="22508" y="32071"/>
                  </a:lnTo>
                  <a:cubicBezTo>
                    <a:pt x="28151" y="26688"/>
                    <a:pt x="31576" y="21469"/>
                    <a:pt x="31576" y="14358"/>
                  </a:cubicBezTo>
                  <a:lnTo>
                    <a:pt x="31576" y="7704"/>
                  </a:lnTo>
                  <a:cubicBezTo>
                    <a:pt x="31576" y="2581"/>
                    <a:pt x="29960" y="0"/>
                    <a:pt x="2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Questrial"/>
                <a:ea typeface="Questrial"/>
                <a:cs typeface="Questrial"/>
                <a:sym typeface="Questrial"/>
              </a:endParaRPr>
            </a:p>
          </p:txBody>
        </p:sp>
      </p:grpSp>
      <p:grpSp>
        <p:nvGrpSpPr>
          <p:cNvPr id="2484" name="Google Shape;2484;p37"/>
          <p:cNvGrpSpPr/>
          <p:nvPr/>
        </p:nvGrpSpPr>
        <p:grpSpPr>
          <a:xfrm>
            <a:off x="7027913" y="3178875"/>
            <a:ext cx="680120" cy="1188467"/>
            <a:chOff x="7027913" y="3178875"/>
            <a:chExt cx="680120" cy="1188467"/>
          </a:xfrm>
        </p:grpSpPr>
        <p:sp>
          <p:nvSpPr>
            <p:cNvPr id="2485" name="Google Shape;2485;p37"/>
            <p:cNvSpPr/>
            <p:nvPr/>
          </p:nvSpPr>
          <p:spPr>
            <a:xfrm flipH="1">
              <a:off x="7027913"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7"/>
            <p:cNvSpPr/>
            <p:nvPr/>
          </p:nvSpPr>
          <p:spPr>
            <a:xfrm flipH="1">
              <a:off x="7069663"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7"/>
            <p:cNvSpPr/>
            <p:nvPr/>
          </p:nvSpPr>
          <p:spPr>
            <a:xfrm>
              <a:off x="7211543" y="3452255"/>
              <a:ext cx="354857" cy="701234"/>
            </a:xfrm>
            <a:custGeom>
              <a:avLst/>
              <a:gdLst/>
              <a:ahLst/>
              <a:cxnLst/>
              <a:rect l="l" t="t" r="r" b="b"/>
              <a:pathLst>
                <a:path w="33273" h="65751" extrusionOk="0">
                  <a:moveTo>
                    <a:pt x="24820" y="1"/>
                  </a:moveTo>
                  <a:cubicBezTo>
                    <a:pt x="23338" y="1"/>
                    <a:pt x="21473" y="620"/>
                    <a:pt x="19213" y="1930"/>
                  </a:cubicBezTo>
                  <a:lnTo>
                    <a:pt x="2186" y="11716"/>
                  </a:lnTo>
                  <a:cubicBezTo>
                    <a:pt x="653" y="12630"/>
                    <a:pt x="0" y="13804"/>
                    <a:pt x="0" y="15696"/>
                  </a:cubicBezTo>
                  <a:lnTo>
                    <a:pt x="0" y="24438"/>
                  </a:lnTo>
                  <a:cubicBezTo>
                    <a:pt x="0" y="25704"/>
                    <a:pt x="307" y="26328"/>
                    <a:pt x="960" y="26328"/>
                  </a:cubicBezTo>
                  <a:cubicBezTo>
                    <a:pt x="1282" y="26328"/>
                    <a:pt x="1689" y="26175"/>
                    <a:pt x="2186" y="25873"/>
                  </a:cubicBezTo>
                  <a:lnTo>
                    <a:pt x="13537" y="19349"/>
                  </a:lnTo>
                  <a:cubicBezTo>
                    <a:pt x="14187" y="18970"/>
                    <a:pt x="14661" y="18811"/>
                    <a:pt x="15004" y="18811"/>
                  </a:cubicBezTo>
                  <a:cubicBezTo>
                    <a:pt x="15693" y="18811"/>
                    <a:pt x="15853" y="19457"/>
                    <a:pt x="15853" y="20263"/>
                  </a:cubicBezTo>
                  <a:lnTo>
                    <a:pt x="15853" y="21339"/>
                  </a:lnTo>
                  <a:cubicBezTo>
                    <a:pt x="15853" y="22579"/>
                    <a:pt x="15495" y="23786"/>
                    <a:pt x="13537" y="24927"/>
                  </a:cubicBezTo>
                  <a:lnTo>
                    <a:pt x="7144" y="28646"/>
                  </a:lnTo>
                  <a:cubicBezTo>
                    <a:pt x="5578" y="29559"/>
                    <a:pt x="4926" y="30734"/>
                    <a:pt x="4926" y="32593"/>
                  </a:cubicBezTo>
                  <a:lnTo>
                    <a:pt x="4926" y="40552"/>
                  </a:lnTo>
                  <a:cubicBezTo>
                    <a:pt x="4926" y="41819"/>
                    <a:pt x="5233" y="42427"/>
                    <a:pt x="5895" y="42427"/>
                  </a:cubicBezTo>
                  <a:cubicBezTo>
                    <a:pt x="6223" y="42427"/>
                    <a:pt x="6637" y="42279"/>
                    <a:pt x="7144" y="41988"/>
                  </a:cubicBezTo>
                  <a:lnTo>
                    <a:pt x="17484" y="35986"/>
                  </a:lnTo>
                  <a:cubicBezTo>
                    <a:pt x="18157" y="35593"/>
                    <a:pt x="18641" y="35428"/>
                    <a:pt x="18986" y="35428"/>
                  </a:cubicBezTo>
                  <a:cubicBezTo>
                    <a:pt x="19646" y="35428"/>
                    <a:pt x="19800" y="36030"/>
                    <a:pt x="19800" y="36801"/>
                  </a:cubicBezTo>
                  <a:lnTo>
                    <a:pt x="19800" y="38791"/>
                  </a:lnTo>
                  <a:cubicBezTo>
                    <a:pt x="19800" y="40030"/>
                    <a:pt x="19442" y="41237"/>
                    <a:pt x="17484" y="42379"/>
                  </a:cubicBezTo>
                  <a:lnTo>
                    <a:pt x="2186" y="51252"/>
                  </a:lnTo>
                  <a:cubicBezTo>
                    <a:pt x="653" y="52132"/>
                    <a:pt x="0" y="53307"/>
                    <a:pt x="0" y="55199"/>
                  </a:cubicBezTo>
                  <a:lnTo>
                    <a:pt x="0" y="63876"/>
                  </a:lnTo>
                  <a:cubicBezTo>
                    <a:pt x="0" y="65142"/>
                    <a:pt x="307" y="65751"/>
                    <a:pt x="960" y="65751"/>
                  </a:cubicBezTo>
                  <a:cubicBezTo>
                    <a:pt x="1283" y="65751"/>
                    <a:pt x="1690" y="65602"/>
                    <a:pt x="2186" y="65311"/>
                  </a:cubicBezTo>
                  <a:lnTo>
                    <a:pt x="21431" y="54187"/>
                  </a:lnTo>
                  <a:cubicBezTo>
                    <a:pt x="29228" y="49686"/>
                    <a:pt x="33272" y="42673"/>
                    <a:pt x="33272" y="35007"/>
                  </a:cubicBezTo>
                  <a:lnTo>
                    <a:pt x="33272" y="27602"/>
                  </a:lnTo>
                  <a:cubicBezTo>
                    <a:pt x="33272" y="22766"/>
                    <a:pt x="32253" y="20232"/>
                    <a:pt x="29428" y="20232"/>
                  </a:cubicBezTo>
                  <a:cubicBezTo>
                    <a:pt x="28404" y="20232"/>
                    <a:pt x="27143" y="20565"/>
                    <a:pt x="25607" y="21241"/>
                  </a:cubicBezTo>
                  <a:cubicBezTo>
                    <a:pt x="28282" y="18240"/>
                    <a:pt x="29195" y="14913"/>
                    <a:pt x="29195" y="11129"/>
                  </a:cubicBezTo>
                  <a:lnTo>
                    <a:pt x="29195" y="6791"/>
                  </a:lnTo>
                  <a:cubicBezTo>
                    <a:pt x="29195" y="2450"/>
                    <a:pt x="27765" y="1"/>
                    <a:pt x="248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8" name="Google Shape;2488;p37"/>
          <p:cNvSpPr txBox="1"/>
          <p:nvPr/>
        </p:nvSpPr>
        <p:spPr>
          <a:xfrm>
            <a:off x="3530085" y="1465436"/>
            <a:ext cx="2083800" cy="475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latin typeface="Questrial"/>
                <a:ea typeface="Questrial"/>
                <a:cs typeface="Questrial"/>
                <a:sym typeface="Questrial"/>
              </a:rPr>
              <a:t>2008</a:t>
            </a:r>
            <a:endParaRPr sz="1800">
              <a:latin typeface="Questrial"/>
              <a:ea typeface="Questrial"/>
              <a:cs typeface="Questrial"/>
              <a:sym typeface="Questrial"/>
            </a:endParaRPr>
          </a:p>
        </p:txBody>
      </p:sp>
      <p:sp>
        <p:nvSpPr>
          <p:cNvPr id="2489" name="Google Shape;2489;p37"/>
          <p:cNvSpPr txBox="1"/>
          <p:nvPr/>
        </p:nvSpPr>
        <p:spPr>
          <a:xfrm>
            <a:off x="3530084" y="1958805"/>
            <a:ext cx="2083800" cy="52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Clr>
                <a:srgbClr val="000000"/>
              </a:buClr>
              <a:buSzPts val="1100"/>
              <a:buFont typeface="Arial"/>
              <a:buNone/>
            </a:pPr>
            <a:r>
              <a:rPr lang="en">
                <a:solidFill>
                  <a:schemeClr val="dk2"/>
                </a:solidFill>
                <a:latin typeface="Abel"/>
                <a:ea typeface="Abel"/>
                <a:cs typeface="Abel"/>
                <a:sym typeface="Abel"/>
              </a:rPr>
              <a:t>Venus is the second planet from the Sun</a:t>
            </a:r>
            <a:endParaRPr>
              <a:solidFill>
                <a:schemeClr val="dk2"/>
              </a:solidFill>
              <a:latin typeface="Abel"/>
              <a:ea typeface="Abel"/>
              <a:cs typeface="Abel"/>
              <a:sym typeface="Abel"/>
            </a:endParaRPr>
          </a:p>
        </p:txBody>
      </p:sp>
      <p:sp>
        <p:nvSpPr>
          <p:cNvPr id="2490" name="Google Shape;2490;p37"/>
          <p:cNvSpPr txBox="1"/>
          <p:nvPr/>
        </p:nvSpPr>
        <p:spPr>
          <a:xfrm>
            <a:off x="6346944" y="1465436"/>
            <a:ext cx="2083800" cy="475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latin typeface="Questrial"/>
                <a:ea typeface="Questrial"/>
                <a:cs typeface="Questrial"/>
                <a:sym typeface="Questrial"/>
              </a:rPr>
              <a:t>2010</a:t>
            </a:r>
            <a:endParaRPr sz="1800">
              <a:latin typeface="Questrial"/>
              <a:ea typeface="Questrial"/>
              <a:cs typeface="Questrial"/>
              <a:sym typeface="Questrial"/>
            </a:endParaRPr>
          </a:p>
        </p:txBody>
      </p:sp>
      <p:sp>
        <p:nvSpPr>
          <p:cNvPr id="2491" name="Google Shape;2491;p37"/>
          <p:cNvSpPr txBox="1"/>
          <p:nvPr/>
        </p:nvSpPr>
        <p:spPr>
          <a:xfrm>
            <a:off x="6346943" y="1958805"/>
            <a:ext cx="2083800" cy="52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Clr>
                <a:srgbClr val="000000"/>
              </a:buClr>
              <a:buSzPts val="1100"/>
              <a:buFont typeface="Arial"/>
              <a:buNone/>
            </a:pPr>
            <a:r>
              <a:rPr lang="en">
                <a:solidFill>
                  <a:schemeClr val="dk2"/>
                </a:solidFill>
                <a:latin typeface="Abel"/>
                <a:ea typeface="Abel"/>
                <a:cs typeface="Abel"/>
                <a:sym typeface="Abel"/>
              </a:rPr>
              <a:t>Despite being red, Mars is a very cold place</a:t>
            </a:r>
            <a:endParaRPr>
              <a:solidFill>
                <a:schemeClr val="dk2"/>
              </a:solidFill>
              <a:latin typeface="Abel"/>
              <a:ea typeface="Abel"/>
              <a:cs typeface="Abel"/>
              <a:sym typeface="Abel"/>
            </a:endParaRPr>
          </a:p>
        </p:txBody>
      </p:sp>
      <p:grpSp>
        <p:nvGrpSpPr>
          <p:cNvPr id="2492" name="Google Shape;2492;p37"/>
          <p:cNvGrpSpPr/>
          <p:nvPr/>
        </p:nvGrpSpPr>
        <p:grpSpPr>
          <a:xfrm>
            <a:off x="386091" y="3663336"/>
            <a:ext cx="593164" cy="1161172"/>
            <a:chOff x="4921825" y="870250"/>
            <a:chExt cx="407925" cy="798550"/>
          </a:xfrm>
        </p:grpSpPr>
        <p:sp>
          <p:nvSpPr>
            <p:cNvPr id="2493" name="Google Shape;2493;p37"/>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7"/>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7"/>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7"/>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7"/>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7"/>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7"/>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7"/>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7"/>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7"/>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7"/>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7"/>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7"/>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7"/>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7"/>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7"/>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7"/>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7"/>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7"/>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7"/>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7"/>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7"/>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7"/>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7"/>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7"/>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7"/>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7"/>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7"/>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7"/>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37"/>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3" name="Google Shape;2523;p37"/>
          <p:cNvGrpSpPr/>
          <p:nvPr/>
        </p:nvGrpSpPr>
        <p:grpSpPr>
          <a:xfrm flipH="1">
            <a:off x="-2745382" y="-1156777"/>
            <a:ext cx="4017967" cy="3644766"/>
            <a:chOff x="3166062" y="1034326"/>
            <a:chExt cx="6010422" cy="5452155"/>
          </a:xfrm>
        </p:grpSpPr>
        <p:sp>
          <p:nvSpPr>
            <p:cNvPr id="2524" name="Google Shape;2524;p37"/>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37"/>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526" name="Google Shape;2526;p37"/>
          <p:cNvCxnSpPr/>
          <p:nvPr/>
        </p:nvCxnSpPr>
        <p:spPr>
          <a:xfrm>
            <a:off x="2297475" y="3647950"/>
            <a:ext cx="1828500" cy="0"/>
          </a:xfrm>
          <a:prstGeom prst="straightConnector1">
            <a:avLst/>
          </a:prstGeom>
          <a:noFill/>
          <a:ln w="28575" cap="flat" cmpd="sng">
            <a:solidFill>
              <a:schemeClr val="dk2"/>
            </a:solidFill>
            <a:prstDash val="dot"/>
            <a:round/>
            <a:headEnd type="none" w="med" len="med"/>
            <a:tailEnd type="none" w="med" len="med"/>
          </a:ln>
        </p:spPr>
      </p:cxnSp>
      <p:cxnSp>
        <p:nvCxnSpPr>
          <p:cNvPr id="2527" name="Google Shape;2527;p37"/>
          <p:cNvCxnSpPr/>
          <p:nvPr/>
        </p:nvCxnSpPr>
        <p:spPr>
          <a:xfrm>
            <a:off x="5045300" y="3647950"/>
            <a:ext cx="1828500" cy="0"/>
          </a:xfrm>
          <a:prstGeom prst="straightConnector1">
            <a:avLst/>
          </a:prstGeom>
          <a:noFill/>
          <a:ln w="28575" cap="flat" cmpd="sng">
            <a:solidFill>
              <a:schemeClr val="dk2"/>
            </a:solidFill>
            <a:prstDash val="dot"/>
            <a:round/>
            <a:headEnd type="none" w="med" len="med"/>
            <a:tailEnd type="none" w="med" len="med"/>
          </a:ln>
        </p:spPr>
      </p:cxnSp>
      <p:cxnSp>
        <p:nvCxnSpPr>
          <p:cNvPr id="2528" name="Google Shape;2528;p37"/>
          <p:cNvCxnSpPr/>
          <p:nvPr/>
        </p:nvCxnSpPr>
        <p:spPr>
          <a:xfrm>
            <a:off x="7904150" y="3647950"/>
            <a:ext cx="1828500" cy="0"/>
          </a:xfrm>
          <a:prstGeom prst="straightConnector1">
            <a:avLst/>
          </a:prstGeom>
          <a:noFill/>
          <a:ln w="28575" cap="flat" cmpd="sng">
            <a:solidFill>
              <a:schemeClr val="dk2"/>
            </a:solidFill>
            <a:prstDash val="dot"/>
            <a:round/>
            <a:headEnd type="none" w="med" len="med"/>
            <a:tailEnd type="none" w="med" len="med"/>
          </a:ln>
        </p:spPr>
      </p:cxn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532"/>
        <p:cNvGrpSpPr/>
        <p:nvPr/>
      </p:nvGrpSpPr>
      <p:grpSpPr>
        <a:xfrm>
          <a:off x="0" y="0"/>
          <a:ext cx="0" cy="0"/>
          <a:chOff x="0" y="0"/>
          <a:chExt cx="0" cy="0"/>
        </a:xfrm>
      </p:grpSpPr>
      <p:sp>
        <p:nvSpPr>
          <p:cNvPr id="2533" name="Google Shape;2533;p38"/>
          <p:cNvSpPr/>
          <p:nvPr/>
        </p:nvSpPr>
        <p:spPr>
          <a:xfrm rot="10800000" flipH="1">
            <a:off x="1435951" y="1664775"/>
            <a:ext cx="5928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8"/>
          <p:cNvSpPr/>
          <p:nvPr/>
        </p:nvSpPr>
        <p:spPr>
          <a:xfrm rot="10800000" flipH="1">
            <a:off x="4275589" y="1664775"/>
            <a:ext cx="592800" cy="1125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8"/>
          <p:cNvSpPr/>
          <p:nvPr/>
        </p:nvSpPr>
        <p:spPr>
          <a:xfrm>
            <a:off x="3106863" y="685975"/>
            <a:ext cx="30873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3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OUR EVOLUTION</a:t>
            </a:r>
            <a:endParaRPr/>
          </a:p>
        </p:txBody>
      </p:sp>
      <p:sp>
        <p:nvSpPr>
          <p:cNvPr id="2537" name="Google Shape;2537;p38"/>
          <p:cNvSpPr txBox="1"/>
          <p:nvPr/>
        </p:nvSpPr>
        <p:spPr>
          <a:xfrm>
            <a:off x="713227" y="1465436"/>
            <a:ext cx="2083800" cy="475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latin typeface="Questrial"/>
                <a:ea typeface="Questrial"/>
                <a:cs typeface="Questrial"/>
                <a:sym typeface="Questrial"/>
              </a:rPr>
              <a:t>2016</a:t>
            </a:r>
            <a:endParaRPr sz="1800">
              <a:latin typeface="Questrial"/>
              <a:ea typeface="Questrial"/>
              <a:cs typeface="Questrial"/>
              <a:sym typeface="Questrial"/>
            </a:endParaRPr>
          </a:p>
        </p:txBody>
      </p:sp>
      <p:sp>
        <p:nvSpPr>
          <p:cNvPr id="2538" name="Google Shape;2538;p38"/>
          <p:cNvSpPr txBox="1"/>
          <p:nvPr/>
        </p:nvSpPr>
        <p:spPr>
          <a:xfrm>
            <a:off x="713225" y="1958805"/>
            <a:ext cx="2083800" cy="52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Clr>
                <a:srgbClr val="000000"/>
              </a:buClr>
              <a:buSzPts val="1100"/>
              <a:buFont typeface="Arial"/>
              <a:buNone/>
            </a:pPr>
            <a:r>
              <a:rPr lang="en">
                <a:solidFill>
                  <a:schemeClr val="dk2"/>
                </a:solidFill>
                <a:latin typeface="Abel"/>
                <a:ea typeface="Abel"/>
                <a:cs typeface="Abel"/>
                <a:sym typeface="Abel"/>
              </a:rPr>
              <a:t>Mercury is the closest planet to the Sun</a:t>
            </a:r>
            <a:endParaRPr sz="1800">
              <a:solidFill>
                <a:schemeClr val="dk2"/>
              </a:solidFill>
              <a:latin typeface="Abel"/>
              <a:ea typeface="Abel"/>
              <a:cs typeface="Abel"/>
              <a:sym typeface="Abel"/>
            </a:endParaRPr>
          </a:p>
        </p:txBody>
      </p:sp>
      <p:cxnSp>
        <p:nvCxnSpPr>
          <p:cNvPr id="2539" name="Google Shape;2539;p38"/>
          <p:cNvCxnSpPr/>
          <p:nvPr/>
        </p:nvCxnSpPr>
        <p:spPr>
          <a:xfrm>
            <a:off x="1755250" y="2624225"/>
            <a:ext cx="0" cy="1200300"/>
          </a:xfrm>
          <a:prstGeom prst="straightConnector1">
            <a:avLst/>
          </a:prstGeom>
          <a:noFill/>
          <a:ln w="19050" cap="flat" cmpd="sng">
            <a:solidFill>
              <a:schemeClr val="accent6"/>
            </a:solidFill>
            <a:prstDash val="solid"/>
            <a:round/>
            <a:headEnd type="oval" w="med" len="med"/>
            <a:tailEnd type="none" w="med" len="med"/>
          </a:ln>
        </p:spPr>
      </p:cxnSp>
      <p:cxnSp>
        <p:nvCxnSpPr>
          <p:cNvPr id="2540" name="Google Shape;2540;p38"/>
          <p:cNvCxnSpPr/>
          <p:nvPr/>
        </p:nvCxnSpPr>
        <p:spPr>
          <a:xfrm>
            <a:off x="4572113" y="2624225"/>
            <a:ext cx="0" cy="1200300"/>
          </a:xfrm>
          <a:prstGeom prst="straightConnector1">
            <a:avLst/>
          </a:prstGeom>
          <a:noFill/>
          <a:ln w="19050" cap="flat" cmpd="sng">
            <a:solidFill>
              <a:schemeClr val="accent3"/>
            </a:solidFill>
            <a:prstDash val="solid"/>
            <a:round/>
            <a:headEnd type="oval" w="med" len="med"/>
            <a:tailEnd type="none" w="med" len="med"/>
          </a:ln>
        </p:spPr>
      </p:cxnSp>
      <p:sp>
        <p:nvSpPr>
          <p:cNvPr id="2541" name="Google Shape;2541;p38"/>
          <p:cNvSpPr txBox="1"/>
          <p:nvPr/>
        </p:nvSpPr>
        <p:spPr>
          <a:xfrm>
            <a:off x="3530085" y="1465436"/>
            <a:ext cx="2083800" cy="475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latin typeface="Questrial"/>
                <a:ea typeface="Questrial"/>
                <a:cs typeface="Questrial"/>
                <a:sym typeface="Questrial"/>
              </a:rPr>
              <a:t>2018</a:t>
            </a:r>
            <a:endParaRPr sz="1800">
              <a:latin typeface="Questrial"/>
              <a:ea typeface="Questrial"/>
              <a:cs typeface="Questrial"/>
              <a:sym typeface="Questrial"/>
            </a:endParaRPr>
          </a:p>
        </p:txBody>
      </p:sp>
      <p:sp>
        <p:nvSpPr>
          <p:cNvPr id="2542" name="Google Shape;2542;p38"/>
          <p:cNvSpPr txBox="1"/>
          <p:nvPr/>
        </p:nvSpPr>
        <p:spPr>
          <a:xfrm>
            <a:off x="3530084" y="1958805"/>
            <a:ext cx="2083800" cy="52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chemeClr val="dk2"/>
                </a:solidFill>
                <a:latin typeface="Abel"/>
                <a:ea typeface="Abel"/>
                <a:cs typeface="Abel"/>
                <a:sym typeface="Abel"/>
              </a:rPr>
              <a:t>Neptune is the farthest planet from the Sun</a:t>
            </a:r>
            <a:endParaRPr>
              <a:solidFill>
                <a:schemeClr val="dk2"/>
              </a:solidFill>
              <a:latin typeface="Abel"/>
              <a:ea typeface="Abel"/>
              <a:cs typeface="Abel"/>
              <a:sym typeface="Abel"/>
            </a:endParaRPr>
          </a:p>
        </p:txBody>
      </p:sp>
      <p:sp>
        <p:nvSpPr>
          <p:cNvPr id="2543" name="Google Shape;2543;p38"/>
          <p:cNvSpPr txBox="1"/>
          <p:nvPr/>
        </p:nvSpPr>
        <p:spPr>
          <a:xfrm>
            <a:off x="5997059" y="2816055"/>
            <a:ext cx="2083800" cy="529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chemeClr val="dk2"/>
                </a:solidFill>
                <a:latin typeface="Abel"/>
                <a:ea typeface="Abel"/>
                <a:cs typeface="Abel"/>
                <a:sym typeface="Abel"/>
              </a:rPr>
              <a:t>And still going strong!</a:t>
            </a:r>
            <a:endParaRPr>
              <a:solidFill>
                <a:schemeClr val="dk2"/>
              </a:solidFill>
              <a:latin typeface="Abel"/>
              <a:ea typeface="Abel"/>
              <a:cs typeface="Abel"/>
              <a:sym typeface="Abel"/>
            </a:endParaRPr>
          </a:p>
        </p:txBody>
      </p:sp>
      <p:grpSp>
        <p:nvGrpSpPr>
          <p:cNvPr id="2544" name="Google Shape;2544;p38"/>
          <p:cNvGrpSpPr/>
          <p:nvPr/>
        </p:nvGrpSpPr>
        <p:grpSpPr>
          <a:xfrm>
            <a:off x="1390388" y="3178875"/>
            <a:ext cx="683920" cy="1188467"/>
            <a:chOff x="1390388" y="3178875"/>
            <a:chExt cx="683920" cy="1188467"/>
          </a:xfrm>
        </p:grpSpPr>
        <p:sp>
          <p:nvSpPr>
            <p:cNvPr id="2545" name="Google Shape;2545;p38"/>
            <p:cNvSpPr/>
            <p:nvPr/>
          </p:nvSpPr>
          <p:spPr>
            <a:xfrm flipH="1">
              <a:off x="1390388"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38"/>
            <p:cNvSpPr/>
            <p:nvPr/>
          </p:nvSpPr>
          <p:spPr>
            <a:xfrm flipH="1">
              <a:off x="1435938"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8"/>
            <p:cNvSpPr/>
            <p:nvPr/>
          </p:nvSpPr>
          <p:spPr>
            <a:xfrm>
              <a:off x="1561363" y="3384099"/>
              <a:ext cx="387765" cy="660469"/>
            </a:xfrm>
            <a:custGeom>
              <a:avLst/>
              <a:gdLst/>
              <a:ahLst/>
              <a:cxnLst/>
              <a:rect l="l" t="t" r="r" b="b"/>
              <a:pathLst>
                <a:path w="33306" h="56717" extrusionOk="0">
                  <a:moveTo>
                    <a:pt x="32373" y="0"/>
                  </a:moveTo>
                  <a:cubicBezTo>
                    <a:pt x="32068" y="0"/>
                    <a:pt x="31684" y="134"/>
                    <a:pt x="31218" y="399"/>
                  </a:cubicBezTo>
                  <a:lnTo>
                    <a:pt x="22346" y="5553"/>
                  </a:lnTo>
                  <a:cubicBezTo>
                    <a:pt x="20910" y="6401"/>
                    <a:pt x="20258" y="7543"/>
                    <a:pt x="20258" y="9304"/>
                  </a:cubicBezTo>
                  <a:lnTo>
                    <a:pt x="20258" y="30996"/>
                  </a:lnTo>
                  <a:lnTo>
                    <a:pt x="14876" y="34095"/>
                  </a:lnTo>
                  <a:cubicBezTo>
                    <a:pt x="14559" y="34282"/>
                    <a:pt x="14276" y="34372"/>
                    <a:pt x="14035" y="34372"/>
                  </a:cubicBezTo>
                  <a:cubicBezTo>
                    <a:pt x="13431" y="34372"/>
                    <a:pt x="13081" y="33806"/>
                    <a:pt x="13081" y="32758"/>
                  </a:cubicBezTo>
                  <a:lnTo>
                    <a:pt x="13081" y="13414"/>
                  </a:lnTo>
                  <a:cubicBezTo>
                    <a:pt x="13081" y="12235"/>
                    <a:pt x="12789" y="11670"/>
                    <a:pt x="12165" y="11670"/>
                  </a:cubicBezTo>
                  <a:cubicBezTo>
                    <a:pt x="11857" y="11670"/>
                    <a:pt x="11468" y="11807"/>
                    <a:pt x="10994" y="12077"/>
                  </a:cubicBezTo>
                  <a:lnTo>
                    <a:pt x="2056" y="17263"/>
                  </a:lnTo>
                  <a:cubicBezTo>
                    <a:pt x="653" y="18112"/>
                    <a:pt x="1" y="19253"/>
                    <a:pt x="1" y="20982"/>
                  </a:cubicBezTo>
                  <a:lnTo>
                    <a:pt x="1" y="45741"/>
                  </a:lnTo>
                  <a:cubicBezTo>
                    <a:pt x="1" y="50982"/>
                    <a:pt x="1281" y="53621"/>
                    <a:pt x="4260" y="53621"/>
                  </a:cubicBezTo>
                  <a:cubicBezTo>
                    <a:pt x="5842" y="53621"/>
                    <a:pt x="7903" y="52877"/>
                    <a:pt x="10505" y="51384"/>
                  </a:cubicBezTo>
                  <a:lnTo>
                    <a:pt x="20258" y="45741"/>
                  </a:lnTo>
                  <a:lnTo>
                    <a:pt x="20258" y="54972"/>
                  </a:lnTo>
                  <a:cubicBezTo>
                    <a:pt x="20258" y="56151"/>
                    <a:pt x="20550" y="56717"/>
                    <a:pt x="21174" y="56717"/>
                  </a:cubicBezTo>
                  <a:cubicBezTo>
                    <a:pt x="21482" y="56717"/>
                    <a:pt x="21871" y="56579"/>
                    <a:pt x="22346" y="56309"/>
                  </a:cubicBezTo>
                  <a:lnTo>
                    <a:pt x="31218" y="51188"/>
                  </a:lnTo>
                  <a:cubicBezTo>
                    <a:pt x="32653" y="50307"/>
                    <a:pt x="33306" y="49166"/>
                    <a:pt x="33306" y="47437"/>
                  </a:cubicBezTo>
                  <a:lnTo>
                    <a:pt x="33306" y="1769"/>
                  </a:lnTo>
                  <a:cubicBezTo>
                    <a:pt x="33306" y="580"/>
                    <a:pt x="33008" y="0"/>
                    <a:pt x="323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8" name="Google Shape;2548;p38"/>
          <p:cNvGrpSpPr/>
          <p:nvPr/>
        </p:nvGrpSpPr>
        <p:grpSpPr>
          <a:xfrm>
            <a:off x="4215263" y="3178875"/>
            <a:ext cx="675907" cy="1188467"/>
            <a:chOff x="4215263" y="3178875"/>
            <a:chExt cx="675907" cy="1188467"/>
          </a:xfrm>
        </p:grpSpPr>
        <p:sp>
          <p:nvSpPr>
            <p:cNvPr id="2549" name="Google Shape;2549;p38"/>
            <p:cNvSpPr/>
            <p:nvPr/>
          </p:nvSpPr>
          <p:spPr>
            <a:xfrm flipH="1">
              <a:off x="4215263"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38"/>
            <p:cNvSpPr/>
            <p:nvPr/>
          </p:nvSpPr>
          <p:spPr>
            <a:xfrm flipH="1">
              <a:off x="4252800"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38"/>
            <p:cNvSpPr/>
            <p:nvPr/>
          </p:nvSpPr>
          <p:spPr>
            <a:xfrm>
              <a:off x="4386351" y="3395476"/>
              <a:ext cx="371531" cy="776688"/>
            </a:xfrm>
            <a:custGeom>
              <a:avLst/>
              <a:gdLst/>
              <a:ahLst/>
              <a:cxnLst/>
              <a:rect l="l" t="t" r="r" b="b"/>
              <a:pathLst>
                <a:path w="32230" h="67377" extrusionOk="0">
                  <a:moveTo>
                    <a:pt x="29195" y="0"/>
                  </a:moveTo>
                  <a:cubicBezTo>
                    <a:pt x="28880" y="0"/>
                    <a:pt x="28480" y="149"/>
                    <a:pt x="27989" y="444"/>
                  </a:cubicBezTo>
                  <a:lnTo>
                    <a:pt x="2708" y="15025"/>
                  </a:lnTo>
                  <a:cubicBezTo>
                    <a:pt x="1241" y="15906"/>
                    <a:pt x="588" y="17047"/>
                    <a:pt x="588" y="18841"/>
                  </a:cubicBezTo>
                  <a:lnTo>
                    <a:pt x="588" y="45622"/>
                  </a:lnTo>
                  <a:cubicBezTo>
                    <a:pt x="588" y="46816"/>
                    <a:pt x="877" y="47389"/>
                    <a:pt x="1502" y="47389"/>
                  </a:cubicBezTo>
                  <a:cubicBezTo>
                    <a:pt x="1817" y="47389"/>
                    <a:pt x="2217" y="47244"/>
                    <a:pt x="2708" y="46960"/>
                  </a:cubicBezTo>
                  <a:lnTo>
                    <a:pt x="17257" y="38544"/>
                  </a:lnTo>
                  <a:cubicBezTo>
                    <a:pt x="17601" y="38354"/>
                    <a:pt x="17906" y="38251"/>
                    <a:pt x="18155" y="38251"/>
                  </a:cubicBezTo>
                  <a:cubicBezTo>
                    <a:pt x="18591" y="38251"/>
                    <a:pt x="18855" y="38568"/>
                    <a:pt x="18855" y="39294"/>
                  </a:cubicBezTo>
                  <a:lnTo>
                    <a:pt x="18855" y="42099"/>
                  </a:lnTo>
                  <a:cubicBezTo>
                    <a:pt x="18855" y="43241"/>
                    <a:pt x="18203" y="44154"/>
                    <a:pt x="17257" y="44676"/>
                  </a:cubicBezTo>
                  <a:lnTo>
                    <a:pt x="2121" y="53386"/>
                  </a:lnTo>
                  <a:cubicBezTo>
                    <a:pt x="653" y="54267"/>
                    <a:pt x="1" y="55408"/>
                    <a:pt x="1" y="57202"/>
                  </a:cubicBezTo>
                  <a:lnTo>
                    <a:pt x="1" y="65586"/>
                  </a:lnTo>
                  <a:cubicBezTo>
                    <a:pt x="1" y="66789"/>
                    <a:pt x="295" y="67376"/>
                    <a:pt x="931" y="67376"/>
                  </a:cubicBezTo>
                  <a:cubicBezTo>
                    <a:pt x="1243" y="67376"/>
                    <a:pt x="1638" y="67235"/>
                    <a:pt x="2121" y="66956"/>
                  </a:cubicBezTo>
                  <a:lnTo>
                    <a:pt x="20780" y="56126"/>
                  </a:lnTo>
                  <a:cubicBezTo>
                    <a:pt x="27826" y="52048"/>
                    <a:pt x="32229" y="44937"/>
                    <a:pt x="32229" y="37631"/>
                  </a:cubicBezTo>
                  <a:lnTo>
                    <a:pt x="32229" y="27681"/>
                  </a:lnTo>
                  <a:cubicBezTo>
                    <a:pt x="32229" y="22682"/>
                    <a:pt x="30522" y="20308"/>
                    <a:pt x="27552" y="20308"/>
                  </a:cubicBezTo>
                  <a:cubicBezTo>
                    <a:pt x="26007" y="20308"/>
                    <a:pt x="24120" y="20951"/>
                    <a:pt x="21954" y="22201"/>
                  </a:cubicBezTo>
                  <a:lnTo>
                    <a:pt x="13930" y="26866"/>
                  </a:lnTo>
                  <a:lnTo>
                    <a:pt x="13930" y="22201"/>
                  </a:lnTo>
                  <a:lnTo>
                    <a:pt x="27989" y="14112"/>
                  </a:lnTo>
                  <a:cubicBezTo>
                    <a:pt x="29457" y="13231"/>
                    <a:pt x="30109" y="12089"/>
                    <a:pt x="30109" y="10295"/>
                  </a:cubicBezTo>
                  <a:lnTo>
                    <a:pt x="30109" y="1781"/>
                  </a:lnTo>
                  <a:cubicBezTo>
                    <a:pt x="30109" y="588"/>
                    <a:pt x="29820" y="0"/>
                    <a:pt x="291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2" name="Google Shape;2552;p38"/>
          <p:cNvGrpSpPr/>
          <p:nvPr/>
        </p:nvGrpSpPr>
        <p:grpSpPr>
          <a:xfrm flipH="1">
            <a:off x="-2299857" y="-2697840"/>
            <a:ext cx="4017967" cy="3644766"/>
            <a:chOff x="3166062" y="1034326"/>
            <a:chExt cx="6010422" cy="5452155"/>
          </a:xfrm>
        </p:grpSpPr>
        <p:sp>
          <p:nvSpPr>
            <p:cNvPr id="2553" name="Google Shape;2553;p38"/>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38"/>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5" name="Google Shape;2555;p38"/>
          <p:cNvGrpSpPr/>
          <p:nvPr/>
        </p:nvGrpSpPr>
        <p:grpSpPr>
          <a:xfrm>
            <a:off x="7540747" y="-598211"/>
            <a:ext cx="3863499" cy="3798516"/>
            <a:chOff x="3133537" y="-308699"/>
            <a:chExt cx="6010422" cy="5452155"/>
          </a:xfrm>
        </p:grpSpPr>
        <p:sp>
          <p:nvSpPr>
            <p:cNvPr id="2556" name="Google Shape;2556;p38"/>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38"/>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38"/>
          <p:cNvGrpSpPr/>
          <p:nvPr/>
        </p:nvGrpSpPr>
        <p:grpSpPr>
          <a:xfrm>
            <a:off x="7540741" y="371486"/>
            <a:ext cx="593164" cy="1161172"/>
            <a:chOff x="4921825" y="870250"/>
            <a:chExt cx="407925" cy="798550"/>
          </a:xfrm>
        </p:grpSpPr>
        <p:sp>
          <p:nvSpPr>
            <p:cNvPr id="2559" name="Google Shape;2559;p38"/>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38"/>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38"/>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8"/>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8"/>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8"/>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8"/>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8"/>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8"/>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8"/>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8"/>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8"/>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8"/>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8"/>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8"/>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8"/>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8"/>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8"/>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8"/>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8"/>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8"/>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8"/>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8"/>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8"/>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8"/>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8"/>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8"/>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8"/>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8"/>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8"/>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589" name="Google Shape;2589;p38"/>
          <p:cNvCxnSpPr/>
          <p:nvPr/>
        </p:nvCxnSpPr>
        <p:spPr>
          <a:xfrm>
            <a:off x="2230538" y="3647950"/>
            <a:ext cx="1828500" cy="0"/>
          </a:xfrm>
          <a:prstGeom prst="straightConnector1">
            <a:avLst/>
          </a:prstGeom>
          <a:noFill/>
          <a:ln w="28575" cap="flat" cmpd="sng">
            <a:solidFill>
              <a:schemeClr val="dk2"/>
            </a:solidFill>
            <a:prstDash val="dot"/>
            <a:round/>
            <a:headEnd type="none" w="med" len="med"/>
            <a:tailEnd type="none" w="med" len="med"/>
          </a:ln>
        </p:spPr>
      </p:cxnSp>
      <p:cxnSp>
        <p:nvCxnSpPr>
          <p:cNvPr id="2590" name="Google Shape;2590;p38"/>
          <p:cNvCxnSpPr/>
          <p:nvPr/>
        </p:nvCxnSpPr>
        <p:spPr>
          <a:xfrm>
            <a:off x="-594350" y="3647950"/>
            <a:ext cx="1828500" cy="0"/>
          </a:xfrm>
          <a:prstGeom prst="straightConnector1">
            <a:avLst/>
          </a:prstGeom>
          <a:noFill/>
          <a:ln w="28575" cap="flat" cmpd="sng">
            <a:solidFill>
              <a:schemeClr val="dk2"/>
            </a:solidFill>
            <a:prstDash val="dot"/>
            <a:round/>
            <a:headEnd type="none" w="med" len="med"/>
            <a:tailEnd type="none" w="med" len="med"/>
          </a:ln>
        </p:spPr>
      </p:cxnSp>
      <p:cxnSp>
        <p:nvCxnSpPr>
          <p:cNvPr id="2591" name="Google Shape;2591;p38"/>
          <p:cNvCxnSpPr>
            <a:endCxn id="2592" idx="3"/>
          </p:cNvCxnSpPr>
          <p:nvPr/>
        </p:nvCxnSpPr>
        <p:spPr>
          <a:xfrm rot="10800000" flipH="1">
            <a:off x="5047475" y="3641750"/>
            <a:ext cx="1984200" cy="6300"/>
          </a:xfrm>
          <a:prstGeom prst="straightConnector1">
            <a:avLst/>
          </a:prstGeom>
          <a:noFill/>
          <a:ln w="28575" cap="flat" cmpd="sng">
            <a:solidFill>
              <a:schemeClr val="dk2"/>
            </a:solidFill>
            <a:prstDash val="dot"/>
            <a:round/>
            <a:headEnd type="none" w="med" len="med"/>
            <a:tailEnd type="triangle"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596"/>
        <p:cNvGrpSpPr/>
        <p:nvPr/>
      </p:nvGrpSpPr>
      <p:grpSpPr>
        <a:xfrm>
          <a:off x="0" y="0"/>
          <a:ext cx="0" cy="0"/>
          <a:chOff x="0" y="0"/>
          <a:chExt cx="0" cy="0"/>
        </a:xfrm>
      </p:grpSpPr>
      <p:sp>
        <p:nvSpPr>
          <p:cNvPr id="2597" name="Google Shape;2597;p39"/>
          <p:cNvSpPr/>
          <p:nvPr/>
        </p:nvSpPr>
        <p:spPr>
          <a:xfrm rot="10800000" flipH="1">
            <a:off x="4591875" y="3359225"/>
            <a:ext cx="715800" cy="1125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9"/>
          <p:cNvSpPr/>
          <p:nvPr/>
        </p:nvSpPr>
        <p:spPr>
          <a:xfrm rot="10800000" flipH="1">
            <a:off x="2482000" y="1986775"/>
            <a:ext cx="979200" cy="112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9"/>
          <p:cNvSpPr/>
          <p:nvPr/>
        </p:nvSpPr>
        <p:spPr>
          <a:xfrm rot="10800000" flipH="1">
            <a:off x="6461350" y="1986775"/>
            <a:ext cx="946800" cy="112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9"/>
          <p:cNvSpPr/>
          <p:nvPr/>
        </p:nvSpPr>
        <p:spPr>
          <a:xfrm>
            <a:off x="2219324" y="685975"/>
            <a:ext cx="46005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1" name="Google Shape;2601;p39"/>
          <p:cNvGrpSpPr/>
          <p:nvPr/>
        </p:nvGrpSpPr>
        <p:grpSpPr>
          <a:xfrm>
            <a:off x="2718393" y="1360339"/>
            <a:ext cx="511252" cy="404981"/>
            <a:chOff x="3336993" y="1461866"/>
            <a:chExt cx="404664" cy="320523"/>
          </a:xfrm>
        </p:grpSpPr>
        <p:sp>
          <p:nvSpPr>
            <p:cNvPr id="2602" name="Google Shape;2602;p39"/>
            <p:cNvSpPr/>
            <p:nvPr/>
          </p:nvSpPr>
          <p:spPr>
            <a:xfrm>
              <a:off x="3381476" y="1486945"/>
              <a:ext cx="315663" cy="12200"/>
            </a:xfrm>
            <a:custGeom>
              <a:avLst/>
              <a:gdLst/>
              <a:ahLst/>
              <a:cxnLst/>
              <a:rect l="l" t="t" r="r" b="b"/>
              <a:pathLst>
                <a:path w="9289" h="359" extrusionOk="0">
                  <a:moveTo>
                    <a:pt x="191" y="1"/>
                  </a:moveTo>
                  <a:cubicBezTo>
                    <a:pt x="96" y="1"/>
                    <a:pt x="1" y="96"/>
                    <a:pt x="1" y="168"/>
                  </a:cubicBezTo>
                  <a:cubicBezTo>
                    <a:pt x="1" y="263"/>
                    <a:pt x="96" y="358"/>
                    <a:pt x="191" y="358"/>
                  </a:cubicBezTo>
                  <a:lnTo>
                    <a:pt x="9122" y="358"/>
                  </a:lnTo>
                  <a:cubicBezTo>
                    <a:pt x="9217" y="358"/>
                    <a:pt x="9289" y="263"/>
                    <a:pt x="9289" y="168"/>
                  </a:cubicBezTo>
                  <a:cubicBezTo>
                    <a:pt x="9289" y="96"/>
                    <a:pt x="9241" y="1"/>
                    <a:pt x="9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9"/>
            <p:cNvSpPr/>
            <p:nvPr/>
          </p:nvSpPr>
          <p:spPr>
            <a:xfrm>
              <a:off x="3381476" y="1714356"/>
              <a:ext cx="315663" cy="12166"/>
            </a:xfrm>
            <a:custGeom>
              <a:avLst/>
              <a:gdLst/>
              <a:ahLst/>
              <a:cxnLst/>
              <a:rect l="l" t="t" r="r" b="b"/>
              <a:pathLst>
                <a:path w="9289" h="358" extrusionOk="0">
                  <a:moveTo>
                    <a:pt x="191" y="1"/>
                  </a:moveTo>
                  <a:cubicBezTo>
                    <a:pt x="96" y="1"/>
                    <a:pt x="1" y="96"/>
                    <a:pt x="1" y="191"/>
                  </a:cubicBezTo>
                  <a:cubicBezTo>
                    <a:pt x="1" y="263"/>
                    <a:pt x="96" y="358"/>
                    <a:pt x="191" y="358"/>
                  </a:cubicBezTo>
                  <a:lnTo>
                    <a:pt x="9122" y="358"/>
                  </a:lnTo>
                  <a:cubicBezTo>
                    <a:pt x="9217" y="358"/>
                    <a:pt x="9289" y="263"/>
                    <a:pt x="9289" y="191"/>
                  </a:cubicBezTo>
                  <a:cubicBezTo>
                    <a:pt x="9289" y="96"/>
                    <a:pt x="9241" y="1"/>
                    <a:pt x="9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9"/>
            <p:cNvSpPr/>
            <p:nvPr/>
          </p:nvSpPr>
          <p:spPr>
            <a:xfrm>
              <a:off x="3470510" y="1511242"/>
              <a:ext cx="137595" cy="182928"/>
            </a:xfrm>
            <a:custGeom>
              <a:avLst/>
              <a:gdLst/>
              <a:ahLst/>
              <a:cxnLst/>
              <a:rect l="l" t="t" r="r" b="b"/>
              <a:pathLst>
                <a:path w="4049" h="5383" extrusionOk="0">
                  <a:moveTo>
                    <a:pt x="2025" y="381"/>
                  </a:moveTo>
                  <a:cubicBezTo>
                    <a:pt x="2239" y="381"/>
                    <a:pt x="2430" y="572"/>
                    <a:pt x="2430" y="762"/>
                  </a:cubicBezTo>
                  <a:lnTo>
                    <a:pt x="2430" y="977"/>
                  </a:lnTo>
                  <a:lnTo>
                    <a:pt x="1644" y="977"/>
                  </a:lnTo>
                  <a:lnTo>
                    <a:pt x="1644" y="762"/>
                  </a:lnTo>
                  <a:cubicBezTo>
                    <a:pt x="1667" y="572"/>
                    <a:pt x="1834" y="381"/>
                    <a:pt x="2025" y="381"/>
                  </a:cubicBezTo>
                  <a:close/>
                  <a:moveTo>
                    <a:pt x="3382" y="1334"/>
                  </a:moveTo>
                  <a:lnTo>
                    <a:pt x="3692" y="5049"/>
                  </a:lnTo>
                  <a:lnTo>
                    <a:pt x="358" y="5049"/>
                  </a:lnTo>
                  <a:lnTo>
                    <a:pt x="691" y="1334"/>
                  </a:lnTo>
                  <a:lnTo>
                    <a:pt x="1286" y="1334"/>
                  </a:lnTo>
                  <a:lnTo>
                    <a:pt x="1286" y="1715"/>
                  </a:lnTo>
                  <a:cubicBezTo>
                    <a:pt x="1286" y="1810"/>
                    <a:pt x="1382" y="1905"/>
                    <a:pt x="1477" y="1905"/>
                  </a:cubicBezTo>
                  <a:cubicBezTo>
                    <a:pt x="1548" y="1905"/>
                    <a:pt x="1644" y="1810"/>
                    <a:pt x="1644" y="1715"/>
                  </a:cubicBezTo>
                  <a:lnTo>
                    <a:pt x="1644" y="1334"/>
                  </a:lnTo>
                  <a:lnTo>
                    <a:pt x="2430" y="1334"/>
                  </a:lnTo>
                  <a:lnTo>
                    <a:pt x="2430" y="1715"/>
                  </a:lnTo>
                  <a:cubicBezTo>
                    <a:pt x="2430" y="1810"/>
                    <a:pt x="2501" y="1905"/>
                    <a:pt x="2596" y="1905"/>
                  </a:cubicBezTo>
                  <a:cubicBezTo>
                    <a:pt x="2691" y="1905"/>
                    <a:pt x="2787" y="1810"/>
                    <a:pt x="2787" y="1715"/>
                  </a:cubicBezTo>
                  <a:lnTo>
                    <a:pt x="2787" y="1334"/>
                  </a:lnTo>
                  <a:close/>
                  <a:moveTo>
                    <a:pt x="2025" y="0"/>
                  </a:moveTo>
                  <a:cubicBezTo>
                    <a:pt x="1620" y="0"/>
                    <a:pt x="1286" y="334"/>
                    <a:pt x="1286" y="739"/>
                  </a:cubicBezTo>
                  <a:lnTo>
                    <a:pt x="1286" y="953"/>
                  </a:lnTo>
                  <a:lnTo>
                    <a:pt x="691" y="953"/>
                  </a:lnTo>
                  <a:cubicBezTo>
                    <a:pt x="501" y="953"/>
                    <a:pt x="358" y="1096"/>
                    <a:pt x="334" y="1286"/>
                  </a:cubicBezTo>
                  <a:lnTo>
                    <a:pt x="0" y="5001"/>
                  </a:lnTo>
                  <a:cubicBezTo>
                    <a:pt x="0" y="5097"/>
                    <a:pt x="48" y="5192"/>
                    <a:pt x="96" y="5263"/>
                  </a:cubicBezTo>
                  <a:cubicBezTo>
                    <a:pt x="167" y="5359"/>
                    <a:pt x="286" y="5382"/>
                    <a:pt x="358" y="5382"/>
                  </a:cubicBezTo>
                  <a:lnTo>
                    <a:pt x="3668" y="5382"/>
                  </a:lnTo>
                  <a:cubicBezTo>
                    <a:pt x="3763" y="5382"/>
                    <a:pt x="3882" y="5359"/>
                    <a:pt x="3930" y="5263"/>
                  </a:cubicBezTo>
                  <a:cubicBezTo>
                    <a:pt x="4025" y="5216"/>
                    <a:pt x="4049" y="5120"/>
                    <a:pt x="4049" y="5001"/>
                  </a:cubicBezTo>
                  <a:lnTo>
                    <a:pt x="3739" y="1286"/>
                  </a:lnTo>
                  <a:cubicBezTo>
                    <a:pt x="3692" y="1096"/>
                    <a:pt x="3549" y="953"/>
                    <a:pt x="3382" y="953"/>
                  </a:cubicBezTo>
                  <a:lnTo>
                    <a:pt x="2787" y="953"/>
                  </a:lnTo>
                  <a:lnTo>
                    <a:pt x="2787" y="739"/>
                  </a:lnTo>
                  <a:cubicBezTo>
                    <a:pt x="2787" y="334"/>
                    <a:pt x="2453" y="0"/>
                    <a:pt x="2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9"/>
            <p:cNvSpPr/>
            <p:nvPr/>
          </p:nvSpPr>
          <p:spPr>
            <a:xfrm>
              <a:off x="3336993" y="1461866"/>
              <a:ext cx="404664" cy="320523"/>
            </a:xfrm>
            <a:custGeom>
              <a:avLst/>
              <a:gdLst/>
              <a:ahLst/>
              <a:cxnLst/>
              <a:rect l="l" t="t" r="r" b="b"/>
              <a:pathLst>
                <a:path w="11908" h="9432" extrusionOk="0">
                  <a:moveTo>
                    <a:pt x="10598" y="358"/>
                  </a:moveTo>
                  <a:cubicBezTo>
                    <a:pt x="10812" y="358"/>
                    <a:pt x="11002" y="525"/>
                    <a:pt x="11002" y="739"/>
                  </a:cubicBezTo>
                  <a:lnTo>
                    <a:pt x="11002" y="8169"/>
                  </a:lnTo>
                  <a:lnTo>
                    <a:pt x="929" y="8169"/>
                  </a:lnTo>
                  <a:lnTo>
                    <a:pt x="929" y="739"/>
                  </a:lnTo>
                  <a:cubicBezTo>
                    <a:pt x="929" y="525"/>
                    <a:pt x="1119" y="358"/>
                    <a:pt x="1310" y="358"/>
                  </a:cubicBezTo>
                  <a:close/>
                  <a:moveTo>
                    <a:pt x="11526" y="8574"/>
                  </a:moveTo>
                  <a:lnTo>
                    <a:pt x="11526" y="8931"/>
                  </a:lnTo>
                  <a:lnTo>
                    <a:pt x="11550" y="8931"/>
                  </a:lnTo>
                  <a:cubicBezTo>
                    <a:pt x="11550" y="9050"/>
                    <a:pt x="11479" y="9122"/>
                    <a:pt x="11360" y="9122"/>
                  </a:cubicBezTo>
                  <a:lnTo>
                    <a:pt x="572" y="9122"/>
                  </a:lnTo>
                  <a:cubicBezTo>
                    <a:pt x="453" y="9122"/>
                    <a:pt x="357" y="9026"/>
                    <a:pt x="357" y="8931"/>
                  </a:cubicBezTo>
                  <a:lnTo>
                    <a:pt x="357" y="8574"/>
                  </a:lnTo>
                  <a:lnTo>
                    <a:pt x="5215" y="8574"/>
                  </a:lnTo>
                  <a:cubicBezTo>
                    <a:pt x="5215" y="8645"/>
                    <a:pt x="5311" y="8740"/>
                    <a:pt x="5406" y="8740"/>
                  </a:cubicBezTo>
                  <a:lnTo>
                    <a:pt x="6501" y="8740"/>
                  </a:lnTo>
                  <a:cubicBezTo>
                    <a:pt x="6597" y="8740"/>
                    <a:pt x="6668" y="8645"/>
                    <a:pt x="6668" y="8574"/>
                  </a:cubicBezTo>
                  <a:close/>
                  <a:moveTo>
                    <a:pt x="1310" y="1"/>
                  </a:moveTo>
                  <a:cubicBezTo>
                    <a:pt x="905" y="1"/>
                    <a:pt x="572" y="310"/>
                    <a:pt x="572" y="739"/>
                  </a:cubicBezTo>
                  <a:lnTo>
                    <a:pt x="572" y="8169"/>
                  </a:lnTo>
                  <a:lnTo>
                    <a:pt x="357" y="8169"/>
                  </a:lnTo>
                  <a:cubicBezTo>
                    <a:pt x="167" y="8169"/>
                    <a:pt x="0" y="8336"/>
                    <a:pt x="0" y="8526"/>
                  </a:cubicBezTo>
                  <a:lnTo>
                    <a:pt x="0" y="8883"/>
                  </a:lnTo>
                  <a:cubicBezTo>
                    <a:pt x="0" y="9193"/>
                    <a:pt x="238" y="9431"/>
                    <a:pt x="548" y="9431"/>
                  </a:cubicBezTo>
                  <a:lnTo>
                    <a:pt x="11312" y="9431"/>
                  </a:lnTo>
                  <a:cubicBezTo>
                    <a:pt x="11622" y="9431"/>
                    <a:pt x="11860" y="9193"/>
                    <a:pt x="11860" y="8883"/>
                  </a:cubicBezTo>
                  <a:lnTo>
                    <a:pt x="11860" y="8526"/>
                  </a:lnTo>
                  <a:cubicBezTo>
                    <a:pt x="11907" y="8336"/>
                    <a:pt x="11764" y="8169"/>
                    <a:pt x="11550" y="8169"/>
                  </a:cubicBezTo>
                  <a:lnTo>
                    <a:pt x="11360" y="8169"/>
                  </a:lnTo>
                  <a:lnTo>
                    <a:pt x="11360" y="739"/>
                  </a:lnTo>
                  <a:cubicBezTo>
                    <a:pt x="11360" y="310"/>
                    <a:pt x="11026" y="1"/>
                    <a:pt x="105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6" name="Google Shape;2606;p39"/>
          <p:cNvGrpSpPr/>
          <p:nvPr/>
        </p:nvGrpSpPr>
        <p:grpSpPr>
          <a:xfrm>
            <a:off x="6667047" y="1377376"/>
            <a:ext cx="530458" cy="370913"/>
            <a:chOff x="8080134" y="3999747"/>
            <a:chExt cx="406295" cy="284094"/>
          </a:xfrm>
        </p:grpSpPr>
        <p:sp>
          <p:nvSpPr>
            <p:cNvPr id="2607" name="Google Shape;2607;p39"/>
            <p:cNvSpPr/>
            <p:nvPr/>
          </p:nvSpPr>
          <p:spPr>
            <a:xfrm>
              <a:off x="8158634" y="4234430"/>
              <a:ext cx="24331" cy="24331"/>
            </a:xfrm>
            <a:custGeom>
              <a:avLst/>
              <a:gdLst/>
              <a:ahLst/>
              <a:cxnLst/>
              <a:rect l="l" t="t" r="r" b="b"/>
              <a:pathLst>
                <a:path w="716" h="716" extrusionOk="0">
                  <a:moveTo>
                    <a:pt x="358" y="1"/>
                  </a:moveTo>
                  <a:cubicBezTo>
                    <a:pt x="144" y="1"/>
                    <a:pt x="1" y="144"/>
                    <a:pt x="1" y="358"/>
                  </a:cubicBezTo>
                  <a:cubicBezTo>
                    <a:pt x="1" y="572"/>
                    <a:pt x="144" y="715"/>
                    <a:pt x="358" y="715"/>
                  </a:cubicBezTo>
                  <a:cubicBezTo>
                    <a:pt x="572" y="715"/>
                    <a:pt x="715" y="572"/>
                    <a:pt x="715" y="358"/>
                  </a:cubicBezTo>
                  <a:cubicBezTo>
                    <a:pt x="715" y="167"/>
                    <a:pt x="572"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9"/>
            <p:cNvSpPr/>
            <p:nvPr/>
          </p:nvSpPr>
          <p:spPr>
            <a:xfrm>
              <a:off x="8411124" y="4234430"/>
              <a:ext cx="24331" cy="24331"/>
            </a:xfrm>
            <a:custGeom>
              <a:avLst/>
              <a:gdLst/>
              <a:ahLst/>
              <a:cxnLst/>
              <a:rect l="l" t="t" r="r" b="b"/>
              <a:pathLst>
                <a:path w="716" h="716" extrusionOk="0">
                  <a:moveTo>
                    <a:pt x="358" y="1"/>
                  </a:moveTo>
                  <a:cubicBezTo>
                    <a:pt x="168" y="1"/>
                    <a:pt x="1" y="144"/>
                    <a:pt x="1" y="358"/>
                  </a:cubicBezTo>
                  <a:cubicBezTo>
                    <a:pt x="1" y="572"/>
                    <a:pt x="168" y="715"/>
                    <a:pt x="358" y="715"/>
                  </a:cubicBezTo>
                  <a:cubicBezTo>
                    <a:pt x="572" y="715"/>
                    <a:pt x="715" y="572"/>
                    <a:pt x="715" y="358"/>
                  </a:cubicBezTo>
                  <a:cubicBezTo>
                    <a:pt x="715" y="167"/>
                    <a:pt x="572"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9"/>
            <p:cNvSpPr/>
            <p:nvPr/>
          </p:nvSpPr>
          <p:spPr>
            <a:xfrm>
              <a:off x="8080134" y="3999747"/>
              <a:ext cx="406295" cy="284094"/>
            </a:xfrm>
            <a:custGeom>
              <a:avLst/>
              <a:gdLst/>
              <a:ahLst/>
              <a:cxnLst/>
              <a:rect l="l" t="t" r="r" b="b"/>
              <a:pathLst>
                <a:path w="11956" h="8360" extrusionOk="0">
                  <a:moveTo>
                    <a:pt x="3978" y="381"/>
                  </a:moveTo>
                  <a:cubicBezTo>
                    <a:pt x="4168" y="381"/>
                    <a:pt x="4359" y="572"/>
                    <a:pt x="4359" y="763"/>
                  </a:cubicBezTo>
                  <a:lnTo>
                    <a:pt x="4359" y="977"/>
                  </a:lnTo>
                  <a:lnTo>
                    <a:pt x="3573" y="977"/>
                  </a:lnTo>
                  <a:lnTo>
                    <a:pt x="3573" y="763"/>
                  </a:lnTo>
                  <a:lnTo>
                    <a:pt x="3597" y="763"/>
                  </a:lnTo>
                  <a:cubicBezTo>
                    <a:pt x="3597" y="572"/>
                    <a:pt x="3763" y="381"/>
                    <a:pt x="3978" y="381"/>
                  </a:cubicBezTo>
                  <a:close/>
                  <a:moveTo>
                    <a:pt x="8503" y="2406"/>
                  </a:moveTo>
                  <a:lnTo>
                    <a:pt x="8955" y="3739"/>
                  </a:lnTo>
                  <a:lnTo>
                    <a:pt x="7526" y="3739"/>
                  </a:lnTo>
                  <a:cubicBezTo>
                    <a:pt x="7407" y="3739"/>
                    <a:pt x="7312" y="3668"/>
                    <a:pt x="7312" y="3549"/>
                  </a:cubicBezTo>
                  <a:lnTo>
                    <a:pt x="7312" y="2406"/>
                  </a:lnTo>
                  <a:close/>
                  <a:moveTo>
                    <a:pt x="9336" y="2430"/>
                  </a:moveTo>
                  <a:lnTo>
                    <a:pt x="9836" y="3787"/>
                  </a:lnTo>
                  <a:lnTo>
                    <a:pt x="9312" y="3787"/>
                  </a:lnTo>
                  <a:lnTo>
                    <a:pt x="8860" y="2430"/>
                  </a:lnTo>
                  <a:close/>
                  <a:moveTo>
                    <a:pt x="5311" y="1334"/>
                  </a:moveTo>
                  <a:lnTo>
                    <a:pt x="5645" y="5240"/>
                  </a:lnTo>
                  <a:lnTo>
                    <a:pt x="2311" y="5240"/>
                  </a:lnTo>
                  <a:lnTo>
                    <a:pt x="2644" y="1334"/>
                  </a:lnTo>
                  <a:lnTo>
                    <a:pt x="3240" y="1334"/>
                  </a:lnTo>
                  <a:lnTo>
                    <a:pt x="3240" y="1715"/>
                  </a:lnTo>
                  <a:cubicBezTo>
                    <a:pt x="3240" y="1810"/>
                    <a:pt x="3311" y="1906"/>
                    <a:pt x="3406" y="1906"/>
                  </a:cubicBezTo>
                  <a:cubicBezTo>
                    <a:pt x="3501" y="1906"/>
                    <a:pt x="3597" y="1810"/>
                    <a:pt x="3597" y="1715"/>
                  </a:cubicBezTo>
                  <a:lnTo>
                    <a:pt x="3597" y="1334"/>
                  </a:lnTo>
                  <a:lnTo>
                    <a:pt x="4359" y="1334"/>
                  </a:lnTo>
                  <a:lnTo>
                    <a:pt x="4359" y="1715"/>
                  </a:lnTo>
                  <a:cubicBezTo>
                    <a:pt x="4359" y="1810"/>
                    <a:pt x="4454" y="1906"/>
                    <a:pt x="4549" y="1906"/>
                  </a:cubicBezTo>
                  <a:cubicBezTo>
                    <a:pt x="4621" y="1906"/>
                    <a:pt x="4716" y="1810"/>
                    <a:pt x="4716" y="1715"/>
                  </a:cubicBezTo>
                  <a:lnTo>
                    <a:pt x="4716" y="1334"/>
                  </a:lnTo>
                  <a:close/>
                  <a:moveTo>
                    <a:pt x="8788" y="1715"/>
                  </a:moveTo>
                  <a:cubicBezTo>
                    <a:pt x="8931" y="1715"/>
                    <a:pt x="9098" y="1810"/>
                    <a:pt x="9146" y="1953"/>
                  </a:cubicBezTo>
                  <a:lnTo>
                    <a:pt x="9217" y="2120"/>
                  </a:lnTo>
                  <a:lnTo>
                    <a:pt x="7121" y="2120"/>
                  </a:lnTo>
                  <a:cubicBezTo>
                    <a:pt x="7026" y="2120"/>
                    <a:pt x="6955" y="2191"/>
                    <a:pt x="6955" y="2287"/>
                  </a:cubicBezTo>
                  <a:lnTo>
                    <a:pt x="6955" y="3596"/>
                  </a:lnTo>
                  <a:cubicBezTo>
                    <a:pt x="6955" y="3906"/>
                    <a:pt x="7193" y="4144"/>
                    <a:pt x="7479" y="4144"/>
                  </a:cubicBezTo>
                  <a:lnTo>
                    <a:pt x="10074" y="4144"/>
                  </a:lnTo>
                  <a:lnTo>
                    <a:pt x="11360" y="4549"/>
                  </a:lnTo>
                  <a:cubicBezTo>
                    <a:pt x="11503" y="4620"/>
                    <a:pt x="11622" y="4763"/>
                    <a:pt x="11622" y="4906"/>
                  </a:cubicBezTo>
                  <a:lnTo>
                    <a:pt x="11622" y="5240"/>
                  </a:lnTo>
                  <a:lnTo>
                    <a:pt x="11384" y="5240"/>
                  </a:lnTo>
                  <a:cubicBezTo>
                    <a:pt x="11289" y="5240"/>
                    <a:pt x="11217" y="5335"/>
                    <a:pt x="11217" y="5406"/>
                  </a:cubicBezTo>
                  <a:cubicBezTo>
                    <a:pt x="11217" y="5502"/>
                    <a:pt x="11289" y="5597"/>
                    <a:pt x="11384" y="5597"/>
                  </a:cubicBezTo>
                  <a:lnTo>
                    <a:pt x="11598" y="5597"/>
                  </a:lnTo>
                  <a:lnTo>
                    <a:pt x="11598" y="6192"/>
                  </a:lnTo>
                  <a:cubicBezTo>
                    <a:pt x="11598" y="6335"/>
                    <a:pt x="11503" y="6454"/>
                    <a:pt x="11384" y="6549"/>
                  </a:cubicBezTo>
                  <a:lnTo>
                    <a:pt x="11027" y="6716"/>
                  </a:lnTo>
                  <a:cubicBezTo>
                    <a:pt x="10813" y="6407"/>
                    <a:pt x="10503" y="6192"/>
                    <a:pt x="10074" y="6192"/>
                  </a:cubicBezTo>
                  <a:cubicBezTo>
                    <a:pt x="9669" y="6192"/>
                    <a:pt x="9288" y="6430"/>
                    <a:pt x="9122" y="6764"/>
                  </a:cubicBezTo>
                  <a:lnTo>
                    <a:pt x="3621" y="6764"/>
                  </a:lnTo>
                  <a:cubicBezTo>
                    <a:pt x="3430" y="6430"/>
                    <a:pt x="3073" y="6192"/>
                    <a:pt x="2668" y="6192"/>
                  </a:cubicBezTo>
                  <a:cubicBezTo>
                    <a:pt x="2239" y="6192"/>
                    <a:pt x="1882" y="6430"/>
                    <a:pt x="1715" y="6764"/>
                  </a:cubicBezTo>
                  <a:lnTo>
                    <a:pt x="429" y="6764"/>
                  </a:lnTo>
                  <a:lnTo>
                    <a:pt x="429" y="5621"/>
                  </a:lnTo>
                  <a:lnTo>
                    <a:pt x="1382" y="5621"/>
                  </a:lnTo>
                  <a:cubicBezTo>
                    <a:pt x="1477" y="5621"/>
                    <a:pt x="1549" y="5525"/>
                    <a:pt x="1549" y="5454"/>
                  </a:cubicBezTo>
                  <a:cubicBezTo>
                    <a:pt x="1549" y="5359"/>
                    <a:pt x="1477" y="5263"/>
                    <a:pt x="1382" y="5263"/>
                  </a:cubicBezTo>
                  <a:lnTo>
                    <a:pt x="429" y="5263"/>
                  </a:lnTo>
                  <a:lnTo>
                    <a:pt x="429" y="1715"/>
                  </a:lnTo>
                  <a:lnTo>
                    <a:pt x="2239" y="1715"/>
                  </a:lnTo>
                  <a:lnTo>
                    <a:pt x="1954" y="5240"/>
                  </a:lnTo>
                  <a:cubicBezTo>
                    <a:pt x="1954" y="5335"/>
                    <a:pt x="1977" y="5454"/>
                    <a:pt x="2025" y="5502"/>
                  </a:cubicBezTo>
                  <a:cubicBezTo>
                    <a:pt x="2096" y="5573"/>
                    <a:pt x="2216" y="5621"/>
                    <a:pt x="2311" y="5621"/>
                  </a:cubicBezTo>
                  <a:lnTo>
                    <a:pt x="5597" y="5621"/>
                  </a:lnTo>
                  <a:cubicBezTo>
                    <a:pt x="5692" y="5621"/>
                    <a:pt x="5811" y="5597"/>
                    <a:pt x="5883" y="5502"/>
                  </a:cubicBezTo>
                  <a:cubicBezTo>
                    <a:pt x="5931" y="5454"/>
                    <a:pt x="5954" y="5311"/>
                    <a:pt x="5954" y="5240"/>
                  </a:cubicBezTo>
                  <a:lnTo>
                    <a:pt x="5669" y="1715"/>
                  </a:lnTo>
                  <a:close/>
                  <a:moveTo>
                    <a:pt x="2668" y="6549"/>
                  </a:moveTo>
                  <a:cubicBezTo>
                    <a:pt x="3073" y="6549"/>
                    <a:pt x="3406" y="6883"/>
                    <a:pt x="3406" y="7288"/>
                  </a:cubicBezTo>
                  <a:cubicBezTo>
                    <a:pt x="3406" y="7669"/>
                    <a:pt x="3073" y="8026"/>
                    <a:pt x="2668" y="8026"/>
                  </a:cubicBezTo>
                  <a:cubicBezTo>
                    <a:pt x="2239" y="8026"/>
                    <a:pt x="1930" y="7692"/>
                    <a:pt x="1930" y="7288"/>
                  </a:cubicBezTo>
                  <a:cubicBezTo>
                    <a:pt x="1930" y="6883"/>
                    <a:pt x="2239" y="6549"/>
                    <a:pt x="2668" y="6549"/>
                  </a:cubicBezTo>
                  <a:close/>
                  <a:moveTo>
                    <a:pt x="10098" y="6549"/>
                  </a:moveTo>
                  <a:cubicBezTo>
                    <a:pt x="10527" y="6549"/>
                    <a:pt x="10860" y="6883"/>
                    <a:pt x="10860" y="7288"/>
                  </a:cubicBezTo>
                  <a:cubicBezTo>
                    <a:pt x="10860" y="7669"/>
                    <a:pt x="10527" y="8026"/>
                    <a:pt x="10098" y="8026"/>
                  </a:cubicBezTo>
                  <a:cubicBezTo>
                    <a:pt x="9693" y="8026"/>
                    <a:pt x="9360" y="7692"/>
                    <a:pt x="9360" y="7288"/>
                  </a:cubicBezTo>
                  <a:cubicBezTo>
                    <a:pt x="9360" y="6883"/>
                    <a:pt x="9693" y="6549"/>
                    <a:pt x="10098" y="6549"/>
                  </a:cubicBezTo>
                  <a:close/>
                  <a:moveTo>
                    <a:pt x="3906" y="0"/>
                  </a:moveTo>
                  <a:cubicBezTo>
                    <a:pt x="3501" y="0"/>
                    <a:pt x="3168" y="334"/>
                    <a:pt x="3168" y="739"/>
                  </a:cubicBezTo>
                  <a:lnTo>
                    <a:pt x="3168" y="953"/>
                  </a:lnTo>
                  <a:lnTo>
                    <a:pt x="2573" y="953"/>
                  </a:lnTo>
                  <a:cubicBezTo>
                    <a:pt x="2406" y="953"/>
                    <a:pt x="2239" y="1096"/>
                    <a:pt x="2216" y="1286"/>
                  </a:cubicBezTo>
                  <a:lnTo>
                    <a:pt x="2216" y="1310"/>
                  </a:lnTo>
                  <a:lnTo>
                    <a:pt x="358" y="1310"/>
                  </a:lnTo>
                  <a:cubicBezTo>
                    <a:pt x="167" y="1310"/>
                    <a:pt x="1" y="1453"/>
                    <a:pt x="1" y="1667"/>
                  </a:cubicBezTo>
                  <a:lnTo>
                    <a:pt x="1" y="6692"/>
                  </a:lnTo>
                  <a:cubicBezTo>
                    <a:pt x="1" y="6907"/>
                    <a:pt x="167" y="7050"/>
                    <a:pt x="358" y="7050"/>
                  </a:cubicBezTo>
                  <a:lnTo>
                    <a:pt x="1501" y="7050"/>
                  </a:lnTo>
                  <a:cubicBezTo>
                    <a:pt x="1501" y="7097"/>
                    <a:pt x="1477" y="7169"/>
                    <a:pt x="1477" y="7264"/>
                  </a:cubicBezTo>
                  <a:cubicBezTo>
                    <a:pt x="1477" y="7859"/>
                    <a:pt x="1977" y="8359"/>
                    <a:pt x="2573" y="8359"/>
                  </a:cubicBezTo>
                  <a:cubicBezTo>
                    <a:pt x="3168" y="8359"/>
                    <a:pt x="3668" y="7859"/>
                    <a:pt x="3668" y="7264"/>
                  </a:cubicBezTo>
                  <a:cubicBezTo>
                    <a:pt x="3668" y="7192"/>
                    <a:pt x="3668" y="7145"/>
                    <a:pt x="3644" y="7050"/>
                  </a:cubicBezTo>
                  <a:lnTo>
                    <a:pt x="9003" y="7050"/>
                  </a:lnTo>
                  <a:cubicBezTo>
                    <a:pt x="9003" y="7097"/>
                    <a:pt x="8979" y="7169"/>
                    <a:pt x="8979" y="7264"/>
                  </a:cubicBezTo>
                  <a:cubicBezTo>
                    <a:pt x="8979" y="7859"/>
                    <a:pt x="9479" y="8359"/>
                    <a:pt x="10074" y="8359"/>
                  </a:cubicBezTo>
                  <a:cubicBezTo>
                    <a:pt x="10670" y="8359"/>
                    <a:pt x="11170" y="7859"/>
                    <a:pt x="11170" y="7264"/>
                  </a:cubicBezTo>
                  <a:cubicBezTo>
                    <a:pt x="11170" y="7169"/>
                    <a:pt x="11170" y="7073"/>
                    <a:pt x="11146" y="7026"/>
                  </a:cubicBezTo>
                  <a:lnTo>
                    <a:pt x="11503" y="6835"/>
                  </a:lnTo>
                  <a:cubicBezTo>
                    <a:pt x="11741" y="6716"/>
                    <a:pt x="11932" y="6454"/>
                    <a:pt x="11932" y="6192"/>
                  </a:cubicBezTo>
                  <a:lnTo>
                    <a:pt x="11932" y="4882"/>
                  </a:lnTo>
                  <a:cubicBezTo>
                    <a:pt x="11956" y="4573"/>
                    <a:pt x="11741" y="4287"/>
                    <a:pt x="11456" y="4192"/>
                  </a:cubicBezTo>
                  <a:lnTo>
                    <a:pt x="10217" y="3787"/>
                  </a:lnTo>
                  <a:lnTo>
                    <a:pt x="9455" y="1787"/>
                  </a:lnTo>
                  <a:cubicBezTo>
                    <a:pt x="9336" y="1525"/>
                    <a:pt x="9074" y="1310"/>
                    <a:pt x="8764" y="1310"/>
                  </a:cubicBezTo>
                  <a:lnTo>
                    <a:pt x="5621" y="1310"/>
                  </a:lnTo>
                  <a:lnTo>
                    <a:pt x="5621" y="1286"/>
                  </a:lnTo>
                  <a:cubicBezTo>
                    <a:pt x="5573" y="1096"/>
                    <a:pt x="5430" y="953"/>
                    <a:pt x="5264" y="953"/>
                  </a:cubicBezTo>
                  <a:lnTo>
                    <a:pt x="4668" y="953"/>
                  </a:lnTo>
                  <a:lnTo>
                    <a:pt x="4668" y="739"/>
                  </a:lnTo>
                  <a:cubicBezTo>
                    <a:pt x="4668" y="334"/>
                    <a:pt x="4335" y="0"/>
                    <a:pt x="39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9"/>
            <p:cNvSpPr/>
            <p:nvPr/>
          </p:nvSpPr>
          <p:spPr>
            <a:xfrm>
              <a:off x="8297826" y="4177781"/>
              <a:ext cx="151392" cy="12166"/>
            </a:xfrm>
            <a:custGeom>
              <a:avLst/>
              <a:gdLst/>
              <a:ahLst/>
              <a:cxnLst/>
              <a:rect l="l" t="t" r="r" b="b"/>
              <a:pathLst>
                <a:path w="4455" h="358" extrusionOk="0">
                  <a:moveTo>
                    <a:pt x="191" y="1"/>
                  </a:moveTo>
                  <a:cubicBezTo>
                    <a:pt x="96" y="1"/>
                    <a:pt x="1" y="96"/>
                    <a:pt x="1" y="167"/>
                  </a:cubicBezTo>
                  <a:cubicBezTo>
                    <a:pt x="1" y="263"/>
                    <a:pt x="96" y="358"/>
                    <a:pt x="191" y="358"/>
                  </a:cubicBezTo>
                  <a:lnTo>
                    <a:pt x="4264" y="358"/>
                  </a:lnTo>
                  <a:cubicBezTo>
                    <a:pt x="4359" y="358"/>
                    <a:pt x="4454" y="263"/>
                    <a:pt x="4454" y="167"/>
                  </a:cubicBezTo>
                  <a:cubicBezTo>
                    <a:pt x="4407" y="96"/>
                    <a:pt x="4359" y="1"/>
                    <a:pt x="4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1" name="Google Shape;2611;p39"/>
          <p:cNvGrpSpPr/>
          <p:nvPr/>
        </p:nvGrpSpPr>
        <p:grpSpPr>
          <a:xfrm>
            <a:off x="4664727" y="2740183"/>
            <a:ext cx="576845" cy="420119"/>
            <a:chOff x="1326724" y="3344904"/>
            <a:chExt cx="422504" cy="307712"/>
          </a:xfrm>
        </p:grpSpPr>
        <p:sp>
          <p:nvSpPr>
            <p:cNvPr id="2612" name="Google Shape;2612;p39"/>
            <p:cNvSpPr/>
            <p:nvPr/>
          </p:nvSpPr>
          <p:spPr>
            <a:xfrm>
              <a:off x="1326724" y="3344904"/>
              <a:ext cx="328611" cy="307712"/>
            </a:xfrm>
            <a:custGeom>
              <a:avLst/>
              <a:gdLst/>
              <a:ahLst/>
              <a:cxnLst/>
              <a:rect l="l" t="t" r="r" b="b"/>
              <a:pathLst>
                <a:path w="9670" h="9055" extrusionOk="0">
                  <a:moveTo>
                    <a:pt x="2073" y="267"/>
                  </a:moveTo>
                  <a:cubicBezTo>
                    <a:pt x="2192" y="314"/>
                    <a:pt x="2263" y="362"/>
                    <a:pt x="2335" y="457"/>
                  </a:cubicBezTo>
                  <a:lnTo>
                    <a:pt x="3621" y="2696"/>
                  </a:lnTo>
                  <a:cubicBezTo>
                    <a:pt x="3692" y="2839"/>
                    <a:pt x="3668" y="3005"/>
                    <a:pt x="3549" y="3124"/>
                  </a:cubicBezTo>
                  <a:lnTo>
                    <a:pt x="3335" y="3339"/>
                  </a:lnTo>
                  <a:lnTo>
                    <a:pt x="2216" y="1386"/>
                  </a:lnTo>
                  <a:cubicBezTo>
                    <a:pt x="2168" y="1322"/>
                    <a:pt x="2120" y="1291"/>
                    <a:pt x="2066" y="1291"/>
                  </a:cubicBezTo>
                  <a:cubicBezTo>
                    <a:pt x="2038" y="1291"/>
                    <a:pt x="2009" y="1299"/>
                    <a:pt x="1977" y="1314"/>
                  </a:cubicBezTo>
                  <a:cubicBezTo>
                    <a:pt x="1882" y="1386"/>
                    <a:pt x="1858" y="1457"/>
                    <a:pt x="1906" y="1553"/>
                  </a:cubicBezTo>
                  <a:lnTo>
                    <a:pt x="3097" y="3601"/>
                  </a:lnTo>
                  <a:lnTo>
                    <a:pt x="2978" y="3720"/>
                  </a:lnTo>
                  <a:cubicBezTo>
                    <a:pt x="2740" y="3958"/>
                    <a:pt x="2716" y="4363"/>
                    <a:pt x="2930" y="4625"/>
                  </a:cubicBezTo>
                  <a:cubicBezTo>
                    <a:pt x="3192" y="4982"/>
                    <a:pt x="3525" y="5315"/>
                    <a:pt x="3859" y="5625"/>
                  </a:cubicBezTo>
                  <a:cubicBezTo>
                    <a:pt x="4168" y="5958"/>
                    <a:pt x="4526" y="6268"/>
                    <a:pt x="4859" y="6554"/>
                  </a:cubicBezTo>
                  <a:cubicBezTo>
                    <a:pt x="4980" y="6652"/>
                    <a:pt x="5131" y="6701"/>
                    <a:pt x="5282" y="6701"/>
                  </a:cubicBezTo>
                  <a:cubicBezTo>
                    <a:pt x="5459" y="6701"/>
                    <a:pt x="5636" y="6634"/>
                    <a:pt x="5764" y="6506"/>
                  </a:cubicBezTo>
                  <a:lnTo>
                    <a:pt x="5859" y="6411"/>
                  </a:lnTo>
                  <a:lnTo>
                    <a:pt x="6264" y="6649"/>
                  </a:lnTo>
                  <a:cubicBezTo>
                    <a:pt x="6288" y="6673"/>
                    <a:pt x="6312" y="6673"/>
                    <a:pt x="6359" y="6673"/>
                  </a:cubicBezTo>
                  <a:cubicBezTo>
                    <a:pt x="6407" y="6673"/>
                    <a:pt x="6478" y="6649"/>
                    <a:pt x="6502" y="6577"/>
                  </a:cubicBezTo>
                  <a:cubicBezTo>
                    <a:pt x="6574" y="6506"/>
                    <a:pt x="6526" y="6411"/>
                    <a:pt x="6455" y="6339"/>
                  </a:cubicBezTo>
                  <a:lnTo>
                    <a:pt x="6097" y="6149"/>
                  </a:lnTo>
                  <a:lnTo>
                    <a:pt x="6336" y="5911"/>
                  </a:lnTo>
                  <a:cubicBezTo>
                    <a:pt x="6411" y="5835"/>
                    <a:pt x="6505" y="5788"/>
                    <a:pt x="6601" y="5788"/>
                  </a:cubicBezTo>
                  <a:cubicBezTo>
                    <a:pt x="6656" y="5788"/>
                    <a:pt x="6712" y="5804"/>
                    <a:pt x="6764" y="5839"/>
                  </a:cubicBezTo>
                  <a:lnTo>
                    <a:pt x="9003" y="7125"/>
                  </a:lnTo>
                  <a:cubicBezTo>
                    <a:pt x="9098" y="7173"/>
                    <a:pt x="9193" y="7268"/>
                    <a:pt x="9193" y="7387"/>
                  </a:cubicBezTo>
                  <a:cubicBezTo>
                    <a:pt x="9312" y="7578"/>
                    <a:pt x="9265" y="7697"/>
                    <a:pt x="9193" y="7768"/>
                  </a:cubicBezTo>
                  <a:lnTo>
                    <a:pt x="9098" y="7863"/>
                  </a:lnTo>
                  <a:lnTo>
                    <a:pt x="7193" y="6768"/>
                  </a:lnTo>
                  <a:cubicBezTo>
                    <a:pt x="7160" y="6743"/>
                    <a:pt x="7126" y="6733"/>
                    <a:pt x="7095" y="6733"/>
                  </a:cubicBezTo>
                  <a:cubicBezTo>
                    <a:pt x="7037" y="6733"/>
                    <a:pt x="6986" y="6769"/>
                    <a:pt x="6955" y="6816"/>
                  </a:cubicBezTo>
                  <a:cubicBezTo>
                    <a:pt x="6883" y="6911"/>
                    <a:pt x="6907" y="7006"/>
                    <a:pt x="7002" y="7054"/>
                  </a:cubicBezTo>
                  <a:lnTo>
                    <a:pt x="8812" y="8102"/>
                  </a:lnTo>
                  <a:lnTo>
                    <a:pt x="8503" y="8435"/>
                  </a:lnTo>
                  <a:cubicBezTo>
                    <a:pt x="8335" y="8602"/>
                    <a:pt x="8079" y="8686"/>
                    <a:pt x="7760" y="8686"/>
                  </a:cubicBezTo>
                  <a:cubicBezTo>
                    <a:pt x="7400" y="8686"/>
                    <a:pt x="6959" y="8579"/>
                    <a:pt x="6478" y="8363"/>
                  </a:cubicBezTo>
                  <a:cubicBezTo>
                    <a:pt x="5478" y="7959"/>
                    <a:pt x="4383" y="7173"/>
                    <a:pt x="3383" y="6173"/>
                  </a:cubicBezTo>
                  <a:cubicBezTo>
                    <a:pt x="2359" y="5149"/>
                    <a:pt x="1596" y="4077"/>
                    <a:pt x="1168" y="3077"/>
                  </a:cubicBezTo>
                  <a:cubicBezTo>
                    <a:pt x="787" y="2148"/>
                    <a:pt x="763" y="1410"/>
                    <a:pt x="1120" y="1052"/>
                  </a:cubicBezTo>
                  <a:lnTo>
                    <a:pt x="1430" y="719"/>
                  </a:lnTo>
                  <a:lnTo>
                    <a:pt x="1549" y="933"/>
                  </a:lnTo>
                  <a:cubicBezTo>
                    <a:pt x="1596" y="981"/>
                    <a:pt x="1644" y="1029"/>
                    <a:pt x="1716" y="1029"/>
                  </a:cubicBezTo>
                  <a:cubicBezTo>
                    <a:pt x="1739" y="1029"/>
                    <a:pt x="1763" y="1029"/>
                    <a:pt x="1787" y="981"/>
                  </a:cubicBezTo>
                  <a:cubicBezTo>
                    <a:pt x="1882" y="933"/>
                    <a:pt x="1906" y="838"/>
                    <a:pt x="1858" y="743"/>
                  </a:cubicBezTo>
                  <a:lnTo>
                    <a:pt x="1668" y="457"/>
                  </a:lnTo>
                  <a:lnTo>
                    <a:pt x="1739" y="386"/>
                  </a:lnTo>
                  <a:cubicBezTo>
                    <a:pt x="1787" y="338"/>
                    <a:pt x="1906" y="267"/>
                    <a:pt x="2001" y="267"/>
                  </a:cubicBezTo>
                  <a:close/>
                  <a:moveTo>
                    <a:pt x="2143" y="1"/>
                  </a:moveTo>
                  <a:cubicBezTo>
                    <a:pt x="1934" y="1"/>
                    <a:pt x="1748" y="91"/>
                    <a:pt x="1620" y="219"/>
                  </a:cubicBezTo>
                  <a:lnTo>
                    <a:pt x="953" y="862"/>
                  </a:lnTo>
                  <a:cubicBezTo>
                    <a:pt x="1" y="1815"/>
                    <a:pt x="1001" y="4291"/>
                    <a:pt x="3192" y="6458"/>
                  </a:cubicBezTo>
                  <a:cubicBezTo>
                    <a:pt x="4835" y="8102"/>
                    <a:pt x="6621" y="9054"/>
                    <a:pt x="7812" y="9054"/>
                  </a:cubicBezTo>
                  <a:cubicBezTo>
                    <a:pt x="8241" y="9054"/>
                    <a:pt x="8550" y="8935"/>
                    <a:pt x="8836" y="8697"/>
                  </a:cubicBezTo>
                  <a:lnTo>
                    <a:pt x="9479" y="8054"/>
                  </a:lnTo>
                  <a:cubicBezTo>
                    <a:pt x="9598" y="7863"/>
                    <a:pt x="9670" y="7625"/>
                    <a:pt x="9622" y="7411"/>
                  </a:cubicBezTo>
                  <a:cubicBezTo>
                    <a:pt x="9598" y="7173"/>
                    <a:pt x="9479" y="7006"/>
                    <a:pt x="9265" y="6887"/>
                  </a:cubicBezTo>
                  <a:lnTo>
                    <a:pt x="7050" y="5601"/>
                  </a:lnTo>
                  <a:cubicBezTo>
                    <a:pt x="6925" y="5543"/>
                    <a:pt x="6791" y="5513"/>
                    <a:pt x="6663" y="5513"/>
                  </a:cubicBezTo>
                  <a:cubicBezTo>
                    <a:pt x="6474" y="5513"/>
                    <a:pt x="6296" y="5578"/>
                    <a:pt x="6169" y="5720"/>
                  </a:cubicBezTo>
                  <a:lnTo>
                    <a:pt x="5621" y="6292"/>
                  </a:lnTo>
                  <a:cubicBezTo>
                    <a:pt x="5558" y="6354"/>
                    <a:pt x="5475" y="6384"/>
                    <a:pt x="5394" y="6384"/>
                  </a:cubicBezTo>
                  <a:cubicBezTo>
                    <a:pt x="5321" y="6384"/>
                    <a:pt x="5249" y="6360"/>
                    <a:pt x="5192" y="6315"/>
                  </a:cubicBezTo>
                  <a:cubicBezTo>
                    <a:pt x="4859" y="6053"/>
                    <a:pt x="4502" y="5744"/>
                    <a:pt x="4216" y="5434"/>
                  </a:cubicBezTo>
                  <a:cubicBezTo>
                    <a:pt x="3883" y="5101"/>
                    <a:pt x="3597" y="4768"/>
                    <a:pt x="3311" y="4434"/>
                  </a:cubicBezTo>
                  <a:cubicBezTo>
                    <a:pt x="3216" y="4315"/>
                    <a:pt x="3216" y="4148"/>
                    <a:pt x="3335" y="4029"/>
                  </a:cubicBezTo>
                  <a:lnTo>
                    <a:pt x="3906" y="3458"/>
                  </a:lnTo>
                  <a:cubicBezTo>
                    <a:pt x="4145" y="3220"/>
                    <a:pt x="4192" y="2862"/>
                    <a:pt x="4026" y="2600"/>
                  </a:cubicBezTo>
                  <a:lnTo>
                    <a:pt x="2740" y="362"/>
                  </a:lnTo>
                  <a:cubicBezTo>
                    <a:pt x="2620" y="148"/>
                    <a:pt x="2454" y="28"/>
                    <a:pt x="2216" y="5"/>
                  </a:cubicBezTo>
                  <a:cubicBezTo>
                    <a:pt x="2191" y="2"/>
                    <a:pt x="2167" y="1"/>
                    <a:pt x="2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9"/>
            <p:cNvSpPr/>
            <p:nvPr/>
          </p:nvSpPr>
          <p:spPr>
            <a:xfrm>
              <a:off x="1477267" y="3374163"/>
              <a:ext cx="63139" cy="132770"/>
            </a:xfrm>
            <a:custGeom>
              <a:avLst/>
              <a:gdLst/>
              <a:ahLst/>
              <a:cxnLst/>
              <a:rect l="l" t="t" r="r" b="b"/>
              <a:pathLst>
                <a:path w="1858" h="3907" extrusionOk="0">
                  <a:moveTo>
                    <a:pt x="905" y="1"/>
                  </a:moveTo>
                  <a:cubicBezTo>
                    <a:pt x="405" y="1"/>
                    <a:pt x="0" y="430"/>
                    <a:pt x="0" y="930"/>
                  </a:cubicBezTo>
                  <a:cubicBezTo>
                    <a:pt x="0" y="1025"/>
                    <a:pt x="72" y="1120"/>
                    <a:pt x="167" y="1120"/>
                  </a:cubicBezTo>
                  <a:cubicBezTo>
                    <a:pt x="262" y="1120"/>
                    <a:pt x="358" y="1025"/>
                    <a:pt x="358" y="930"/>
                  </a:cubicBezTo>
                  <a:cubicBezTo>
                    <a:pt x="358" y="596"/>
                    <a:pt x="620" y="358"/>
                    <a:pt x="905" y="358"/>
                  </a:cubicBezTo>
                  <a:cubicBezTo>
                    <a:pt x="1239" y="358"/>
                    <a:pt x="1477" y="644"/>
                    <a:pt x="1477" y="930"/>
                  </a:cubicBezTo>
                  <a:cubicBezTo>
                    <a:pt x="1477" y="1406"/>
                    <a:pt x="1191" y="1716"/>
                    <a:pt x="834" y="2097"/>
                  </a:cubicBezTo>
                  <a:cubicBezTo>
                    <a:pt x="429" y="2501"/>
                    <a:pt x="0" y="2978"/>
                    <a:pt x="0" y="3740"/>
                  </a:cubicBezTo>
                  <a:cubicBezTo>
                    <a:pt x="0" y="3811"/>
                    <a:pt x="72" y="3907"/>
                    <a:pt x="167" y="3907"/>
                  </a:cubicBezTo>
                  <a:lnTo>
                    <a:pt x="1667" y="3907"/>
                  </a:lnTo>
                  <a:cubicBezTo>
                    <a:pt x="1739" y="3907"/>
                    <a:pt x="1834" y="3811"/>
                    <a:pt x="1834" y="3740"/>
                  </a:cubicBezTo>
                  <a:cubicBezTo>
                    <a:pt x="1858" y="3645"/>
                    <a:pt x="1786" y="3549"/>
                    <a:pt x="1691" y="3549"/>
                  </a:cubicBezTo>
                  <a:lnTo>
                    <a:pt x="381" y="3549"/>
                  </a:lnTo>
                  <a:cubicBezTo>
                    <a:pt x="429" y="3049"/>
                    <a:pt x="762" y="2692"/>
                    <a:pt x="1096" y="2335"/>
                  </a:cubicBezTo>
                  <a:cubicBezTo>
                    <a:pt x="1453" y="1954"/>
                    <a:pt x="1834" y="1525"/>
                    <a:pt x="1834" y="930"/>
                  </a:cubicBezTo>
                  <a:cubicBezTo>
                    <a:pt x="1834" y="430"/>
                    <a:pt x="1429"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9"/>
            <p:cNvSpPr/>
            <p:nvPr/>
          </p:nvSpPr>
          <p:spPr>
            <a:xfrm>
              <a:off x="1547678" y="3374163"/>
              <a:ext cx="68815" cy="131954"/>
            </a:xfrm>
            <a:custGeom>
              <a:avLst/>
              <a:gdLst/>
              <a:ahLst/>
              <a:cxnLst/>
              <a:rect l="l" t="t" r="r" b="b"/>
              <a:pathLst>
                <a:path w="2025" h="3883" extrusionOk="0">
                  <a:moveTo>
                    <a:pt x="572" y="1"/>
                  </a:moveTo>
                  <a:cubicBezTo>
                    <a:pt x="477" y="1"/>
                    <a:pt x="381" y="72"/>
                    <a:pt x="357" y="168"/>
                  </a:cubicBezTo>
                  <a:lnTo>
                    <a:pt x="0" y="2740"/>
                  </a:lnTo>
                  <a:cubicBezTo>
                    <a:pt x="0" y="2811"/>
                    <a:pt x="0" y="2835"/>
                    <a:pt x="24" y="2882"/>
                  </a:cubicBezTo>
                  <a:cubicBezTo>
                    <a:pt x="72" y="2930"/>
                    <a:pt x="119" y="2954"/>
                    <a:pt x="143" y="2954"/>
                  </a:cubicBezTo>
                  <a:lnTo>
                    <a:pt x="1286" y="2954"/>
                  </a:lnTo>
                  <a:lnTo>
                    <a:pt x="1286" y="3692"/>
                  </a:lnTo>
                  <a:cubicBezTo>
                    <a:pt x="1286" y="3787"/>
                    <a:pt x="1381" y="3883"/>
                    <a:pt x="1453" y="3883"/>
                  </a:cubicBezTo>
                  <a:cubicBezTo>
                    <a:pt x="1548" y="3883"/>
                    <a:pt x="1643" y="3787"/>
                    <a:pt x="1643" y="3692"/>
                  </a:cubicBezTo>
                  <a:lnTo>
                    <a:pt x="1643" y="2954"/>
                  </a:lnTo>
                  <a:lnTo>
                    <a:pt x="1858" y="2954"/>
                  </a:lnTo>
                  <a:cubicBezTo>
                    <a:pt x="1929" y="2954"/>
                    <a:pt x="2024" y="2859"/>
                    <a:pt x="2024" y="2787"/>
                  </a:cubicBezTo>
                  <a:cubicBezTo>
                    <a:pt x="2024" y="2692"/>
                    <a:pt x="1929" y="2621"/>
                    <a:pt x="1858" y="2621"/>
                  </a:cubicBezTo>
                  <a:lnTo>
                    <a:pt x="1643" y="2621"/>
                  </a:lnTo>
                  <a:lnTo>
                    <a:pt x="1643" y="191"/>
                  </a:lnTo>
                  <a:cubicBezTo>
                    <a:pt x="1643" y="96"/>
                    <a:pt x="1548" y="1"/>
                    <a:pt x="1453" y="1"/>
                  </a:cubicBezTo>
                  <a:cubicBezTo>
                    <a:pt x="1381" y="1"/>
                    <a:pt x="1286" y="96"/>
                    <a:pt x="1286" y="191"/>
                  </a:cubicBezTo>
                  <a:lnTo>
                    <a:pt x="1286" y="2621"/>
                  </a:lnTo>
                  <a:lnTo>
                    <a:pt x="357" y="2621"/>
                  </a:lnTo>
                  <a:lnTo>
                    <a:pt x="715" y="215"/>
                  </a:lnTo>
                  <a:cubicBezTo>
                    <a:pt x="715" y="120"/>
                    <a:pt x="667" y="25"/>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9"/>
            <p:cNvSpPr/>
            <p:nvPr/>
          </p:nvSpPr>
          <p:spPr>
            <a:xfrm>
              <a:off x="1692546" y="3375794"/>
              <a:ext cx="56683" cy="131138"/>
            </a:xfrm>
            <a:custGeom>
              <a:avLst/>
              <a:gdLst/>
              <a:ahLst/>
              <a:cxnLst/>
              <a:rect l="l" t="t" r="r" b="b"/>
              <a:pathLst>
                <a:path w="1668" h="3859" extrusionOk="0">
                  <a:moveTo>
                    <a:pt x="167" y="1"/>
                  </a:moveTo>
                  <a:cubicBezTo>
                    <a:pt x="95" y="1"/>
                    <a:pt x="0" y="72"/>
                    <a:pt x="0" y="167"/>
                  </a:cubicBezTo>
                  <a:cubicBezTo>
                    <a:pt x="0" y="263"/>
                    <a:pt x="95" y="358"/>
                    <a:pt x="167" y="358"/>
                  </a:cubicBezTo>
                  <a:lnTo>
                    <a:pt x="1238" y="358"/>
                  </a:lnTo>
                  <a:lnTo>
                    <a:pt x="214" y="3644"/>
                  </a:lnTo>
                  <a:cubicBezTo>
                    <a:pt x="167" y="3739"/>
                    <a:pt x="238" y="3835"/>
                    <a:pt x="333" y="3859"/>
                  </a:cubicBezTo>
                  <a:lnTo>
                    <a:pt x="381" y="3859"/>
                  </a:lnTo>
                  <a:cubicBezTo>
                    <a:pt x="452" y="3859"/>
                    <a:pt x="524" y="3811"/>
                    <a:pt x="572" y="3739"/>
                  </a:cubicBezTo>
                  <a:lnTo>
                    <a:pt x="1667" y="191"/>
                  </a:lnTo>
                  <a:cubicBezTo>
                    <a:pt x="1667" y="143"/>
                    <a:pt x="1667" y="72"/>
                    <a:pt x="1643" y="48"/>
                  </a:cubicBezTo>
                  <a:cubicBezTo>
                    <a:pt x="1596" y="1"/>
                    <a:pt x="1548" y="1"/>
                    <a:pt x="1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9"/>
            <p:cNvSpPr/>
            <p:nvPr/>
          </p:nvSpPr>
          <p:spPr>
            <a:xfrm>
              <a:off x="1622916" y="3356152"/>
              <a:ext cx="57498" cy="169403"/>
            </a:xfrm>
            <a:custGeom>
              <a:avLst/>
              <a:gdLst/>
              <a:ahLst/>
              <a:cxnLst/>
              <a:rect l="l" t="t" r="r" b="b"/>
              <a:pathLst>
                <a:path w="1692" h="4985" extrusionOk="0">
                  <a:moveTo>
                    <a:pt x="1500" y="1"/>
                  </a:moveTo>
                  <a:cubicBezTo>
                    <a:pt x="1423" y="1"/>
                    <a:pt x="1354" y="47"/>
                    <a:pt x="1335" y="126"/>
                  </a:cubicBezTo>
                  <a:lnTo>
                    <a:pt x="25" y="4770"/>
                  </a:lnTo>
                  <a:cubicBezTo>
                    <a:pt x="1" y="4865"/>
                    <a:pt x="49" y="4937"/>
                    <a:pt x="144" y="4984"/>
                  </a:cubicBezTo>
                  <a:lnTo>
                    <a:pt x="191" y="4984"/>
                  </a:lnTo>
                  <a:cubicBezTo>
                    <a:pt x="287" y="4984"/>
                    <a:pt x="358" y="4913"/>
                    <a:pt x="382" y="4865"/>
                  </a:cubicBezTo>
                  <a:lnTo>
                    <a:pt x="1668" y="221"/>
                  </a:lnTo>
                  <a:cubicBezTo>
                    <a:pt x="1692" y="126"/>
                    <a:pt x="1620" y="31"/>
                    <a:pt x="1549" y="7"/>
                  </a:cubicBezTo>
                  <a:cubicBezTo>
                    <a:pt x="1533" y="3"/>
                    <a:pt x="1516" y="1"/>
                    <a:pt x="1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7" name="Google Shape;2617;p3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WHAT SETS US APART?</a:t>
            </a:r>
            <a:endParaRPr/>
          </a:p>
        </p:txBody>
      </p:sp>
      <p:sp>
        <p:nvSpPr>
          <p:cNvPr id="2618" name="Google Shape;2618;p39"/>
          <p:cNvSpPr txBox="1">
            <a:spLocks noGrp="1"/>
          </p:cNvSpPr>
          <p:nvPr>
            <p:ph type="ctrTitle" idx="2"/>
          </p:nvPr>
        </p:nvSpPr>
        <p:spPr>
          <a:xfrm>
            <a:off x="1766975" y="1920386"/>
            <a:ext cx="2414100" cy="319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dk1"/>
              </a:buClr>
              <a:buSzPts val="1100"/>
              <a:buFont typeface="Arial"/>
              <a:buNone/>
            </a:pPr>
            <a:r>
              <a:rPr lang="en"/>
              <a:t>MERCURY</a:t>
            </a:r>
            <a:endParaRPr/>
          </a:p>
        </p:txBody>
      </p:sp>
      <p:sp>
        <p:nvSpPr>
          <p:cNvPr id="2619" name="Google Shape;2619;p39"/>
          <p:cNvSpPr txBox="1">
            <a:spLocks noGrp="1"/>
          </p:cNvSpPr>
          <p:nvPr>
            <p:ph type="subTitle" idx="1"/>
          </p:nvPr>
        </p:nvSpPr>
        <p:spPr>
          <a:xfrm>
            <a:off x="1766975" y="2257277"/>
            <a:ext cx="2414100" cy="84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also the smallest one in the Solar System</a:t>
            </a:r>
            <a:endParaRPr/>
          </a:p>
        </p:txBody>
      </p:sp>
      <p:sp>
        <p:nvSpPr>
          <p:cNvPr id="2620" name="Google Shape;2620;p39"/>
          <p:cNvSpPr txBox="1">
            <a:spLocks noGrp="1"/>
          </p:cNvSpPr>
          <p:nvPr>
            <p:ph type="ctrTitle" idx="3"/>
          </p:nvPr>
        </p:nvSpPr>
        <p:spPr>
          <a:xfrm>
            <a:off x="5725236" y="1920386"/>
            <a:ext cx="2414100" cy="319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2621" name="Google Shape;2621;p39"/>
          <p:cNvSpPr txBox="1">
            <a:spLocks noGrp="1"/>
          </p:cNvSpPr>
          <p:nvPr>
            <p:ph type="subTitle" idx="4"/>
          </p:nvPr>
        </p:nvSpPr>
        <p:spPr>
          <a:xfrm>
            <a:off x="5725225" y="2257277"/>
            <a:ext cx="2414100" cy="84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 and the fourth-largest of them all</a:t>
            </a:r>
            <a:endParaRPr/>
          </a:p>
        </p:txBody>
      </p:sp>
      <p:sp>
        <p:nvSpPr>
          <p:cNvPr id="2622" name="Google Shape;2622;p39"/>
          <p:cNvSpPr txBox="1">
            <a:spLocks noGrp="1"/>
          </p:cNvSpPr>
          <p:nvPr>
            <p:ph type="ctrTitle" idx="5"/>
          </p:nvPr>
        </p:nvSpPr>
        <p:spPr>
          <a:xfrm>
            <a:off x="3746095" y="3276613"/>
            <a:ext cx="2414100" cy="319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623" name="Google Shape;2623;p39"/>
          <p:cNvSpPr txBox="1">
            <a:spLocks noGrp="1"/>
          </p:cNvSpPr>
          <p:nvPr>
            <p:ph type="subTitle" idx="6"/>
          </p:nvPr>
        </p:nvSpPr>
        <p:spPr>
          <a:xfrm>
            <a:off x="3746100" y="3613500"/>
            <a:ext cx="2414100" cy="84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grpSp>
        <p:nvGrpSpPr>
          <p:cNvPr id="2624" name="Google Shape;2624;p39"/>
          <p:cNvGrpSpPr/>
          <p:nvPr/>
        </p:nvGrpSpPr>
        <p:grpSpPr>
          <a:xfrm>
            <a:off x="7603891" y="3653411"/>
            <a:ext cx="593164" cy="1161172"/>
            <a:chOff x="4921825" y="870250"/>
            <a:chExt cx="407925" cy="798550"/>
          </a:xfrm>
        </p:grpSpPr>
        <p:sp>
          <p:nvSpPr>
            <p:cNvPr id="2625" name="Google Shape;2625;p39"/>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9"/>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9"/>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9"/>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9"/>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9"/>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9"/>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9"/>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9"/>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9"/>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9"/>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9"/>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9"/>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9"/>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9"/>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9"/>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9"/>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9"/>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9"/>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9"/>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9"/>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9"/>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9"/>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9"/>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9"/>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9"/>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9"/>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9"/>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9"/>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9"/>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5" name="Google Shape;2655;p39"/>
          <p:cNvGrpSpPr/>
          <p:nvPr/>
        </p:nvGrpSpPr>
        <p:grpSpPr>
          <a:xfrm>
            <a:off x="787016" y="868848"/>
            <a:ext cx="593164" cy="1161172"/>
            <a:chOff x="4921825" y="870250"/>
            <a:chExt cx="407925" cy="798550"/>
          </a:xfrm>
        </p:grpSpPr>
        <p:sp>
          <p:nvSpPr>
            <p:cNvPr id="2656" name="Google Shape;2656;p39"/>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9"/>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9"/>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9"/>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9"/>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9"/>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9"/>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9"/>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9"/>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9"/>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9"/>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9"/>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9"/>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9"/>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9"/>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9"/>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9"/>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9"/>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9"/>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9"/>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9"/>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9"/>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9"/>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9"/>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9"/>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9"/>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9"/>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9"/>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9"/>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9"/>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686" name="Google Shape;2686;p39"/>
          <p:cNvPicPr preferRelativeResize="0"/>
          <p:nvPr/>
        </p:nvPicPr>
        <p:blipFill>
          <a:blip r:embed="rId3">
            <a:alphaModFix/>
          </a:blip>
          <a:stretch>
            <a:fillRect/>
          </a:stretch>
        </p:blipFill>
        <p:spPr>
          <a:xfrm>
            <a:off x="63050" y="2257277"/>
            <a:ext cx="2156275" cy="244017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90"/>
        <p:cNvGrpSpPr/>
        <p:nvPr/>
      </p:nvGrpSpPr>
      <p:grpSpPr>
        <a:xfrm>
          <a:off x="0" y="0"/>
          <a:ext cx="0" cy="0"/>
          <a:chOff x="0" y="0"/>
          <a:chExt cx="0" cy="0"/>
        </a:xfrm>
      </p:grpSpPr>
      <p:sp>
        <p:nvSpPr>
          <p:cNvPr id="2691" name="Google Shape;2691;p40"/>
          <p:cNvSpPr/>
          <p:nvPr/>
        </p:nvSpPr>
        <p:spPr>
          <a:xfrm rot="10800000" flipH="1">
            <a:off x="1604588" y="2037275"/>
            <a:ext cx="979200" cy="112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40"/>
          <p:cNvSpPr/>
          <p:nvPr/>
        </p:nvSpPr>
        <p:spPr>
          <a:xfrm rot="10800000" flipH="1">
            <a:off x="4056251" y="2037275"/>
            <a:ext cx="1031400" cy="112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40"/>
          <p:cNvSpPr/>
          <p:nvPr/>
        </p:nvSpPr>
        <p:spPr>
          <a:xfrm rot="10800000" flipH="1">
            <a:off x="6714250" y="2037275"/>
            <a:ext cx="671700" cy="1125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40"/>
          <p:cNvSpPr/>
          <p:nvPr/>
        </p:nvSpPr>
        <p:spPr>
          <a:xfrm rot="10800000" flipH="1">
            <a:off x="1604588" y="3793575"/>
            <a:ext cx="9792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40"/>
          <p:cNvSpPr/>
          <p:nvPr/>
        </p:nvSpPr>
        <p:spPr>
          <a:xfrm rot="10800000" flipH="1">
            <a:off x="4056251" y="3793575"/>
            <a:ext cx="10314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40"/>
          <p:cNvSpPr/>
          <p:nvPr/>
        </p:nvSpPr>
        <p:spPr>
          <a:xfrm rot="10800000" flipH="1">
            <a:off x="6714250" y="3793575"/>
            <a:ext cx="6717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40"/>
          <p:cNvSpPr/>
          <p:nvPr/>
        </p:nvSpPr>
        <p:spPr>
          <a:xfrm>
            <a:off x="2583800" y="685975"/>
            <a:ext cx="39945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4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EFFECTIVE STRATEGIES</a:t>
            </a:r>
            <a:endParaRPr/>
          </a:p>
        </p:txBody>
      </p:sp>
      <p:sp>
        <p:nvSpPr>
          <p:cNvPr id="2699" name="Google Shape;2699;p40"/>
          <p:cNvSpPr txBox="1">
            <a:spLocks noGrp="1"/>
          </p:cNvSpPr>
          <p:nvPr>
            <p:ph type="title" idx="2"/>
          </p:nvPr>
        </p:nvSpPr>
        <p:spPr>
          <a:xfrm>
            <a:off x="1101175" y="1776925"/>
            <a:ext cx="19860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dk1"/>
              </a:buClr>
              <a:buFont typeface="Arial"/>
              <a:buNone/>
            </a:pPr>
            <a:r>
              <a:rPr lang="en"/>
              <a:t>VENUS</a:t>
            </a:r>
            <a:endParaRPr/>
          </a:p>
        </p:txBody>
      </p:sp>
      <p:sp>
        <p:nvSpPr>
          <p:cNvPr id="2700" name="Google Shape;2700;p40"/>
          <p:cNvSpPr txBox="1">
            <a:spLocks noGrp="1"/>
          </p:cNvSpPr>
          <p:nvPr>
            <p:ph type="subTitle" idx="1"/>
          </p:nvPr>
        </p:nvSpPr>
        <p:spPr>
          <a:xfrm>
            <a:off x="1101175" y="236345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Venus has extremely high temperatures</a:t>
            </a:r>
            <a:endParaRPr/>
          </a:p>
        </p:txBody>
      </p:sp>
      <p:sp>
        <p:nvSpPr>
          <p:cNvPr id="2701" name="Google Shape;2701;p40"/>
          <p:cNvSpPr txBox="1">
            <a:spLocks noGrp="1"/>
          </p:cNvSpPr>
          <p:nvPr>
            <p:ph type="title" idx="3"/>
          </p:nvPr>
        </p:nvSpPr>
        <p:spPr>
          <a:xfrm>
            <a:off x="3578948" y="1776925"/>
            <a:ext cx="19860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dk1"/>
              </a:buClr>
              <a:buFont typeface="Arial"/>
              <a:buNone/>
            </a:pPr>
            <a:r>
              <a:rPr lang="en"/>
              <a:t>MERCURY</a:t>
            </a:r>
            <a:endParaRPr/>
          </a:p>
        </p:txBody>
      </p:sp>
      <p:sp>
        <p:nvSpPr>
          <p:cNvPr id="2702" name="Google Shape;2702;p40"/>
          <p:cNvSpPr txBox="1">
            <a:spLocks noGrp="1"/>
          </p:cNvSpPr>
          <p:nvPr>
            <p:ph type="subTitle" idx="4"/>
          </p:nvPr>
        </p:nvSpPr>
        <p:spPr>
          <a:xfrm>
            <a:off x="3578948" y="236345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t>
            </a:r>
            <a:endParaRPr/>
          </a:p>
        </p:txBody>
      </p:sp>
      <p:sp>
        <p:nvSpPr>
          <p:cNvPr id="2703" name="Google Shape;2703;p40"/>
          <p:cNvSpPr txBox="1">
            <a:spLocks noGrp="1"/>
          </p:cNvSpPr>
          <p:nvPr>
            <p:ph type="title" idx="5"/>
          </p:nvPr>
        </p:nvSpPr>
        <p:spPr>
          <a:xfrm>
            <a:off x="1101175" y="3537175"/>
            <a:ext cx="19860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704" name="Google Shape;2704;p40"/>
          <p:cNvSpPr txBox="1">
            <a:spLocks noGrp="1"/>
          </p:cNvSpPr>
          <p:nvPr>
            <p:ph type="subTitle" idx="6"/>
          </p:nvPr>
        </p:nvSpPr>
        <p:spPr>
          <a:xfrm>
            <a:off x="1101175" y="412370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Jupiter is a gas giant and the biggest planet</a:t>
            </a:r>
            <a:endParaRPr/>
          </a:p>
        </p:txBody>
      </p:sp>
      <p:sp>
        <p:nvSpPr>
          <p:cNvPr id="2705" name="Google Shape;2705;p40"/>
          <p:cNvSpPr txBox="1">
            <a:spLocks noGrp="1"/>
          </p:cNvSpPr>
          <p:nvPr>
            <p:ph type="title" idx="7"/>
          </p:nvPr>
        </p:nvSpPr>
        <p:spPr>
          <a:xfrm>
            <a:off x="3578948" y="3537175"/>
            <a:ext cx="19860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dk1"/>
              </a:buClr>
              <a:buSzPts val="1100"/>
              <a:buFont typeface="Arial"/>
              <a:buNone/>
            </a:pPr>
            <a:r>
              <a:rPr lang="en"/>
              <a:t>NEPTUNE</a:t>
            </a:r>
            <a:endParaRPr/>
          </a:p>
        </p:txBody>
      </p:sp>
      <p:sp>
        <p:nvSpPr>
          <p:cNvPr id="2706" name="Google Shape;2706;p40"/>
          <p:cNvSpPr txBox="1">
            <a:spLocks noGrp="1"/>
          </p:cNvSpPr>
          <p:nvPr>
            <p:ph type="subTitle" idx="8"/>
          </p:nvPr>
        </p:nvSpPr>
        <p:spPr>
          <a:xfrm>
            <a:off x="3578948" y="412370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Neptune is the farthest planet from the Sun</a:t>
            </a:r>
            <a:endParaRPr/>
          </a:p>
        </p:txBody>
      </p:sp>
      <p:sp>
        <p:nvSpPr>
          <p:cNvPr id="2707" name="Google Shape;2707;p40"/>
          <p:cNvSpPr txBox="1">
            <a:spLocks noGrp="1"/>
          </p:cNvSpPr>
          <p:nvPr>
            <p:ph type="title" idx="9"/>
          </p:nvPr>
        </p:nvSpPr>
        <p:spPr>
          <a:xfrm>
            <a:off x="6056727" y="1776925"/>
            <a:ext cx="19860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dk1"/>
              </a:buClr>
              <a:buSzPts val="1100"/>
              <a:buFont typeface="Arial"/>
              <a:buNone/>
            </a:pPr>
            <a:r>
              <a:rPr lang="en"/>
              <a:t>MARS</a:t>
            </a:r>
            <a:endParaRPr/>
          </a:p>
        </p:txBody>
      </p:sp>
      <p:sp>
        <p:nvSpPr>
          <p:cNvPr id="2708" name="Google Shape;2708;p40"/>
          <p:cNvSpPr txBox="1">
            <a:spLocks noGrp="1"/>
          </p:cNvSpPr>
          <p:nvPr>
            <p:ph type="subTitle" idx="13"/>
          </p:nvPr>
        </p:nvSpPr>
        <p:spPr>
          <a:xfrm>
            <a:off x="6056727" y="236345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very cold place</a:t>
            </a:r>
            <a:endParaRPr/>
          </a:p>
        </p:txBody>
      </p:sp>
      <p:sp>
        <p:nvSpPr>
          <p:cNvPr id="2709" name="Google Shape;2709;p40"/>
          <p:cNvSpPr txBox="1">
            <a:spLocks noGrp="1"/>
          </p:cNvSpPr>
          <p:nvPr>
            <p:ph type="title" idx="14"/>
          </p:nvPr>
        </p:nvSpPr>
        <p:spPr>
          <a:xfrm>
            <a:off x="6056727" y="3537175"/>
            <a:ext cx="19860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EARTH</a:t>
            </a:r>
            <a:endParaRPr/>
          </a:p>
        </p:txBody>
      </p:sp>
      <p:sp>
        <p:nvSpPr>
          <p:cNvPr id="2710" name="Google Shape;2710;p40"/>
          <p:cNvSpPr txBox="1">
            <a:spLocks noGrp="1"/>
          </p:cNvSpPr>
          <p:nvPr>
            <p:ph type="subTitle" idx="15"/>
          </p:nvPr>
        </p:nvSpPr>
        <p:spPr>
          <a:xfrm>
            <a:off x="6056727" y="412370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a:t>
            </a:r>
            <a:endParaRPr/>
          </a:p>
        </p:txBody>
      </p:sp>
      <p:sp>
        <p:nvSpPr>
          <p:cNvPr id="2711" name="Google Shape;2711;p40"/>
          <p:cNvSpPr/>
          <p:nvPr/>
        </p:nvSpPr>
        <p:spPr>
          <a:xfrm>
            <a:off x="1852362" y="3061913"/>
            <a:ext cx="483651" cy="445848"/>
          </a:xfrm>
          <a:custGeom>
            <a:avLst/>
            <a:gdLst/>
            <a:ahLst/>
            <a:cxnLst/>
            <a:rect l="l" t="t" r="r" b="b"/>
            <a:pathLst>
              <a:path w="11860" h="10933" extrusionOk="0">
                <a:moveTo>
                  <a:pt x="6275" y="341"/>
                </a:moveTo>
                <a:cubicBezTo>
                  <a:pt x="6299" y="341"/>
                  <a:pt x="6323" y="347"/>
                  <a:pt x="6359" y="359"/>
                </a:cubicBezTo>
                <a:cubicBezTo>
                  <a:pt x="6406" y="383"/>
                  <a:pt x="6430" y="430"/>
                  <a:pt x="6478" y="454"/>
                </a:cubicBezTo>
                <a:lnTo>
                  <a:pt x="8430" y="4264"/>
                </a:lnTo>
                <a:cubicBezTo>
                  <a:pt x="8454" y="4312"/>
                  <a:pt x="8454" y="4360"/>
                  <a:pt x="8430" y="4407"/>
                </a:cubicBezTo>
                <a:cubicBezTo>
                  <a:pt x="8407" y="4479"/>
                  <a:pt x="8383" y="4502"/>
                  <a:pt x="8335" y="4526"/>
                </a:cubicBezTo>
                <a:cubicBezTo>
                  <a:pt x="8311" y="4538"/>
                  <a:pt x="8294" y="4544"/>
                  <a:pt x="8273" y="4544"/>
                </a:cubicBezTo>
                <a:cubicBezTo>
                  <a:pt x="8252" y="4544"/>
                  <a:pt x="8228" y="4538"/>
                  <a:pt x="8192" y="4526"/>
                </a:cubicBezTo>
                <a:cubicBezTo>
                  <a:pt x="8145" y="4502"/>
                  <a:pt x="8097" y="4479"/>
                  <a:pt x="8073" y="4431"/>
                </a:cubicBezTo>
                <a:lnTo>
                  <a:pt x="6120" y="621"/>
                </a:lnTo>
                <a:cubicBezTo>
                  <a:pt x="6049" y="549"/>
                  <a:pt x="6120" y="430"/>
                  <a:pt x="6192" y="359"/>
                </a:cubicBezTo>
                <a:cubicBezTo>
                  <a:pt x="6228" y="347"/>
                  <a:pt x="6251" y="341"/>
                  <a:pt x="6275" y="341"/>
                </a:cubicBezTo>
                <a:close/>
                <a:moveTo>
                  <a:pt x="5549" y="359"/>
                </a:moveTo>
                <a:cubicBezTo>
                  <a:pt x="5573" y="359"/>
                  <a:pt x="5597" y="359"/>
                  <a:pt x="5644" y="383"/>
                </a:cubicBezTo>
                <a:cubicBezTo>
                  <a:pt x="5716" y="454"/>
                  <a:pt x="5787" y="573"/>
                  <a:pt x="5716" y="668"/>
                </a:cubicBezTo>
                <a:lnTo>
                  <a:pt x="3763" y="4479"/>
                </a:lnTo>
                <a:cubicBezTo>
                  <a:pt x="3739" y="4526"/>
                  <a:pt x="3691" y="4550"/>
                  <a:pt x="3644" y="4550"/>
                </a:cubicBezTo>
                <a:cubicBezTo>
                  <a:pt x="3620" y="4566"/>
                  <a:pt x="3601" y="4571"/>
                  <a:pt x="3586" y="4571"/>
                </a:cubicBezTo>
                <a:cubicBezTo>
                  <a:pt x="3554" y="4571"/>
                  <a:pt x="3533" y="4550"/>
                  <a:pt x="3501" y="4550"/>
                </a:cubicBezTo>
                <a:cubicBezTo>
                  <a:pt x="3429" y="4526"/>
                  <a:pt x="3406" y="4502"/>
                  <a:pt x="3406" y="4431"/>
                </a:cubicBezTo>
                <a:cubicBezTo>
                  <a:pt x="3382" y="4383"/>
                  <a:pt x="3382" y="4312"/>
                  <a:pt x="3406" y="4264"/>
                </a:cubicBezTo>
                <a:lnTo>
                  <a:pt x="5358" y="454"/>
                </a:lnTo>
                <a:cubicBezTo>
                  <a:pt x="5382" y="383"/>
                  <a:pt x="5430" y="359"/>
                  <a:pt x="5477" y="359"/>
                </a:cubicBezTo>
                <a:close/>
                <a:moveTo>
                  <a:pt x="11312" y="4264"/>
                </a:moveTo>
                <a:cubicBezTo>
                  <a:pt x="11431" y="4264"/>
                  <a:pt x="11526" y="4360"/>
                  <a:pt x="11526" y="4479"/>
                </a:cubicBezTo>
                <a:cubicBezTo>
                  <a:pt x="11503" y="4550"/>
                  <a:pt x="11407" y="4645"/>
                  <a:pt x="11312" y="4645"/>
                </a:cubicBezTo>
                <a:lnTo>
                  <a:pt x="8740" y="4645"/>
                </a:lnTo>
                <a:cubicBezTo>
                  <a:pt x="8764" y="4622"/>
                  <a:pt x="8788" y="4550"/>
                  <a:pt x="8788" y="4526"/>
                </a:cubicBezTo>
                <a:cubicBezTo>
                  <a:pt x="8811" y="4431"/>
                  <a:pt x="8811" y="4360"/>
                  <a:pt x="8811" y="4264"/>
                </a:cubicBezTo>
                <a:close/>
                <a:moveTo>
                  <a:pt x="5906" y="1026"/>
                </a:moveTo>
                <a:lnTo>
                  <a:pt x="7787" y="4622"/>
                </a:lnTo>
                <a:cubicBezTo>
                  <a:pt x="7787" y="4645"/>
                  <a:pt x="7811" y="4645"/>
                  <a:pt x="7811" y="4669"/>
                </a:cubicBezTo>
                <a:lnTo>
                  <a:pt x="4025" y="4669"/>
                </a:lnTo>
                <a:cubicBezTo>
                  <a:pt x="4025" y="4669"/>
                  <a:pt x="4049" y="4645"/>
                  <a:pt x="4049" y="4622"/>
                </a:cubicBezTo>
                <a:lnTo>
                  <a:pt x="4239" y="4264"/>
                </a:lnTo>
                <a:lnTo>
                  <a:pt x="6882" y="4264"/>
                </a:lnTo>
                <a:cubicBezTo>
                  <a:pt x="6978" y="4264"/>
                  <a:pt x="7049" y="4169"/>
                  <a:pt x="7049" y="4074"/>
                </a:cubicBezTo>
                <a:cubicBezTo>
                  <a:pt x="7049" y="4002"/>
                  <a:pt x="6978" y="3907"/>
                  <a:pt x="6882" y="3907"/>
                </a:cubicBezTo>
                <a:lnTo>
                  <a:pt x="4406" y="3907"/>
                </a:lnTo>
                <a:lnTo>
                  <a:pt x="5906" y="1026"/>
                </a:lnTo>
                <a:close/>
                <a:moveTo>
                  <a:pt x="2953" y="5003"/>
                </a:moveTo>
                <a:lnTo>
                  <a:pt x="3144" y="6693"/>
                </a:lnTo>
                <a:lnTo>
                  <a:pt x="1048" y="6693"/>
                </a:lnTo>
                <a:lnTo>
                  <a:pt x="715" y="5003"/>
                </a:lnTo>
                <a:close/>
                <a:moveTo>
                  <a:pt x="5716" y="5003"/>
                </a:moveTo>
                <a:lnTo>
                  <a:pt x="5716" y="6693"/>
                </a:lnTo>
                <a:lnTo>
                  <a:pt x="3501" y="6693"/>
                </a:lnTo>
                <a:lnTo>
                  <a:pt x="3310" y="5003"/>
                </a:lnTo>
                <a:close/>
                <a:moveTo>
                  <a:pt x="8526" y="5003"/>
                </a:moveTo>
                <a:lnTo>
                  <a:pt x="8335" y="6693"/>
                </a:lnTo>
                <a:lnTo>
                  <a:pt x="6073" y="6693"/>
                </a:lnTo>
                <a:lnTo>
                  <a:pt x="6073" y="5003"/>
                </a:lnTo>
                <a:close/>
                <a:moveTo>
                  <a:pt x="11121" y="5003"/>
                </a:moveTo>
                <a:lnTo>
                  <a:pt x="10788" y="6693"/>
                </a:lnTo>
                <a:lnTo>
                  <a:pt x="8692" y="6693"/>
                </a:lnTo>
                <a:lnTo>
                  <a:pt x="8883" y="5003"/>
                </a:lnTo>
                <a:close/>
                <a:moveTo>
                  <a:pt x="3167" y="7051"/>
                </a:moveTo>
                <a:lnTo>
                  <a:pt x="3334" y="8765"/>
                </a:lnTo>
                <a:lnTo>
                  <a:pt x="1429" y="8765"/>
                </a:lnTo>
                <a:lnTo>
                  <a:pt x="1119" y="7051"/>
                </a:lnTo>
                <a:close/>
                <a:moveTo>
                  <a:pt x="5763" y="7051"/>
                </a:moveTo>
                <a:lnTo>
                  <a:pt x="5763" y="8765"/>
                </a:lnTo>
                <a:lnTo>
                  <a:pt x="3691" y="8765"/>
                </a:lnTo>
                <a:lnTo>
                  <a:pt x="3525" y="7051"/>
                </a:lnTo>
                <a:close/>
                <a:moveTo>
                  <a:pt x="8335" y="7051"/>
                </a:moveTo>
                <a:lnTo>
                  <a:pt x="8168" y="8765"/>
                </a:lnTo>
                <a:lnTo>
                  <a:pt x="6120" y="8765"/>
                </a:lnTo>
                <a:lnTo>
                  <a:pt x="6120" y="7051"/>
                </a:lnTo>
                <a:close/>
                <a:moveTo>
                  <a:pt x="10717" y="7051"/>
                </a:moveTo>
                <a:lnTo>
                  <a:pt x="10407" y="8765"/>
                </a:lnTo>
                <a:lnTo>
                  <a:pt x="8502" y="8765"/>
                </a:lnTo>
                <a:lnTo>
                  <a:pt x="8669" y="7051"/>
                </a:lnTo>
                <a:close/>
                <a:moveTo>
                  <a:pt x="3334" y="9075"/>
                </a:moveTo>
                <a:lnTo>
                  <a:pt x="3501" y="10599"/>
                </a:lnTo>
                <a:lnTo>
                  <a:pt x="2096" y="10599"/>
                </a:lnTo>
                <a:cubicBezTo>
                  <a:pt x="1905" y="10599"/>
                  <a:pt x="1739" y="10480"/>
                  <a:pt x="1715" y="10266"/>
                </a:cubicBezTo>
                <a:lnTo>
                  <a:pt x="1477" y="9075"/>
                </a:lnTo>
                <a:close/>
                <a:moveTo>
                  <a:pt x="5716" y="9075"/>
                </a:moveTo>
                <a:lnTo>
                  <a:pt x="5716" y="10599"/>
                </a:lnTo>
                <a:lnTo>
                  <a:pt x="3858" y="10599"/>
                </a:lnTo>
                <a:lnTo>
                  <a:pt x="3691" y="9075"/>
                </a:lnTo>
                <a:close/>
                <a:moveTo>
                  <a:pt x="8097" y="9075"/>
                </a:moveTo>
                <a:lnTo>
                  <a:pt x="7954" y="10599"/>
                </a:lnTo>
                <a:lnTo>
                  <a:pt x="6073" y="10599"/>
                </a:lnTo>
                <a:lnTo>
                  <a:pt x="6073" y="9075"/>
                </a:lnTo>
                <a:close/>
                <a:moveTo>
                  <a:pt x="10336" y="9122"/>
                </a:moveTo>
                <a:lnTo>
                  <a:pt x="10097" y="10313"/>
                </a:lnTo>
                <a:cubicBezTo>
                  <a:pt x="10074" y="10480"/>
                  <a:pt x="9931" y="10623"/>
                  <a:pt x="9716" y="10623"/>
                </a:cubicBezTo>
                <a:lnTo>
                  <a:pt x="8311" y="10623"/>
                </a:lnTo>
                <a:lnTo>
                  <a:pt x="8454" y="9122"/>
                </a:lnTo>
                <a:close/>
                <a:moveTo>
                  <a:pt x="5550" y="1"/>
                </a:moveTo>
                <a:cubicBezTo>
                  <a:pt x="5497" y="1"/>
                  <a:pt x="5441" y="8"/>
                  <a:pt x="5382" y="25"/>
                </a:cubicBezTo>
                <a:cubicBezTo>
                  <a:pt x="5239" y="73"/>
                  <a:pt x="5144" y="192"/>
                  <a:pt x="5073" y="311"/>
                </a:cubicBezTo>
                <a:lnTo>
                  <a:pt x="3096" y="4121"/>
                </a:lnTo>
                <a:cubicBezTo>
                  <a:pt x="3048" y="4241"/>
                  <a:pt x="3001" y="4383"/>
                  <a:pt x="3072" y="4526"/>
                </a:cubicBezTo>
                <a:cubicBezTo>
                  <a:pt x="3096" y="4598"/>
                  <a:pt x="3096" y="4622"/>
                  <a:pt x="3144" y="4645"/>
                </a:cubicBezTo>
                <a:lnTo>
                  <a:pt x="548" y="4645"/>
                </a:lnTo>
                <a:cubicBezTo>
                  <a:pt x="429" y="4645"/>
                  <a:pt x="334" y="4550"/>
                  <a:pt x="334" y="4431"/>
                </a:cubicBezTo>
                <a:cubicBezTo>
                  <a:pt x="334" y="4312"/>
                  <a:pt x="429" y="4241"/>
                  <a:pt x="548" y="4241"/>
                </a:cubicBezTo>
                <a:lnTo>
                  <a:pt x="2548" y="4241"/>
                </a:lnTo>
                <a:cubicBezTo>
                  <a:pt x="2620" y="4241"/>
                  <a:pt x="2715" y="4145"/>
                  <a:pt x="2715" y="4050"/>
                </a:cubicBezTo>
                <a:cubicBezTo>
                  <a:pt x="2715" y="3955"/>
                  <a:pt x="2620" y="3859"/>
                  <a:pt x="2548" y="3859"/>
                </a:cubicBezTo>
                <a:lnTo>
                  <a:pt x="548" y="3859"/>
                </a:lnTo>
                <a:cubicBezTo>
                  <a:pt x="238" y="3859"/>
                  <a:pt x="0" y="4098"/>
                  <a:pt x="0" y="4407"/>
                </a:cubicBezTo>
                <a:cubicBezTo>
                  <a:pt x="0" y="4645"/>
                  <a:pt x="191" y="4860"/>
                  <a:pt x="405" y="4955"/>
                </a:cubicBezTo>
                <a:lnTo>
                  <a:pt x="1405" y="10337"/>
                </a:lnTo>
                <a:cubicBezTo>
                  <a:pt x="1477" y="10694"/>
                  <a:pt x="1762" y="10932"/>
                  <a:pt x="2120" y="10932"/>
                </a:cubicBezTo>
                <a:lnTo>
                  <a:pt x="9740" y="10932"/>
                </a:lnTo>
                <a:cubicBezTo>
                  <a:pt x="10097" y="10932"/>
                  <a:pt x="10407" y="10694"/>
                  <a:pt x="10455" y="10337"/>
                </a:cubicBezTo>
                <a:lnTo>
                  <a:pt x="11479" y="4955"/>
                </a:lnTo>
                <a:cubicBezTo>
                  <a:pt x="11717" y="4883"/>
                  <a:pt x="11860" y="4669"/>
                  <a:pt x="11860" y="4407"/>
                </a:cubicBezTo>
                <a:cubicBezTo>
                  <a:pt x="11860" y="4145"/>
                  <a:pt x="11622" y="3907"/>
                  <a:pt x="11312" y="3907"/>
                </a:cubicBezTo>
                <a:lnTo>
                  <a:pt x="8669" y="3907"/>
                </a:lnTo>
                <a:lnTo>
                  <a:pt x="6787" y="311"/>
                </a:lnTo>
                <a:cubicBezTo>
                  <a:pt x="6740" y="192"/>
                  <a:pt x="6621" y="73"/>
                  <a:pt x="6478" y="25"/>
                </a:cubicBezTo>
                <a:cubicBezTo>
                  <a:pt x="6417" y="17"/>
                  <a:pt x="6359" y="11"/>
                  <a:pt x="6304" y="11"/>
                </a:cubicBezTo>
                <a:cubicBezTo>
                  <a:pt x="6210" y="11"/>
                  <a:pt x="6124" y="28"/>
                  <a:pt x="6049" y="73"/>
                </a:cubicBezTo>
                <a:cubicBezTo>
                  <a:pt x="5978" y="97"/>
                  <a:pt x="5954" y="121"/>
                  <a:pt x="5930" y="144"/>
                </a:cubicBezTo>
                <a:cubicBezTo>
                  <a:pt x="5906" y="121"/>
                  <a:pt x="5835" y="97"/>
                  <a:pt x="5811" y="73"/>
                </a:cubicBezTo>
                <a:cubicBezTo>
                  <a:pt x="5734" y="27"/>
                  <a:pt x="5647" y="1"/>
                  <a:pt x="555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2" name="Google Shape;2712;p40"/>
          <p:cNvGrpSpPr/>
          <p:nvPr/>
        </p:nvGrpSpPr>
        <p:grpSpPr>
          <a:xfrm>
            <a:off x="6807368" y="1405429"/>
            <a:ext cx="484672" cy="361272"/>
            <a:chOff x="7364081" y="2348201"/>
            <a:chExt cx="397729" cy="296464"/>
          </a:xfrm>
        </p:grpSpPr>
        <p:sp>
          <p:nvSpPr>
            <p:cNvPr id="2713" name="Google Shape;2713;p40"/>
            <p:cNvSpPr/>
            <p:nvPr/>
          </p:nvSpPr>
          <p:spPr>
            <a:xfrm>
              <a:off x="7364081" y="2547416"/>
              <a:ext cx="37481" cy="35908"/>
            </a:xfrm>
            <a:custGeom>
              <a:avLst/>
              <a:gdLst/>
              <a:ahLst/>
              <a:cxnLst/>
              <a:rect l="l" t="t" r="r" b="b"/>
              <a:pathLst>
                <a:path w="1120" h="1073" extrusionOk="0">
                  <a:moveTo>
                    <a:pt x="191" y="1"/>
                  </a:moveTo>
                  <a:cubicBezTo>
                    <a:pt x="96" y="1"/>
                    <a:pt x="1" y="72"/>
                    <a:pt x="1" y="167"/>
                  </a:cubicBezTo>
                  <a:lnTo>
                    <a:pt x="1" y="525"/>
                  </a:lnTo>
                  <a:cubicBezTo>
                    <a:pt x="1" y="834"/>
                    <a:pt x="239" y="1072"/>
                    <a:pt x="548" y="1072"/>
                  </a:cubicBezTo>
                  <a:lnTo>
                    <a:pt x="906" y="1072"/>
                  </a:lnTo>
                  <a:cubicBezTo>
                    <a:pt x="1001" y="1072"/>
                    <a:pt x="1072" y="977"/>
                    <a:pt x="1072" y="882"/>
                  </a:cubicBezTo>
                  <a:cubicBezTo>
                    <a:pt x="1120" y="834"/>
                    <a:pt x="1025" y="739"/>
                    <a:pt x="929" y="739"/>
                  </a:cubicBezTo>
                  <a:lnTo>
                    <a:pt x="572" y="739"/>
                  </a:lnTo>
                  <a:cubicBezTo>
                    <a:pt x="453" y="739"/>
                    <a:pt x="382" y="644"/>
                    <a:pt x="382" y="525"/>
                  </a:cubicBezTo>
                  <a:lnTo>
                    <a:pt x="382" y="167"/>
                  </a:lnTo>
                  <a:cubicBezTo>
                    <a:pt x="382" y="72"/>
                    <a:pt x="286" y="1"/>
                    <a:pt x="1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40"/>
            <p:cNvSpPr/>
            <p:nvPr/>
          </p:nvSpPr>
          <p:spPr>
            <a:xfrm>
              <a:off x="7365687" y="2348201"/>
              <a:ext cx="36678" cy="35874"/>
            </a:xfrm>
            <a:custGeom>
              <a:avLst/>
              <a:gdLst/>
              <a:ahLst/>
              <a:cxnLst/>
              <a:rect l="l" t="t" r="r" b="b"/>
              <a:pathLst>
                <a:path w="1096" h="1072" extrusionOk="0">
                  <a:moveTo>
                    <a:pt x="524" y="0"/>
                  </a:moveTo>
                  <a:cubicBezTo>
                    <a:pt x="238" y="0"/>
                    <a:pt x="0" y="238"/>
                    <a:pt x="0" y="524"/>
                  </a:cubicBezTo>
                  <a:lnTo>
                    <a:pt x="0" y="881"/>
                  </a:lnTo>
                  <a:cubicBezTo>
                    <a:pt x="0" y="976"/>
                    <a:pt x="96" y="1072"/>
                    <a:pt x="167" y="1072"/>
                  </a:cubicBezTo>
                  <a:cubicBezTo>
                    <a:pt x="262" y="1072"/>
                    <a:pt x="358" y="976"/>
                    <a:pt x="358" y="881"/>
                  </a:cubicBezTo>
                  <a:lnTo>
                    <a:pt x="358" y="524"/>
                  </a:lnTo>
                  <a:cubicBezTo>
                    <a:pt x="358" y="405"/>
                    <a:pt x="453" y="310"/>
                    <a:pt x="572" y="310"/>
                  </a:cubicBezTo>
                  <a:lnTo>
                    <a:pt x="929" y="310"/>
                  </a:lnTo>
                  <a:cubicBezTo>
                    <a:pt x="1000" y="310"/>
                    <a:pt x="1096" y="238"/>
                    <a:pt x="1096" y="143"/>
                  </a:cubicBezTo>
                  <a:cubicBezTo>
                    <a:pt x="1072" y="71"/>
                    <a:pt x="977" y="0"/>
                    <a:pt x="88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40"/>
            <p:cNvSpPr/>
            <p:nvPr/>
          </p:nvSpPr>
          <p:spPr>
            <a:xfrm>
              <a:off x="7364884" y="2497219"/>
              <a:ext cx="11980" cy="36678"/>
            </a:xfrm>
            <a:custGeom>
              <a:avLst/>
              <a:gdLst/>
              <a:ahLst/>
              <a:cxnLst/>
              <a:rect l="l" t="t" r="r" b="b"/>
              <a:pathLst>
                <a:path w="358" h="1096" extrusionOk="0">
                  <a:moveTo>
                    <a:pt x="167" y="0"/>
                  </a:moveTo>
                  <a:cubicBezTo>
                    <a:pt x="72" y="0"/>
                    <a:pt x="0" y="96"/>
                    <a:pt x="0" y="191"/>
                  </a:cubicBezTo>
                  <a:lnTo>
                    <a:pt x="0" y="929"/>
                  </a:lnTo>
                  <a:cubicBezTo>
                    <a:pt x="0" y="1024"/>
                    <a:pt x="72" y="1096"/>
                    <a:pt x="167" y="1096"/>
                  </a:cubicBezTo>
                  <a:cubicBezTo>
                    <a:pt x="262" y="1096"/>
                    <a:pt x="358" y="1024"/>
                    <a:pt x="358" y="929"/>
                  </a:cubicBezTo>
                  <a:lnTo>
                    <a:pt x="358" y="191"/>
                  </a:lnTo>
                  <a:cubicBezTo>
                    <a:pt x="358" y="96"/>
                    <a:pt x="262" y="0"/>
                    <a:pt x="1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0"/>
            <p:cNvSpPr/>
            <p:nvPr/>
          </p:nvSpPr>
          <p:spPr>
            <a:xfrm>
              <a:off x="7364884" y="2447792"/>
              <a:ext cx="11980" cy="36711"/>
            </a:xfrm>
            <a:custGeom>
              <a:avLst/>
              <a:gdLst/>
              <a:ahLst/>
              <a:cxnLst/>
              <a:rect l="l" t="t" r="r" b="b"/>
              <a:pathLst>
                <a:path w="358" h="1097" extrusionOk="0">
                  <a:moveTo>
                    <a:pt x="167" y="1"/>
                  </a:moveTo>
                  <a:cubicBezTo>
                    <a:pt x="72" y="1"/>
                    <a:pt x="0" y="72"/>
                    <a:pt x="0" y="168"/>
                  </a:cubicBezTo>
                  <a:lnTo>
                    <a:pt x="0" y="906"/>
                  </a:lnTo>
                  <a:cubicBezTo>
                    <a:pt x="0" y="1001"/>
                    <a:pt x="72" y="1096"/>
                    <a:pt x="167" y="1096"/>
                  </a:cubicBezTo>
                  <a:cubicBezTo>
                    <a:pt x="262" y="1096"/>
                    <a:pt x="358" y="1001"/>
                    <a:pt x="358" y="906"/>
                  </a:cubicBezTo>
                  <a:lnTo>
                    <a:pt x="358" y="168"/>
                  </a:lnTo>
                  <a:cubicBezTo>
                    <a:pt x="358" y="72"/>
                    <a:pt x="262" y="1"/>
                    <a:pt x="1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40"/>
            <p:cNvSpPr/>
            <p:nvPr/>
          </p:nvSpPr>
          <p:spPr>
            <a:xfrm>
              <a:off x="7364884" y="2397595"/>
              <a:ext cx="11980" cy="36678"/>
            </a:xfrm>
            <a:custGeom>
              <a:avLst/>
              <a:gdLst/>
              <a:ahLst/>
              <a:cxnLst/>
              <a:rect l="l" t="t" r="r" b="b"/>
              <a:pathLst>
                <a:path w="358" h="1096" extrusionOk="0">
                  <a:moveTo>
                    <a:pt x="167" y="1"/>
                  </a:moveTo>
                  <a:cubicBezTo>
                    <a:pt x="72" y="1"/>
                    <a:pt x="0" y="96"/>
                    <a:pt x="0" y="191"/>
                  </a:cubicBezTo>
                  <a:lnTo>
                    <a:pt x="0" y="929"/>
                  </a:lnTo>
                  <a:cubicBezTo>
                    <a:pt x="0" y="1025"/>
                    <a:pt x="72" y="1096"/>
                    <a:pt x="167" y="1096"/>
                  </a:cubicBezTo>
                  <a:cubicBezTo>
                    <a:pt x="262" y="1096"/>
                    <a:pt x="358" y="1001"/>
                    <a:pt x="358" y="929"/>
                  </a:cubicBezTo>
                  <a:lnTo>
                    <a:pt x="358" y="191"/>
                  </a:lnTo>
                  <a:cubicBezTo>
                    <a:pt x="358" y="96"/>
                    <a:pt x="262" y="1"/>
                    <a:pt x="1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40"/>
            <p:cNvSpPr/>
            <p:nvPr/>
          </p:nvSpPr>
          <p:spPr>
            <a:xfrm>
              <a:off x="7638222" y="2497219"/>
              <a:ext cx="12014" cy="36678"/>
            </a:xfrm>
            <a:custGeom>
              <a:avLst/>
              <a:gdLst/>
              <a:ahLst/>
              <a:cxnLst/>
              <a:rect l="l" t="t" r="r" b="b"/>
              <a:pathLst>
                <a:path w="359" h="1096" extrusionOk="0">
                  <a:moveTo>
                    <a:pt x="191" y="0"/>
                  </a:moveTo>
                  <a:cubicBezTo>
                    <a:pt x="96" y="0"/>
                    <a:pt x="1" y="96"/>
                    <a:pt x="1" y="191"/>
                  </a:cubicBezTo>
                  <a:lnTo>
                    <a:pt x="1" y="929"/>
                  </a:lnTo>
                  <a:cubicBezTo>
                    <a:pt x="1" y="1024"/>
                    <a:pt x="96" y="1096"/>
                    <a:pt x="191" y="1096"/>
                  </a:cubicBezTo>
                  <a:cubicBezTo>
                    <a:pt x="287" y="1096"/>
                    <a:pt x="358" y="1024"/>
                    <a:pt x="358" y="929"/>
                  </a:cubicBezTo>
                  <a:lnTo>
                    <a:pt x="358" y="191"/>
                  </a:lnTo>
                  <a:cubicBezTo>
                    <a:pt x="358" y="96"/>
                    <a:pt x="287" y="0"/>
                    <a:pt x="1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40"/>
            <p:cNvSpPr/>
            <p:nvPr/>
          </p:nvSpPr>
          <p:spPr>
            <a:xfrm>
              <a:off x="7638222" y="2447792"/>
              <a:ext cx="12014" cy="36711"/>
            </a:xfrm>
            <a:custGeom>
              <a:avLst/>
              <a:gdLst/>
              <a:ahLst/>
              <a:cxnLst/>
              <a:rect l="l" t="t" r="r" b="b"/>
              <a:pathLst>
                <a:path w="359" h="1097" extrusionOk="0">
                  <a:moveTo>
                    <a:pt x="191" y="1"/>
                  </a:moveTo>
                  <a:cubicBezTo>
                    <a:pt x="96" y="1"/>
                    <a:pt x="1" y="72"/>
                    <a:pt x="1" y="168"/>
                  </a:cubicBezTo>
                  <a:lnTo>
                    <a:pt x="1" y="906"/>
                  </a:lnTo>
                  <a:cubicBezTo>
                    <a:pt x="1" y="1001"/>
                    <a:pt x="96" y="1096"/>
                    <a:pt x="191" y="1096"/>
                  </a:cubicBezTo>
                  <a:cubicBezTo>
                    <a:pt x="287" y="1096"/>
                    <a:pt x="358" y="1001"/>
                    <a:pt x="358" y="906"/>
                  </a:cubicBezTo>
                  <a:lnTo>
                    <a:pt x="358" y="168"/>
                  </a:lnTo>
                  <a:cubicBezTo>
                    <a:pt x="358" y="72"/>
                    <a:pt x="287" y="1"/>
                    <a:pt x="1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40"/>
            <p:cNvSpPr/>
            <p:nvPr/>
          </p:nvSpPr>
          <p:spPr>
            <a:xfrm>
              <a:off x="7638222" y="2397595"/>
              <a:ext cx="12014" cy="36678"/>
            </a:xfrm>
            <a:custGeom>
              <a:avLst/>
              <a:gdLst/>
              <a:ahLst/>
              <a:cxnLst/>
              <a:rect l="l" t="t" r="r" b="b"/>
              <a:pathLst>
                <a:path w="359" h="1096" extrusionOk="0">
                  <a:moveTo>
                    <a:pt x="191" y="1"/>
                  </a:moveTo>
                  <a:cubicBezTo>
                    <a:pt x="96" y="1"/>
                    <a:pt x="1" y="96"/>
                    <a:pt x="1" y="191"/>
                  </a:cubicBezTo>
                  <a:lnTo>
                    <a:pt x="1" y="929"/>
                  </a:lnTo>
                  <a:cubicBezTo>
                    <a:pt x="1" y="1025"/>
                    <a:pt x="96" y="1096"/>
                    <a:pt x="191" y="1096"/>
                  </a:cubicBezTo>
                  <a:cubicBezTo>
                    <a:pt x="287" y="1096"/>
                    <a:pt x="358" y="1001"/>
                    <a:pt x="358" y="929"/>
                  </a:cubicBezTo>
                  <a:lnTo>
                    <a:pt x="358" y="191"/>
                  </a:lnTo>
                  <a:cubicBezTo>
                    <a:pt x="358" y="96"/>
                    <a:pt x="287" y="1"/>
                    <a:pt x="1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0"/>
            <p:cNvSpPr/>
            <p:nvPr/>
          </p:nvSpPr>
          <p:spPr>
            <a:xfrm>
              <a:off x="7613526" y="2348201"/>
              <a:ext cx="36711" cy="36678"/>
            </a:xfrm>
            <a:custGeom>
              <a:avLst/>
              <a:gdLst/>
              <a:ahLst/>
              <a:cxnLst/>
              <a:rect l="l" t="t" r="r" b="b"/>
              <a:pathLst>
                <a:path w="1097" h="1096" extrusionOk="0">
                  <a:moveTo>
                    <a:pt x="167" y="0"/>
                  </a:moveTo>
                  <a:cubicBezTo>
                    <a:pt x="96" y="0"/>
                    <a:pt x="1" y="71"/>
                    <a:pt x="1" y="167"/>
                  </a:cubicBezTo>
                  <a:cubicBezTo>
                    <a:pt x="1" y="262"/>
                    <a:pt x="96" y="357"/>
                    <a:pt x="167" y="357"/>
                  </a:cubicBezTo>
                  <a:lnTo>
                    <a:pt x="548" y="357"/>
                  </a:lnTo>
                  <a:cubicBezTo>
                    <a:pt x="667" y="357"/>
                    <a:pt x="739" y="429"/>
                    <a:pt x="739" y="548"/>
                  </a:cubicBezTo>
                  <a:lnTo>
                    <a:pt x="739" y="905"/>
                  </a:lnTo>
                  <a:cubicBezTo>
                    <a:pt x="739" y="1000"/>
                    <a:pt x="834" y="1095"/>
                    <a:pt x="929" y="1095"/>
                  </a:cubicBezTo>
                  <a:cubicBezTo>
                    <a:pt x="1025" y="1095"/>
                    <a:pt x="1096" y="1000"/>
                    <a:pt x="1096" y="905"/>
                  </a:cubicBezTo>
                  <a:lnTo>
                    <a:pt x="1096" y="548"/>
                  </a:lnTo>
                  <a:cubicBezTo>
                    <a:pt x="1096" y="238"/>
                    <a:pt x="834" y="0"/>
                    <a:pt x="54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0"/>
            <p:cNvSpPr/>
            <p:nvPr/>
          </p:nvSpPr>
          <p:spPr>
            <a:xfrm>
              <a:off x="7414278" y="2348201"/>
              <a:ext cx="36711" cy="11980"/>
            </a:xfrm>
            <a:custGeom>
              <a:avLst/>
              <a:gdLst/>
              <a:ahLst/>
              <a:cxnLst/>
              <a:rect l="l" t="t" r="r" b="b"/>
              <a:pathLst>
                <a:path w="1097" h="358" extrusionOk="0">
                  <a:moveTo>
                    <a:pt x="191" y="0"/>
                  </a:moveTo>
                  <a:cubicBezTo>
                    <a:pt x="96" y="0"/>
                    <a:pt x="1" y="71"/>
                    <a:pt x="1" y="167"/>
                  </a:cubicBezTo>
                  <a:cubicBezTo>
                    <a:pt x="1" y="262"/>
                    <a:pt x="96" y="357"/>
                    <a:pt x="191" y="357"/>
                  </a:cubicBezTo>
                  <a:lnTo>
                    <a:pt x="930" y="357"/>
                  </a:lnTo>
                  <a:cubicBezTo>
                    <a:pt x="1025" y="357"/>
                    <a:pt x="1096" y="262"/>
                    <a:pt x="1096" y="167"/>
                  </a:cubicBezTo>
                  <a:cubicBezTo>
                    <a:pt x="1096" y="71"/>
                    <a:pt x="1025" y="0"/>
                    <a:pt x="93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0"/>
            <p:cNvSpPr/>
            <p:nvPr/>
          </p:nvSpPr>
          <p:spPr>
            <a:xfrm>
              <a:off x="7464508" y="2348201"/>
              <a:ext cx="36678" cy="11980"/>
            </a:xfrm>
            <a:custGeom>
              <a:avLst/>
              <a:gdLst/>
              <a:ahLst/>
              <a:cxnLst/>
              <a:rect l="l" t="t" r="r" b="b"/>
              <a:pathLst>
                <a:path w="1096" h="358" extrusionOk="0">
                  <a:moveTo>
                    <a:pt x="167" y="0"/>
                  </a:moveTo>
                  <a:cubicBezTo>
                    <a:pt x="72" y="0"/>
                    <a:pt x="0" y="71"/>
                    <a:pt x="0" y="167"/>
                  </a:cubicBezTo>
                  <a:cubicBezTo>
                    <a:pt x="0" y="262"/>
                    <a:pt x="72" y="357"/>
                    <a:pt x="167" y="357"/>
                  </a:cubicBezTo>
                  <a:lnTo>
                    <a:pt x="905" y="357"/>
                  </a:lnTo>
                  <a:cubicBezTo>
                    <a:pt x="1000" y="357"/>
                    <a:pt x="1096" y="262"/>
                    <a:pt x="1096" y="167"/>
                  </a:cubicBezTo>
                  <a:cubicBezTo>
                    <a:pt x="1096" y="71"/>
                    <a:pt x="1000" y="0"/>
                    <a:pt x="90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40"/>
            <p:cNvSpPr/>
            <p:nvPr/>
          </p:nvSpPr>
          <p:spPr>
            <a:xfrm>
              <a:off x="7513902" y="2348201"/>
              <a:ext cx="36711" cy="11980"/>
            </a:xfrm>
            <a:custGeom>
              <a:avLst/>
              <a:gdLst/>
              <a:ahLst/>
              <a:cxnLst/>
              <a:rect l="l" t="t" r="r" b="b"/>
              <a:pathLst>
                <a:path w="1097" h="358" extrusionOk="0">
                  <a:moveTo>
                    <a:pt x="191" y="0"/>
                  </a:moveTo>
                  <a:cubicBezTo>
                    <a:pt x="96" y="0"/>
                    <a:pt x="1" y="71"/>
                    <a:pt x="1" y="167"/>
                  </a:cubicBezTo>
                  <a:cubicBezTo>
                    <a:pt x="1" y="262"/>
                    <a:pt x="96" y="357"/>
                    <a:pt x="191" y="357"/>
                  </a:cubicBezTo>
                  <a:lnTo>
                    <a:pt x="930" y="357"/>
                  </a:lnTo>
                  <a:cubicBezTo>
                    <a:pt x="1025" y="357"/>
                    <a:pt x="1096" y="262"/>
                    <a:pt x="1096" y="167"/>
                  </a:cubicBezTo>
                  <a:cubicBezTo>
                    <a:pt x="1096" y="71"/>
                    <a:pt x="1025" y="0"/>
                    <a:pt x="93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40"/>
            <p:cNvSpPr/>
            <p:nvPr/>
          </p:nvSpPr>
          <p:spPr>
            <a:xfrm>
              <a:off x="7564132" y="2348201"/>
              <a:ext cx="36678" cy="11980"/>
            </a:xfrm>
            <a:custGeom>
              <a:avLst/>
              <a:gdLst/>
              <a:ahLst/>
              <a:cxnLst/>
              <a:rect l="l" t="t" r="r" b="b"/>
              <a:pathLst>
                <a:path w="1096" h="358" extrusionOk="0">
                  <a:moveTo>
                    <a:pt x="167" y="0"/>
                  </a:moveTo>
                  <a:cubicBezTo>
                    <a:pt x="72" y="0"/>
                    <a:pt x="0" y="71"/>
                    <a:pt x="0" y="167"/>
                  </a:cubicBezTo>
                  <a:cubicBezTo>
                    <a:pt x="0" y="262"/>
                    <a:pt x="72" y="357"/>
                    <a:pt x="167" y="357"/>
                  </a:cubicBezTo>
                  <a:lnTo>
                    <a:pt x="905" y="357"/>
                  </a:lnTo>
                  <a:cubicBezTo>
                    <a:pt x="1000" y="357"/>
                    <a:pt x="1096" y="262"/>
                    <a:pt x="1096" y="167"/>
                  </a:cubicBezTo>
                  <a:cubicBezTo>
                    <a:pt x="1096" y="71"/>
                    <a:pt x="1000" y="0"/>
                    <a:pt x="90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40"/>
            <p:cNvSpPr/>
            <p:nvPr/>
          </p:nvSpPr>
          <p:spPr>
            <a:xfrm>
              <a:off x="7414278" y="2572113"/>
              <a:ext cx="36711" cy="12014"/>
            </a:xfrm>
            <a:custGeom>
              <a:avLst/>
              <a:gdLst/>
              <a:ahLst/>
              <a:cxnLst/>
              <a:rect l="l" t="t" r="r" b="b"/>
              <a:pathLst>
                <a:path w="1097" h="359" extrusionOk="0">
                  <a:moveTo>
                    <a:pt x="191" y="1"/>
                  </a:moveTo>
                  <a:cubicBezTo>
                    <a:pt x="96" y="1"/>
                    <a:pt x="1" y="96"/>
                    <a:pt x="1" y="168"/>
                  </a:cubicBezTo>
                  <a:cubicBezTo>
                    <a:pt x="1" y="263"/>
                    <a:pt x="96" y="358"/>
                    <a:pt x="191" y="358"/>
                  </a:cubicBezTo>
                  <a:lnTo>
                    <a:pt x="930" y="358"/>
                  </a:lnTo>
                  <a:cubicBezTo>
                    <a:pt x="1025" y="358"/>
                    <a:pt x="1096" y="263"/>
                    <a:pt x="1096" y="168"/>
                  </a:cubicBezTo>
                  <a:cubicBezTo>
                    <a:pt x="1096" y="96"/>
                    <a:pt x="1025" y="1"/>
                    <a:pt x="9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40"/>
            <p:cNvSpPr/>
            <p:nvPr/>
          </p:nvSpPr>
          <p:spPr>
            <a:xfrm>
              <a:off x="7464508" y="2572113"/>
              <a:ext cx="36678" cy="12014"/>
            </a:xfrm>
            <a:custGeom>
              <a:avLst/>
              <a:gdLst/>
              <a:ahLst/>
              <a:cxnLst/>
              <a:rect l="l" t="t" r="r" b="b"/>
              <a:pathLst>
                <a:path w="1096" h="359" extrusionOk="0">
                  <a:moveTo>
                    <a:pt x="167" y="1"/>
                  </a:moveTo>
                  <a:cubicBezTo>
                    <a:pt x="72" y="1"/>
                    <a:pt x="0" y="96"/>
                    <a:pt x="0" y="168"/>
                  </a:cubicBezTo>
                  <a:cubicBezTo>
                    <a:pt x="0" y="263"/>
                    <a:pt x="72" y="358"/>
                    <a:pt x="167" y="358"/>
                  </a:cubicBezTo>
                  <a:lnTo>
                    <a:pt x="905" y="358"/>
                  </a:lnTo>
                  <a:cubicBezTo>
                    <a:pt x="1000" y="358"/>
                    <a:pt x="1096" y="263"/>
                    <a:pt x="1096" y="168"/>
                  </a:cubicBezTo>
                  <a:cubicBezTo>
                    <a:pt x="1096" y="96"/>
                    <a:pt x="1000" y="1"/>
                    <a:pt x="90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40"/>
            <p:cNvSpPr/>
            <p:nvPr/>
          </p:nvSpPr>
          <p:spPr>
            <a:xfrm>
              <a:off x="7513902" y="2572113"/>
              <a:ext cx="36711" cy="12014"/>
            </a:xfrm>
            <a:custGeom>
              <a:avLst/>
              <a:gdLst/>
              <a:ahLst/>
              <a:cxnLst/>
              <a:rect l="l" t="t" r="r" b="b"/>
              <a:pathLst>
                <a:path w="1097" h="359" extrusionOk="0">
                  <a:moveTo>
                    <a:pt x="191" y="1"/>
                  </a:moveTo>
                  <a:cubicBezTo>
                    <a:pt x="96" y="1"/>
                    <a:pt x="1" y="96"/>
                    <a:pt x="1" y="168"/>
                  </a:cubicBezTo>
                  <a:cubicBezTo>
                    <a:pt x="1" y="263"/>
                    <a:pt x="96" y="358"/>
                    <a:pt x="191" y="358"/>
                  </a:cubicBezTo>
                  <a:lnTo>
                    <a:pt x="930" y="358"/>
                  </a:lnTo>
                  <a:cubicBezTo>
                    <a:pt x="1025" y="358"/>
                    <a:pt x="1096" y="263"/>
                    <a:pt x="1096" y="168"/>
                  </a:cubicBezTo>
                  <a:cubicBezTo>
                    <a:pt x="1096" y="96"/>
                    <a:pt x="1025" y="1"/>
                    <a:pt x="9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40"/>
            <p:cNvSpPr/>
            <p:nvPr/>
          </p:nvSpPr>
          <p:spPr>
            <a:xfrm>
              <a:off x="7564132" y="2572113"/>
              <a:ext cx="36678" cy="12014"/>
            </a:xfrm>
            <a:custGeom>
              <a:avLst/>
              <a:gdLst/>
              <a:ahLst/>
              <a:cxnLst/>
              <a:rect l="l" t="t" r="r" b="b"/>
              <a:pathLst>
                <a:path w="1096" h="359" extrusionOk="0">
                  <a:moveTo>
                    <a:pt x="167" y="1"/>
                  </a:moveTo>
                  <a:cubicBezTo>
                    <a:pt x="72" y="1"/>
                    <a:pt x="0" y="96"/>
                    <a:pt x="0" y="168"/>
                  </a:cubicBezTo>
                  <a:cubicBezTo>
                    <a:pt x="0" y="263"/>
                    <a:pt x="72" y="358"/>
                    <a:pt x="167" y="358"/>
                  </a:cubicBezTo>
                  <a:lnTo>
                    <a:pt x="905" y="358"/>
                  </a:lnTo>
                  <a:cubicBezTo>
                    <a:pt x="1000" y="358"/>
                    <a:pt x="1096" y="263"/>
                    <a:pt x="1096" y="168"/>
                  </a:cubicBezTo>
                  <a:cubicBezTo>
                    <a:pt x="1096" y="96"/>
                    <a:pt x="1000" y="1"/>
                    <a:pt x="90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40"/>
            <p:cNvSpPr/>
            <p:nvPr/>
          </p:nvSpPr>
          <p:spPr>
            <a:xfrm>
              <a:off x="7568114" y="2509166"/>
              <a:ext cx="193695" cy="135500"/>
            </a:xfrm>
            <a:custGeom>
              <a:avLst/>
              <a:gdLst/>
              <a:ahLst/>
              <a:cxnLst/>
              <a:rect l="l" t="t" r="r" b="b"/>
              <a:pathLst>
                <a:path w="5788" h="4049" extrusionOk="0">
                  <a:moveTo>
                    <a:pt x="5001" y="358"/>
                  </a:moveTo>
                  <a:cubicBezTo>
                    <a:pt x="5263" y="358"/>
                    <a:pt x="5478" y="572"/>
                    <a:pt x="5478" y="834"/>
                  </a:cubicBezTo>
                  <a:cubicBezTo>
                    <a:pt x="5478" y="1096"/>
                    <a:pt x="5263" y="1310"/>
                    <a:pt x="5001" y="1310"/>
                  </a:cubicBezTo>
                  <a:lnTo>
                    <a:pt x="4430" y="1310"/>
                  </a:lnTo>
                  <a:cubicBezTo>
                    <a:pt x="4168" y="1310"/>
                    <a:pt x="3953" y="1096"/>
                    <a:pt x="3953" y="834"/>
                  </a:cubicBezTo>
                  <a:cubicBezTo>
                    <a:pt x="3953" y="572"/>
                    <a:pt x="4168" y="358"/>
                    <a:pt x="4430" y="358"/>
                  </a:cubicBezTo>
                  <a:close/>
                  <a:moveTo>
                    <a:pt x="2644" y="1810"/>
                  </a:moveTo>
                  <a:cubicBezTo>
                    <a:pt x="2763" y="1810"/>
                    <a:pt x="2858" y="1906"/>
                    <a:pt x="2858" y="2025"/>
                  </a:cubicBezTo>
                  <a:cubicBezTo>
                    <a:pt x="2858" y="2144"/>
                    <a:pt x="2763" y="2239"/>
                    <a:pt x="2644" y="2239"/>
                  </a:cubicBezTo>
                  <a:cubicBezTo>
                    <a:pt x="2525" y="2239"/>
                    <a:pt x="2429" y="2144"/>
                    <a:pt x="2429" y="2025"/>
                  </a:cubicBezTo>
                  <a:cubicBezTo>
                    <a:pt x="2429" y="1906"/>
                    <a:pt x="2525" y="1810"/>
                    <a:pt x="2644" y="1810"/>
                  </a:cubicBezTo>
                  <a:close/>
                  <a:moveTo>
                    <a:pt x="4954" y="2763"/>
                  </a:moveTo>
                  <a:cubicBezTo>
                    <a:pt x="5239" y="2763"/>
                    <a:pt x="5430" y="2977"/>
                    <a:pt x="5430" y="3239"/>
                  </a:cubicBezTo>
                  <a:cubicBezTo>
                    <a:pt x="5430" y="3525"/>
                    <a:pt x="5239" y="3716"/>
                    <a:pt x="4954" y="3716"/>
                  </a:cubicBezTo>
                  <a:lnTo>
                    <a:pt x="4406" y="3716"/>
                  </a:lnTo>
                  <a:cubicBezTo>
                    <a:pt x="4120" y="3716"/>
                    <a:pt x="3930" y="3525"/>
                    <a:pt x="3930" y="3239"/>
                  </a:cubicBezTo>
                  <a:cubicBezTo>
                    <a:pt x="3930" y="2977"/>
                    <a:pt x="4120" y="2763"/>
                    <a:pt x="4406" y="2763"/>
                  </a:cubicBezTo>
                  <a:close/>
                  <a:moveTo>
                    <a:pt x="4406" y="1"/>
                  </a:moveTo>
                  <a:cubicBezTo>
                    <a:pt x="3953" y="1"/>
                    <a:pt x="3572" y="358"/>
                    <a:pt x="3572" y="834"/>
                  </a:cubicBezTo>
                  <a:cubicBezTo>
                    <a:pt x="3572" y="953"/>
                    <a:pt x="3596" y="1072"/>
                    <a:pt x="3620" y="1167"/>
                  </a:cubicBezTo>
                  <a:lnTo>
                    <a:pt x="2929" y="1596"/>
                  </a:lnTo>
                  <a:cubicBezTo>
                    <a:pt x="2858" y="1548"/>
                    <a:pt x="2739" y="1501"/>
                    <a:pt x="2620" y="1501"/>
                  </a:cubicBezTo>
                  <a:cubicBezTo>
                    <a:pt x="2501" y="1501"/>
                    <a:pt x="2382" y="1525"/>
                    <a:pt x="2286" y="1596"/>
                  </a:cubicBezTo>
                  <a:lnTo>
                    <a:pt x="286" y="262"/>
                  </a:lnTo>
                  <a:cubicBezTo>
                    <a:pt x="254" y="247"/>
                    <a:pt x="225" y="239"/>
                    <a:pt x="198" y="239"/>
                  </a:cubicBezTo>
                  <a:cubicBezTo>
                    <a:pt x="143" y="239"/>
                    <a:pt x="95" y="270"/>
                    <a:pt x="48" y="334"/>
                  </a:cubicBezTo>
                  <a:cubicBezTo>
                    <a:pt x="0" y="405"/>
                    <a:pt x="24" y="501"/>
                    <a:pt x="119" y="572"/>
                  </a:cubicBezTo>
                  <a:lnTo>
                    <a:pt x="2096" y="1882"/>
                  </a:lnTo>
                  <a:cubicBezTo>
                    <a:pt x="2096" y="1929"/>
                    <a:pt x="2072" y="1953"/>
                    <a:pt x="2072" y="2025"/>
                  </a:cubicBezTo>
                  <a:cubicBezTo>
                    <a:pt x="2072" y="2072"/>
                    <a:pt x="2072" y="2120"/>
                    <a:pt x="2096" y="2168"/>
                  </a:cubicBezTo>
                  <a:lnTo>
                    <a:pt x="119" y="3477"/>
                  </a:lnTo>
                  <a:cubicBezTo>
                    <a:pt x="24" y="3549"/>
                    <a:pt x="24" y="3620"/>
                    <a:pt x="48" y="3716"/>
                  </a:cubicBezTo>
                  <a:cubicBezTo>
                    <a:pt x="72" y="3787"/>
                    <a:pt x="143" y="3811"/>
                    <a:pt x="191" y="3811"/>
                  </a:cubicBezTo>
                  <a:cubicBezTo>
                    <a:pt x="238" y="3811"/>
                    <a:pt x="262" y="3811"/>
                    <a:pt x="286" y="3787"/>
                  </a:cubicBezTo>
                  <a:lnTo>
                    <a:pt x="2286" y="2430"/>
                  </a:lnTo>
                  <a:cubicBezTo>
                    <a:pt x="2382" y="2501"/>
                    <a:pt x="2501" y="2549"/>
                    <a:pt x="2620" y="2549"/>
                  </a:cubicBezTo>
                  <a:cubicBezTo>
                    <a:pt x="2739" y="2549"/>
                    <a:pt x="2858" y="2525"/>
                    <a:pt x="2929" y="2430"/>
                  </a:cubicBezTo>
                  <a:lnTo>
                    <a:pt x="3620" y="2882"/>
                  </a:lnTo>
                  <a:cubicBezTo>
                    <a:pt x="3596" y="2977"/>
                    <a:pt x="3572" y="3096"/>
                    <a:pt x="3572" y="3215"/>
                  </a:cubicBezTo>
                  <a:cubicBezTo>
                    <a:pt x="3572" y="3668"/>
                    <a:pt x="3930" y="4049"/>
                    <a:pt x="4406" y="4049"/>
                  </a:cubicBezTo>
                  <a:lnTo>
                    <a:pt x="4954" y="4049"/>
                  </a:lnTo>
                  <a:cubicBezTo>
                    <a:pt x="5406" y="4049"/>
                    <a:pt x="5787" y="3692"/>
                    <a:pt x="5787" y="3215"/>
                  </a:cubicBezTo>
                  <a:cubicBezTo>
                    <a:pt x="5787" y="2811"/>
                    <a:pt x="5430" y="2430"/>
                    <a:pt x="4954" y="2430"/>
                  </a:cubicBezTo>
                  <a:lnTo>
                    <a:pt x="4406" y="2430"/>
                  </a:lnTo>
                  <a:cubicBezTo>
                    <a:pt x="4192" y="2430"/>
                    <a:pt x="3977" y="2525"/>
                    <a:pt x="3834" y="2644"/>
                  </a:cubicBezTo>
                  <a:lnTo>
                    <a:pt x="3144" y="2191"/>
                  </a:lnTo>
                  <a:cubicBezTo>
                    <a:pt x="3144" y="2144"/>
                    <a:pt x="3167" y="2120"/>
                    <a:pt x="3167" y="2049"/>
                  </a:cubicBezTo>
                  <a:cubicBezTo>
                    <a:pt x="3167" y="2001"/>
                    <a:pt x="3167" y="1953"/>
                    <a:pt x="3144" y="1906"/>
                  </a:cubicBezTo>
                  <a:lnTo>
                    <a:pt x="3834" y="1453"/>
                  </a:lnTo>
                  <a:cubicBezTo>
                    <a:pt x="3977" y="1572"/>
                    <a:pt x="4168" y="1668"/>
                    <a:pt x="4406" y="1668"/>
                  </a:cubicBezTo>
                  <a:lnTo>
                    <a:pt x="4954" y="1668"/>
                  </a:lnTo>
                  <a:cubicBezTo>
                    <a:pt x="5406" y="1668"/>
                    <a:pt x="5787" y="1310"/>
                    <a:pt x="5787" y="834"/>
                  </a:cubicBezTo>
                  <a:cubicBezTo>
                    <a:pt x="5787" y="382"/>
                    <a:pt x="5430" y="1"/>
                    <a:pt x="49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40"/>
            <p:cNvSpPr/>
            <p:nvPr/>
          </p:nvSpPr>
          <p:spPr>
            <a:xfrm>
              <a:off x="7454134" y="2413122"/>
              <a:ext cx="106820" cy="104846"/>
            </a:xfrm>
            <a:custGeom>
              <a:avLst/>
              <a:gdLst/>
              <a:ahLst/>
              <a:cxnLst/>
              <a:rect l="l" t="t" r="r" b="b"/>
              <a:pathLst>
                <a:path w="3192" h="3133" extrusionOk="0">
                  <a:moveTo>
                    <a:pt x="2986" y="1"/>
                  </a:moveTo>
                  <a:cubicBezTo>
                    <a:pt x="2942" y="1"/>
                    <a:pt x="2894" y="13"/>
                    <a:pt x="2858" y="37"/>
                  </a:cubicBezTo>
                  <a:lnTo>
                    <a:pt x="72" y="2847"/>
                  </a:lnTo>
                  <a:cubicBezTo>
                    <a:pt x="1" y="2894"/>
                    <a:pt x="1" y="3013"/>
                    <a:pt x="72" y="3085"/>
                  </a:cubicBezTo>
                  <a:cubicBezTo>
                    <a:pt x="96" y="3109"/>
                    <a:pt x="144" y="3132"/>
                    <a:pt x="191" y="3132"/>
                  </a:cubicBezTo>
                  <a:cubicBezTo>
                    <a:pt x="215" y="3132"/>
                    <a:pt x="263" y="3109"/>
                    <a:pt x="310" y="3085"/>
                  </a:cubicBezTo>
                  <a:lnTo>
                    <a:pt x="3097" y="275"/>
                  </a:lnTo>
                  <a:cubicBezTo>
                    <a:pt x="3192" y="227"/>
                    <a:pt x="3192" y="132"/>
                    <a:pt x="3097" y="37"/>
                  </a:cubicBezTo>
                  <a:cubicBezTo>
                    <a:pt x="3073" y="13"/>
                    <a:pt x="3031" y="1"/>
                    <a:pt x="298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40"/>
            <p:cNvSpPr/>
            <p:nvPr/>
          </p:nvSpPr>
          <p:spPr>
            <a:xfrm>
              <a:off x="7450955" y="2410345"/>
              <a:ext cx="50231" cy="50231"/>
            </a:xfrm>
            <a:custGeom>
              <a:avLst/>
              <a:gdLst/>
              <a:ahLst/>
              <a:cxnLst/>
              <a:rect l="l" t="t" r="r" b="b"/>
              <a:pathLst>
                <a:path w="1501" h="1501" extrusionOk="0">
                  <a:moveTo>
                    <a:pt x="763" y="334"/>
                  </a:moveTo>
                  <a:cubicBezTo>
                    <a:pt x="953" y="334"/>
                    <a:pt x="1144" y="501"/>
                    <a:pt x="1144" y="715"/>
                  </a:cubicBezTo>
                  <a:cubicBezTo>
                    <a:pt x="1144" y="929"/>
                    <a:pt x="953" y="1120"/>
                    <a:pt x="763" y="1120"/>
                  </a:cubicBezTo>
                  <a:cubicBezTo>
                    <a:pt x="548" y="1120"/>
                    <a:pt x="358" y="929"/>
                    <a:pt x="358" y="715"/>
                  </a:cubicBezTo>
                  <a:cubicBezTo>
                    <a:pt x="358" y="524"/>
                    <a:pt x="548" y="334"/>
                    <a:pt x="763" y="334"/>
                  </a:cubicBezTo>
                  <a:close/>
                  <a:moveTo>
                    <a:pt x="763" y="1"/>
                  </a:moveTo>
                  <a:cubicBezTo>
                    <a:pt x="334" y="1"/>
                    <a:pt x="0" y="334"/>
                    <a:pt x="0" y="763"/>
                  </a:cubicBezTo>
                  <a:cubicBezTo>
                    <a:pt x="0" y="1167"/>
                    <a:pt x="334" y="1501"/>
                    <a:pt x="763" y="1501"/>
                  </a:cubicBezTo>
                  <a:cubicBezTo>
                    <a:pt x="1167" y="1501"/>
                    <a:pt x="1501" y="1167"/>
                    <a:pt x="1501" y="763"/>
                  </a:cubicBezTo>
                  <a:cubicBezTo>
                    <a:pt x="1501" y="334"/>
                    <a:pt x="1167" y="1"/>
                    <a:pt x="76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40"/>
            <p:cNvSpPr/>
            <p:nvPr/>
          </p:nvSpPr>
          <p:spPr>
            <a:xfrm>
              <a:off x="7513098" y="2472522"/>
              <a:ext cx="49461" cy="49428"/>
            </a:xfrm>
            <a:custGeom>
              <a:avLst/>
              <a:gdLst/>
              <a:ahLst/>
              <a:cxnLst/>
              <a:rect l="l" t="t" r="r" b="b"/>
              <a:pathLst>
                <a:path w="1478" h="1477" extrusionOk="0">
                  <a:moveTo>
                    <a:pt x="739" y="357"/>
                  </a:moveTo>
                  <a:cubicBezTo>
                    <a:pt x="954" y="357"/>
                    <a:pt x="1120" y="524"/>
                    <a:pt x="1120" y="738"/>
                  </a:cubicBezTo>
                  <a:cubicBezTo>
                    <a:pt x="1120" y="953"/>
                    <a:pt x="977" y="1119"/>
                    <a:pt x="739" y="1119"/>
                  </a:cubicBezTo>
                  <a:cubicBezTo>
                    <a:pt x="525" y="1119"/>
                    <a:pt x="358" y="953"/>
                    <a:pt x="358" y="738"/>
                  </a:cubicBezTo>
                  <a:cubicBezTo>
                    <a:pt x="358" y="524"/>
                    <a:pt x="525" y="357"/>
                    <a:pt x="739" y="357"/>
                  </a:cubicBezTo>
                  <a:close/>
                  <a:moveTo>
                    <a:pt x="739" y="0"/>
                  </a:moveTo>
                  <a:cubicBezTo>
                    <a:pt x="334" y="0"/>
                    <a:pt x="1" y="333"/>
                    <a:pt x="1" y="738"/>
                  </a:cubicBezTo>
                  <a:cubicBezTo>
                    <a:pt x="1" y="1143"/>
                    <a:pt x="334" y="1477"/>
                    <a:pt x="739" y="1477"/>
                  </a:cubicBezTo>
                  <a:cubicBezTo>
                    <a:pt x="1168" y="1477"/>
                    <a:pt x="1477" y="1143"/>
                    <a:pt x="1477" y="738"/>
                  </a:cubicBezTo>
                  <a:cubicBezTo>
                    <a:pt x="1477" y="333"/>
                    <a:pt x="1168" y="0"/>
                    <a:pt x="73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4" name="Google Shape;2734;p40"/>
          <p:cNvGrpSpPr/>
          <p:nvPr/>
        </p:nvGrpSpPr>
        <p:grpSpPr>
          <a:xfrm>
            <a:off x="4281962" y="3092639"/>
            <a:ext cx="485654" cy="384397"/>
            <a:chOff x="6705800" y="4250663"/>
            <a:chExt cx="398535" cy="315441"/>
          </a:xfrm>
        </p:grpSpPr>
        <p:sp>
          <p:nvSpPr>
            <p:cNvPr id="2735" name="Google Shape;2735;p40"/>
            <p:cNvSpPr/>
            <p:nvPr/>
          </p:nvSpPr>
          <p:spPr>
            <a:xfrm>
              <a:off x="6781530" y="4518246"/>
              <a:ext cx="23927" cy="23927"/>
            </a:xfrm>
            <a:custGeom>
              <a:avLst/>
              <a:gdLst/>
              <a:ahLst/>
              <a:cxnLst/>
              <a:rect l="l" t="t" r="r" b="b"/>
              <a:pathLst>
                <a:path w="715" h="715" extrusionOk="0">
                  <a:moveTo>
                    <a:pt x="357" y="1"/>
                  </a:moveTo>
                  <a:cubicBezTo>
                    <a:pt x="167" y="1"/>
                    <a:pt x="0" y="167"/>
                    <a:pt x="0" y="358"/>
                  </a:cubicBezTo>
                  <a:cubicBezTo>
                    <a:pt x="0" y="572"/>
                    <a:pt x="167" y="715"/>
                    <a:pt x="357" y="715"/>
                  </a:cubicBezTo>
                  <a:cubicBezTo>
                    <a:pt x="572" y="715"/>
                    <a:pt x="715" y="572"/>
                    <a:pt x="715" y="358"/>
                  </a:cubicBezTo>
                  <a:cubicBezTo>
                    <a:pt x="715" y="167"/>
                    <a:pt x="572" y="1"/>
                    <a:pt x="35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40"/>
            <p:cNvSpPr/>
            <p:nvPr/>
          </p:nvSpPr>
          <p:spPr>
            <a:xfrm>
              <a:off x="7030975" y="4518246"/>
              <a:ext cx="23927" cy="23927"/>
            </a:xfrm>
            <a:custGeom>
              <a:avLst/>
              <a:gdLst/>
              <a:ahLst/>
              <a:cxnLst/>
              <a:rect l="l" t="t" r="r" b="b"/>
              <a:pathLst>
                <a:path w="715" h="715" extrusionOk="0">
                  <a:moveTo>
                    <a:pt x="357" y="1"/>
                  </a:moveTo>
                  <a:cubicBezTo>
                    <a:pt x="143" y="1"/>
                    <a:pt x="0" y="167"/>
                    <a:pt x="0" y="358"/>
                  </a:cubicBezTo>
                  <a:cubicBezTo>
                    <a:pt x="0" y="572"/>
                    <a:pt x="143" y="715"/>
                    <a:pt x="357" y="715"/>
                  </a:cubicBezTo>
                  <a:cubicBezTo>
                    <a:pt x="572" y="715"/>
                    <a:pt x="715" y="572"/>
                    <a:pt x="715" y="358"/>
                  </a:cubicBezTo>
                  <a:cubicBezTo>
                    <a:pt x="715" y="167"/>
                    <a:pt x="572" y="1"/>
                    <a:pt x="35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40"/>
            <p:cNvSpPr/>
            <p:nvPr/>
          </p:nvSpPr>
          <p:spPr>
            <a:xfrm>
              <a:off x="6705800" y="4250663"/>
              <a:ext cx="398535" cy="315441"/>
            </a:xfrm>
            <a:custGeom>
              <a:avLst/>
              <a:gdLst/>
              <a:ahLst/>
              <a:cxnLst/>
              <a:rect l="l" t="t" r="r" b="b"/>
              <a:pathLst>
                <a:path w="11909" h="9426" extrusionOk="0">
                  <a:moveTo>
                    <a:pt x="2382" y="328"/>
                  </a:moveTo>
                  <a:cubicBezTo>
                    <a:pt x="2549" y="328"/>
                    <a:pt x="2716" y="376"/>
                    <a:pt x="2811" y="543"/>
                  </a:cubicBezTo>
                  <a:cubicBezTo>
                    <a:pt x="2930" y="709"/>
                    <a:pt x="3073" y="1067"/>
                    <a:pt x="3216" y="1448"/>
                  </a:cubicBezTo>
                  <a:cubicBezTo>
                    <a:pt x="3144" y="1400"/>
                    <a:pt x="3049" y="1376"/>
                    <a:pt x="2954" y="1329"/>
                  </a:cubicBezTo>
                  <a:cubicBezTo>
                    <a:pt x="2836" y="1296"/>
                    <a:pt x="2708" y="1283"/>
                    <a:pt x="2581" y="1283"/>
                  </a:cubicBezTo>
                  <a:cubicBezTo>
                    <a:pt x="2427" y="1283"/>
                    <a:pt x="2275" y="1302"/>
                    <a:pt x="2144" y="1329"/>
                  </a:cubicBezTo>
                  <a:cubicBezTo>
                    <a:pt x="2073" y="1305"/>
                    <a:pt x="2001" y="1257"/>
                    <a:pt x="1977" y="1186"/>
                  </a:cubicBezTo>
                  <a:cubicBezTo>
                    <a:pt x="1787" y="947"/>
                    <a:pt x="1858" y="614"/>
                    <a:pt x="2073" y="447"/>
                  </a:cubicBezTo>
                  <a:cubicBezTo>
                    <a:pt x="2144" y="376"/>
                    <a:pt x="2263" y="328"/>
                    <a:pt x="2382" y="328"/>
                  </a:cubicBezTo>
                  <a:close/>
                  <a:moveTo>
                    <a:pt x="5097" y="352"/>
                  </a:moveTo>
                  <a:cubicBezTo>
                    <a:pt x="5216" y="352"/>
                    <a:pt x="5335" y="376"/>
                    <a:pt x="5431" y="471"/>
                  </a:cubicBezTo>
                  <a:cubicBezTo>
                    <a:pt x="5550" y="566"/>
                    <a:pt x="5597" y="686"/>
                    <a:pt x="5645" y="828"/>
                  </a:cubicBezTo>
                  <a:cubicBezTo>
                    <a:pt x="5669" y="971"/>
                    <a:pt x="5597" y="1090"/>
                    <a:pt x="5550" y="1209"/>
                  </a:cubicBezTo>
                  <a:cubicBezTo>
                    <a:pt x="5526" y="1281"/>
                    <a:pt x="5454" y="1329"/>
                    <a:pt x="5359" y="1400"/>
                  </a:cubicBezTo>
                  <a:cubicBezTo>
                    <a:pt x="5232" y="1362"/>
                    <a:pt x="5091" y="1337"/>
                    <a:pt x="4947" y="1337"/>
                  </a:cubicBezTo>
                  <a:cubicBezTo>
                    <a:pt x="4822" y="1337"/>
                    <a:pt x="4695" y="1356"/>
                    <a:pt x="4573" y="1400"/>
                  </a:cubicBezTo>
                  <a:cubicBezTo>
                    <a:pt x="4478" y="1424"/>
                    <a:pt x="4383" y="1495"/>
                    <a:pt x="4288" y="1519"/>
                  </a:cubicBezTo>
                  <a:cubicBezTo>
                    <a:pt x="4407" y="1090"/>
                    <a:pt x="4573" y="709"/>
                    <a:pt x="4692" y="566"/>
                  </a:cubicBezTo>
                  <a:cubicBezTo>
                    <a:pt x="4764" y="447"/>
                    <a:pt x="4883" y="376"/>
                    <a:pt x="5050" y="352"/>
                  </a:cubicBezTo>
                  <a:close/>
                  <a:moveTo>
                    <a:pt x="2549" y="1662"/>
                  </a:moveTo>
                  <a:cubicBezTo>
                    <a:pt x="2668" y="1662"/>
                    <a:pt x="2740" y="1662"/>
                    <a:pt x="2859" y="1686"/>
                  </a:cubicBezTo>
                  <a:cubicBezTo>
                    <a:pt x="3073" y="1757"/>
                    <a:pt x="3287" y="1924"/>
                    <a:pt x="3406" y="2210"/>
                  </a:cubicBezTo>
                  <a:cubicBezTo>
                    <a:pt x="3144" y="2019"/>
                    <a:pt x="2811" y="1852"/>
                    <a:pt x="2549" y="1662"/>
                  </a:cubicBezTo>
                  <a:close/>
                  <a:moveTo>
                    <a:pt x="4878" y="1652"/>
                  </a:moveTo>
                  <a:cubicBezTo>
                    <a:pt x="4910" y="1652"/>
                    <a:pt x="4943" y="1655"/>
                    <a:pt x="4978" y="1662"/>
                  </a:cubicBezTo>
                  <a:cubicBezTo>
                    <a:pt x="4716" y="1852"/>
                    <a:pt x="4383" y="2043"/>
                    <a:pt x="4121" y="2210"/>
                  </a:cubicBezTo>
                  <a:cubicBezTo>
                    <a:pt x="4240" y="1924"/>
                    <a:pt x="4407" y="1757"/>
                    <a:pt x="4645" y="1686"/>
                  </a:cubicBezTo>
                  <a:cubicBezTo>
                    <a:pt x="4729" y="1669"/>
                    <a:pt x="4801" y="1652"/>
                    <a:pt x="4878" y="1652"/>
                  </a:cubicBezTo>
                  <a:close/>
                  <a:moveTo>
                    <a:pt x="3216" y="2757"/>
                  </a:moveTo>
                  <a:lnTo>
                    <a:pt x="3216" y="3900"/>
                  </a:lnTo>
                  <a:lnTo>
                    <a:pt x="406" y="3900"/>
                  </a:lnTo>
                  <a:lnTo>
                    <a:pt x="406" y="2757"/>
                  </a:lnTo>
                  <a:close/>
                  <a:moveTo>
                    <a:pt x="7074" y="2757"/>
                  </a:moveTo>
                  <a:lnTo>
                    <a:pt x="7074" y="3900"/>
                  </a:lnTo>
                  <a:lnTo>
                    <a:pt x="4264" y="3900"/>
                  </a:lnTo>
                  <a:lnTo>
                    <a:pt x="4264" y="2757"/>
                  </a:lnTo>
                  <a:close/>
                  <a:moveTo>
                    <a:pt x="9050" y="3519"/>
                  </a:moveTo>
                  <a:cubicBezTo>
                    <a:pt x="9146" y="3519"/>
                    <a:pt x="9217" y="3567"/>
                    <a:pt x="9241" y="3639"/>
                  </a:cubicBezTo>
                  <a:lnTo>
                    <a:pt x="9336" y="3900"/>
                  </a:lnTo>
                  <a:lnTo>
                    <a:pt x="7431" y="3900"/>
                  </a:lnTo>
                  <a:lnTo>
                    <a:pt x="7431" y="3519"/>
                  </a:lnTo>
                  <a:close/>
                  <a:moveTo>
                    <a:pt x="8741" y="4258"/>
                  </a:moveTo>
                  <a:lnTo>
                    <a:pt x="9098" y="5210"/>
                  </a:lnTo>
                  <a:lnTo>
                    <a:pt x="7264" y="5210"/>
                  </a:lnTo>
                  <a:lnTo>
                    <a:pt x="7264" y="4258"/>
                  </a:lnTo>
                  <a:close/>
                  <a:moveTo>
                    <a:pt x="9479" y="4258"/>
                  </a:moveTo>
                  <a:lnTo>
                    <a:pt x="9836" y="5210"/>
                  </a:lnTo>
                  <a:lnTo>
                    <a:pt x="9455" y="5210"/>
                  </a:lnTo>
                  <a:lnTo>
                    <a:pt x="9098" y="4258"/>
                  </a:lnTo>
                  <a:close/>
                  <a:moveTo>
                    <a:pt x="3192" y="4258"/>
                  </a:moveTo>
                  <a:lnTo>
                    <a:pt x="3192" y="7044"/>
                  </a:lnTo>
                  <a:lnTo>
                    <a:pt x="572" y="7044"/>
                  </a:lnTo>
                  <a:lnTo>
                    <a:pt x="572" y="4258"/>
                  </a:lnTo>
                  <a:close/>
                  <a:moveTo>
                    <a:pt x="3930" y="2757"/>
                  </a:moveTo>
                  <a:lnTo>
                    <a:pt x="3930" y="7044"/>
                  </a:lnTo>
                  <a:lnTo>
                    <a:pt x="3549" y="7044"/>
                  </a:lnTo>
                  <a:lnTo>
                    <a:pt x="3549" y="2757"/>
                  </a:lnTo>
                  <a:close/>
                  <a:moveTo>
                    <a:pt x="6907" y="4258"/>
                  </a:moveTo>
                  <a:lnTo>
                    <a:pt x="6907" y="7044"/>
                  </a:lnTo>
                  <a:lnTo>
                    <a:pt x="4288" y="7044"/>
                  </a:lnTo>
                  <a:lnTo>
                    <a:pt x="4288" y="4258"/>
                  </a:lnTo>
                  <a:close/>
                  <a:moveTo>
                    <a:pt x="2073" y="7401"/>
                  </a:moveTo>
                  <a:cubicBezTo>
                    <a:pt x="1882" y="7496"/>
                    <a:pt x="1763" y="7639"/>
                    <a:pt x="1668" y="7806"/>
                  </a:cubicBezTo>
                  <a:lnTo>
                    <a:pt x="572" y="7806"/>
                  </a:lnTo>
                  <a:lnTo>
                    <a:pt x="572" y="7401"/>
                  </a:lnTo>
                  <a:close/>
                  <a:moveTo>
                    <a:pt x="6907" y="7401"/>
                  </a:moveTo>
                  <a:lnTo>
                    <a:pt x="6907" y="7806"/>
                  </a:lnTo>
                  <a:lnTo>
                    <a:pt x="3573" y="7806"/>
                  </a:lnTo>
                  <a:cubicBezTo>
                    <a:pt x="3502" y="7639"/>
                    <a:pt x="3335" y="7496"/>
                    <a:pt x="3192" y="7401"/>
                  </a:cubicBezTo>
                  <a:close/>
                  <a:moveTo>
                    <a:pt x="10003" y="5544"/>
                  </a:moveTo>
                  <a:lnTo>
                    <a:pt x="11408" y="6020"/>
                  </a:lnTo>
                  <a:cubicBezTo>
                    <a:pt x="11503" y="6044"/>
                    <a:pt x="11551" y="6091"/>
                    <a:pt x="11551" y="6187"/>
                  </a:cubicBezTo>
                  <a:lnTo>
                    <a:pt x="11551" y="6520"/>
                  </a:lnTo>
                  <a:lnTo>
                    <a:pt x="11360" y="6520"/>
                  </a:lnTo>
                  <a:cubicBezTo>
                    <a:pt x="11265" y="6520"/>
                    <a:pt x="11170" y="6615"/>
                    <a:pt x="11170" y="6687"/>
                  </a:cubicBezTo>
                  <a:cubicBezTo>
                    <a:pt x="11170" y="6782"/>
                    <a:pt x="11265" y="6877"/>
                    <a:pt x="11360" y="6877"/>
                  </a:cubicBezTo>
                  <a:lnTo>
                    <a:pt x="11551" y="6877"/>
                  </a:lnTo>
                  <a:lnTo>
                    <a:pt x="11551" y="7282"/>
                  </a:lnTo>
                  <a:cubicBezTo>
                    <a:pt x="11551" y="7449"/>
                    <a:pt x="11479" y="7568"/>
                    <a:pt x="11360" y="7639"/>
                  </a:cubicBezTo>
                  <a:lnTo>
                    <a:pt x="11003" y="7830"/>
                  </a:lnTo>
                  <a:cubicBezTo>
                    <a:pt x="10789" y="7496"/>
                    <a:pt x="10455" y="7282"/>
                    <a:pt x="10027" y="7282"/>
                  </a:cubicBezTo>
                  <a:cubicBezTo>
                    <a:pt x="9622" y="7282"/>
                    <a:pt x="9265" y="7520"/>
                    <a:pt x="9074" y="7854"/>
                  </a:cubicBezTo>
                  <a:lnTo>
                    <a:pt x="7240" y="7854"/>
                  </a:lnTo>
                  <a:lnTo>
                    <a:pt x="7240" y="6853"/>
                  </a:lnTo>
                  <a:lnTo>
                    <a:pt x="10598" y="6853"/>
                  </a:lnTo>
                  <a:cubicBezTo>
                    <a:pt x="10694" y="6853"/>
                    <a:pt x="10789" y="6758"/>
                    <a:pt x="10789" y="6663"/>
                  </a:cubicBezTo>
                  <a:cubicBezTo>
                    <a:pt x="10789" y="6568"/>
                    <a:pt x="10694" y="6472"/>
                    <a:pt x="10598" y="6472"/>
                  </a:cubicBezTo>
                  <a:lnTo>
                    <a:pt x="7240" y="6472"/>
                  </a:lnTo>
                  <a:lnTo>
                    <a:pt x="7240" y="5544"/>
                  </a:lnTo>
                  <a:close/>
                  <a:moveTo>
                    <a:pt x="2620" y="7616"/>
                  </a:moveTo>
                  <a:cubicBezTo>
                    <a:pt x="3049" y="7616"/>
                    <a:pt x="3383" y="7949"/>
                    <a:pt x="3383" y="8354"/>
                  </a:cubicBezTo>
                  <a:cubicBezTo>
                    <a:pt x="3383" y="8782"/>
                    <a:pt x="3049" y="9116"/>
                    <a:pt x="2620" y="9116"/>
                  </a:cubicBezTo>
                  <a:cubicBezTo>
                    <a:pt x="2216" y="9116"/>
                    <a:pt x="1882" y="8782"/>
                    <a:pt x="1882" y="8354"/>
                  </a:cubicBezTo>
                  <a:cubicBezTo>
                    <a:pt x="1882" y="7949"/>
                    <a:pt x="2216" y="7616"/>
                    <a:pt x="2620" y="7616"/>
                  </a:cubicBezTo>
                  <a:close/>
                  <a:moveTo>
                    <a:pt x="10074" y="7616"/>
                  </a:moveTo>
                  <a:cubicBezTo>
                    <a:pt x="10479" y="7616"/>
                    <a:pt x="10813" y="7949"/>
                    <a:pt x="10813" y="8354"/>
                  </a:cubicBezTo>
                  <a:cubicBezTo>
                    <a:pt x="10813" y="8782"/>
                    <a:pt x="10479" y="9116"/>
                    <a:pt x="10074" y="9116"/>
                  </a:cubicBezTo>
                  <a:cubicBezTo>
                    <a:pt x="9646" y="9116"/>
                    <a:pt x="9336" y="8782"/>
                    <a:pt x="9336" y="8354"/>
                  </a:cubicBezTo>
                  <a:cubicBezTo>
                    <a:pt x="9336" y="7949"/>
                    <a:pt x="9646" y="7616"/>
                    <a:pt x="10074" y="7616"/>
                  </a:cubicBezTo>
                  <a:close/>
                  <a:moveTo>
                    <a:pt x="2370" y="1"/>
                  </a:moveTo>
                  <a:cubicBezTo>
                    <a:pt x="2192" y="1"/>
                    <a:pt x="2013" y="60"/>
                    <a:pt x="1858" y="185"/>
                  </a:cubicBezTo>
                  <a:cubicBezTo>
                    <a:pt x="1454" y="471"/>
                    <a:pt x="1382" y="1019"/>
                    <a:pt x="1668" y="1400"/>
                  </a:cubicBezTo>
                  <a:lnTo>
                    <a:pt x="1763" y="1495"/>
                  </a:lnTo>
                  <a:cubicBezTo>
                    <a:pt x="1549" y="1567"/>
                    <a:pt x="1406" y="1686"/>
                    <a:pt x="1382" y="1686"/>
                  </a:cubicBezTo>
                  <a:cubicBezTo>
                    <a:pt x="1287" y="1757"/>
                    <a:pt x="1287" y="1876"/>
                    <a:pt x="1335" y="1924"/>
                  </a:cubicBezTo>
                  <a:cubicBezTo>
                    <a:pt x="1376" y="1980"/>
                    <a:pt x="1435" y="2003"/>
                    <a:pt x="1485" y="2003"/>
                  </a:cubicBezTo>
                  <a:cubicBezTo>
                    <a:pt x="1521" y="2003"/>
                    <a:pt x="1553" y="1991"/>
                    <a:pt x="1573" y="1972"/>
                  </a:cubicBezTo>
                  <a:cubicBezTo>
                    <a:pt x="1573" y="1972"/>
                    <a:pt x="1763" y="1805"/>
                    <a:pt x="2025" y="1733"/>
                  </a:cubicBezTo>
                  <a:cubicBezTo>
                    <a:pt x="2335" y="1972"/>
                    <a:pt x="2716" y="2210"/>
                    <a:pt x="3049" y="2376"/>
                  </a:cubicBezTo>
                  <a:lnTo>
                    <a:pt x="358" y="2376"/>
                  </a:lnTo>
                  <a:cubicBezTo>
                    <a:pt x="144" y="2376"/>
                    <a:pt x="1" y="2519"/>
                    <a:pt x="1" y="2734"/>
                  </a:cubicBezTo>
                  <a:lnTo>
                    <a:pt x="1" y="4043"/>
                  </a:lnTo>
                  <a:cubicBezTo>
                    <a:pt x="1" y="4139"/>
                    <a:pt x="96" y="4234"/>
                    <a:pt x="191" y="4234"/>
                  </a:cubicBezTo>
                  <a:lnTo>
                    <a:pt x="191" y="7758"/>
                  </a:lnTo>
                  <a:cubicBezTo>
                    <a:pt x="191" y="7973"/>
                    <a:pt x="334" y="8116"/>
                    <a:pt x="549" y="8116"/>
                  </a:cubicBezTo>
                  <a:lnTo>
                    <a:pt x="1501" y="8116"/>
                  </a:lnTo>
                  <a:cubicBezTo>
                    <a:pt x="1501" y="8187"/>
                    <a:pt x="1454" y="8235"/>
                    <a:pt x="1454" y="8330"/>
                  </a:cubicBezTo>
                  <a:cubicBezTo>
                    <a:pt x="1454" y="8925"/>
                    <a:pt x="1977" y="9425"/>
                    <a:pt x="2573" y="9425"/>
                  </a:cubicBezTo>
                  <a:cubicBezTo>
                    <a:pt x="3168" y="9425"/>
                    <a:pt x="3668" y="8925"/>
                    <a:pt x="3668" y="8330"/>
                  </a:cubicBezTo>
                  <a:cubicBezTo>
                    <a:pt x="3668" y="8258"/>
                    <a:pt x="3668" y="8211"/>
                    <a:pt x="3645" y="8116"/>
                  </a:cubicBezTo>
                  <a:lnTo>
                    <a:pt x="8979" y="8116"/>
                  </a:lnTo>
                  <a:cubicBezTo>
                    <a:pt x="8979" y="8187"/>
                    <a:pt x="8931" y="8235"/>
                    <a:pt x="8931" y="8330"/>
                  </a:cubicBezTo>
                  <a:cubicBezTo>
                    <a:pt x="8931" y="8925"/>
                    <a:pt x="9455" y="9425"/>
                    <a:pt x="10051" y="9425"/>
                  </a:cubicBezTo>
                  <a:cubicBezTo>
                    <a:pt x="10646" y="9425"/>
                    <a:pt x="11146" y="8925"/>
                    <a:pt x="11146" y="8330"/>
                  </a:cubicBezTo>
                  <a:cubicBezTo>
                    <a:pt x="11146" y="8235"/>
                    <a:pt x="11146" y="8139"/>
                    <a:pt x="11122" y="8092"/>
                  </a:cubicBezTo>
                  <a:lnTo>
                    <a:pt x="11479" y="7901"/>
                  </a:lnTo>
                  <a:cubicBezTo>
                    <a:pt x="11718" y="7782"/>
                    <a:pt x="11884" y="7520"/>
                    <a:pt x="11884" y="7258"/>
                  </a:cubicBezTo>
                  <a:lnTo>
                    <a:pt x="11884" y="6187"/>
                  </a:lnTo>
                  <a:cubicBezTo>
                    <a:pt x="11908" y="5972"/>
                    <a:pt x="11765" y="5782"/>
                    <a:pt x="11527" y="5687"/>
                  </a:cubicBezTo>
                  <a:lnTo>
                    <a:pt x="10193" y="5234"/>
                  </a:lnTo>
                  <a:lnTo>
                    <a:pt x="9574" y="3519"/>
                  </a:lnTo>
                  <a:cubicBezTo>
                    <a:pt x="9479" y="3305"/>
                    <a:pt x="9265" y="3162"/>
                    <a:pt x="9050" y="3162"/>
                  </a:cubicBezTo>
                  <a:lnTo>
                    <a:pt x="7455" y="3162"/>
                  </a:lnTo>
                  <a:lnTo>
                    <a:pt x="7455" y="2757"/>
                  </a:lnTo>
                  <a:cubicBezTo>
                    <a:pt x="7455" y="2567"/>
                    <a:pt x="7312" y="2400"/>
                    <a:pt x="7098" y="2400"/>
                  </a:cubicBezTo>
                  <a:lnTo>
                    <a:pt x="4407" y="2400"/>
                  </a:lnTo>
                  <a:cubicBezTo>
                    <a:pt x="4740" y="2233"/>
                    <a:pt x="5121" y="1972"/>
                    <a:pt x="5431" y="1757"/>
                  </a:cubicBezTo>
                  <a:cubicBezTo>
                    <a:pt x="5693" y="1852"/>
                    <a:pt x="5859" y="1995"/>
                    <a:pt x="5859" y="1995"/>
                  </a:cubicBezTo>
                  <a:cubicBezTo>
                    <a:pt x="5896" y="2014"/>
                    <a:pt x="5932" y="2021"/>
                    <a:pt x="5966" y="2021"/>
                  </a:cubicBezTo>
                  <a:cubicBezTo>
                    <a:pt x="6020" y="2021"/>
                    <a:pt x="6068" y="2001"/>
                    <a:pt x="6097" y="1972"/>
                  </a:cubicBezTo>
                  <a:cubicBezTo>
                    <a:pt x="6169" y="1876"/>
                    <a:pt x="6145" y="1781"/>
                    <a:pt x="6074" y="1733"/>
                  </a:cubicBezTo>
                  <a:cubicBezTo>
                    <a:pt x="6074" y="1733"/>
                    <a:pt x="5931" y="1614"/>
                    <a:pt x="5693" y="1519"/>
                  </a:cubicBezTo>
                  <a:lnTo>
                    <a:pt x="5788" y="1424"/>
                  </a:lnTo>
                  <a:cubicBezTo>
                    <a:pt x="6074" y="1043"/>
                    <a:pt x="5978" y="495"/>
                    <a:pt x="5597" y="209"/>
                  </a:cubicBezTo>
                  <a:cubicBezTo>
                    <a:pt x="5452" y="85"/>
                    <a:pt x="5252" y="14"/>
                    <a:pt x="5045" y="14"/>
                  </a:cubicBezTo>
                  <a:cubicBezTo>
                    <a:pt x="5015" y="14"/>
                    <a:pt x="4985" y="16"/>
                    <a:pt x="4954" y="19"/>
                  </a:cubicBezTo>
                  <a:cubicBezTo>
                    <a:pt x="4716" y="66"/>
                    <a:pt x="4502" y="185"/>
                    <a:pt x="4383" y="352"/>
                  </a:cubicBezTo>
                  <a:cubicBezTo>
                    <a:pt x="4145" y="662"/>
                    <a:pt x="3906" y="1424"/>
                    <a:pt x="3716" y="1972"/>
                  </a:cubicBezTo>
                  <a:cubicBezTo>
                    <a:pt x="3549" y="1424"/>
                    <a:pt x="3311" y="662"/>
                    <a:pt x="3073" y="352"/>
                  </a:cubicBezTo>
                  <a:cubicBezTo>
                    <a:pt x="2889" y="126"/>
                    <a:pt x="2630" y="1"/>
                    <a:pt x="23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8" name="Google Shape;2738;p40"/>
          <p:cNvGrpSpPr/>
          <p:nvPr/>
        </p:nvGrpSpPr>
        <p:grpSpPr>
          <a:xfrm>
            <a:off x="6806920" y="3080375"/>
            <a:ext cx="485596" cy="408925"/>
            <a:chOff x="4045086" y="3323189"/>
            <a:chExt cx="404664" cy="340743"/>
          </a:xfrm>
        </p:grpSpPr>
        <p:sp>
          <p:nvSpPr>
            <p:cNvPr id="2739" name="Google Shape;2739;p40"/>
            <p:cNvSpPr/>
            <p:nvPr/>
          </p:nvSpPr>
          <p:spPr>
            <a:xfrm>
              <a:off x="4071796" y="3348268"/>
              <a:ext cx="12166" cy="12200"/>
            </a:xfrm>
            <a:custGeom>
              <a:avLst/>
              <a:gdLst/>
              <a:ahLst/>
              <a:cxnLst/>
              <a:rect l="l" t="t" r="r" b="b"/>
              <a:pathLst>
                <a:path w="358" h="359" extrusionOk="0">
                  <a:moveTo>
                    <a:pt x="167" y="1"/>
                  </a:moveTo>
                  <a:cubicBezTo>
                    <a:pt x="96" y="1"/>
                    <a:pt x="1" y="96"/>
                    <a:pt x="1" y="168"/>
                  </a:cubicBezTo>
                  <a:cubicBezTo>
                    <a:pt x="1" y="263"/>
                    <a:pt x="96" y="358"/>
                    <a:pt x="167" y="358"/>
                  </a:cubicBezTo>
                  <a:cubicBezTo>
                    <a:pt x="263" y="358"/>
                    <a:pt x="358" y="263"/>
                    <a:pt x="358" y="168"/>
                  </a:cubicBezTo>
                  <a:cubicBezTo>
                    <a:pt x="358" y="96"/>
                    <a:pt x="263" y="1"/>
                    <a:pt x="1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40"/>
            <p:cNvSpPr/>
            <p:nvPr/>
          </p:nvSpPr>
          <p:spPr>
            <a:xfrm>
              <a:off x="4109041" y="3348268"/>
              <a:ext cx="12166" cy="12200"/>
            </a:xfrm>
            <a:custGeom>
              <a:avLst/>
              <a:gdLst/>
              <a:ahLst/>
              <a:cxnLst/>
              <a:rect l="l" t="t" r="r" b="b"/>
              <a:pathLst>
                <a:path w="358" h="359" extrusionOk="0">
                  <a:moveTo>
                    <a:pt x="191" y="1"/>
                  </a:moveTo>
                  <a:cubicBezTo>
                    <a:pt x="95" y="1"/>
                    <a:pt x="0" y="96"/>
                    <a:pt x="0" y="168"/>
                  </a:cubicBezTo>
                  <a:cubicBezTo>
                    <a:pt x="0" y="263"/>
                    <a:pt x="95" y="358"/>
                    <a:pt x="191" y="358"/>
                  </a:cubicBezTo>
                  <a:cubicBezTo>
                    <a:pt x="262" y="358"/>
                    <a:pt x="357" y="263"/>
                    <a:pt x="357" y="168"/>
                  </a:cubicBezTo>
                  <a:cubicBezTo>
                    <a:pt x="357" y="96"/>
                    <a:pt x="310" y="1"/>
                    <a:pt x="1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40"/>
            <p:cNvSpPr/>
            <p:nvPr/>
          </p:nvSpPr>
          <p:spPr>
            <a:xfrm>
              <a:off x="4091234" y="3348268"/>
              <a:ext cx="12166" cy="12200"/>
            </a:xfrm>
            <a:custGeom>
              <a:avLst/>
              <a:gdLst/>
              <a:ahLst/>
              <a:cxnLst/>
              <a:rect l="l" t="t" r="r" b="b"/>
              <a:pathLst>
                <a:path w="358" h="359" extrusionOk="0">
                  <a:moveTo>
                    <a:pt x="167" y="1"/>
                  </a:moveTo>
                  <a:cubicBezTo>
                    <a:pt x="72" y="1"/>
                    <a:pt x="0" y="96"/>
                    <a:pt x="0" y="168"/>
                  </a:cubicBezTo>
                  <a:cubicBezTo>
                    <a:pt x="0" y="263"/>
                    <a:pt x="72" y="358"/>
                    <a:pt x="167" y="358"/>
                  </a:cubicBezTo>
                  <a:cubicBezTo>
                    <a:pt x="262" y="358"/>
                    <a:pt x="357" y="263"/>
                    <a:pt x="357" y="168"/>
                  </a:cubicBezTo>
                  <a:cubicBezTo>
                    <a:pt x="310" y="96"/>
                    <a:pt x="262" y="1"/>
                    <a:pt x="1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40"/>
            <p:cNvSpPr/>
            <p:nvPr/>
          </p:nvSpPr>
          <p:spPr>
            <a:xfrm>
              <a:off x="4355856" y="3348268"/>
              <a:ext cx="68815" cy="12200"/>
            </a:xfrm>
            <a:custGeom>
              <a:avLst/>
              <a:gdLst/>
              <a:ahLst/>
              <a:cxnLst/>
              <a:rect l="l" t="t" r="r" b="b"/>
              <a:pathLst>
                <a:path w="2025" h="359" extrusionOk="0">
                  <a:moveTo>
                    <a:pt x="191" y="1"/>
                  </a:moveTo>
                  <a:cubicBezTo>
                    <a:pt x="96" y="1"/>
                    <a:pt x="0" y="96"/>
                    <a:pt x="0" y="168"/>
                  </a:cubicBezTo>
                  <a:cubicBezTo>
                    <a:pt x="0" y="263"/>
                    <a:pt x="96" y="358"/>
                    <a:pt x="191" y="358"/>
                  </a:cubicBezTo>
                  <a:lnTo>
                    <a:pt x="1858" y="358"/>
                  </a:lnTo>
                  <a:cubicBezTo>
                    <a:pt x="1929" y="358"/>
                    <a:pt x="2025" y="263"/>
                    <a:pt x="2025" y="168"/>
                  </a:cubicBezTo>
                  <a:cubicBezTo>
                    <a:pt x="2025" y="96"/>
                    <a:pt x="1929" y="1"/>
                    <a:pt x="185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40"/>
            <p:cNvSpPr/>
            <p:nvPr/>
          </p:nvSpPr>
          <p:spPr>
            <a:xfrm>
              <a:off x="4134120" y="3348268"/>
              <a:ext cx="208822" cy="12200"/>
            </a:xfrm>
            <a:custGeom>
              <a:avLst/>
              <a:gdLst/>
              <a:ahLst/>
              <a:cxnLst/>
              <a:rect l="l" t="t" r="r" b="b"/>
              <a:pathLst>
                <a:path w="6145" h="359" extrusionOk="0">
                  <a:moveTo>
                    <a:pt x="191" y="1"/>
                  </a:moveTo>
                  <a:cubicBezTo>
                    <a:pt x="96" y="1"/>
                    <a:pt x="0" y="96"/>
                    <a:pt x="0" y="168"/>
                  </a:cubicBezTo>
                  <a:cubicBezTo>
                    <a:pt x="0" y="263"/>
                    <a:pt x="96" y="358"/>
                    <a:pt x="191" y="358"/>
                  </a:cubicBezTo>
                  <a:lnTo>
                    <a:pt x="5954" y="358"/>
                  </a:lnTo>
                  <a:cubicBezTo>
                    <a:pt x="6049" y="358"/>
                    <a:pt x="6144" y="263"/>
                    <a:pt x="6144" y="168"/>
                  </a:cubicBezTo>
                  <a:cubicBezTo>
                    <a:pt x="6144" y="96"/>
                    <a:pt x="6049" y="1"/>
                    <a:pt x="59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40"/>
            <p:cNvSpPr/>
            <p:nvPr/>
          </p:nvSpPr>
          <p:spPr>
            <a:xfrm>
              <a:off x="4045086" y="3323189"/>
              <a:ext cx="404664" cy="340743"/>
            </a:xfrm>
            <a:custGeom>
              <a:avLst/>
              <a:gdLst/>
              <a:ahLst/>
              <a:cxnLst/>
              <a:rect l="l" t="t" r="r" b="b"/>
              <a:pathLst>
                <a:path w="11908" h="10027" extrusionOk="0">
                  <a:moveTo>
                    <a:pt x="11170" y="334"/>
                  </a:moveTo>
                  <a:cubicBezTo>
                    <a:pt x="11384" y="334"/>
                    <a:pt x="11551" y="525"/>
                    <a:pt x="11551" y="739"/>
                  </a:cubicBezTo>
                  <a:lnTo>
                    <a:pt x="11551" y="1477"/>
                  </a:lnTo>
                  <a:lnTo>
                    <a:pt x="11003" y="1477"/>
                  </a:lnTo>
                  <a:cubicBezTo>
                    <a:pt x="10908" y="1477"/>
                    <a:pt x="10813" y="1572"/>
                    <a:pt x="10813" y="1668"/>
                  </a:cubicBezTo>
                  <a:cubicBezTo>
                    <a:pt x="10813" y="1739"/>
                    <a:pt x="10908" y="1834"/>
                    <a:pt x="11003" y="1834"/>
                  </a:cubicBezTo>
                  <a:lnTo>
                    <a:pt x="11551" y="1834"/>
                  </a:lnTo>
                  <a:lnTo>
                    <a:pt x="11551" y="9288"/>
                  </a:lnTo>
                  <a:cubicBezTo>
                    <a:pt x="11551" y="9479"/>
                    <a:pt x="11384" y="9669"/>
                    <a:pt x="11170" y="9669"/>
                  </a:cubicBezTo>
                  <a:lnTo>
                    <a:pt x="763" y="9669"/>
                  </a:lnTo>
                  <a:cubicBezTo>
                    <a:pt x="548" y="9669"/>
                    <a:pt x="358" y="9479"/>
                    <a:pt x="358" y="9288"/>
                  </a:cubicBezTo>
                  <a:lnTo>
                    <a:pt x="358" y="1834"/>
                  </a:lnTo>
                  <a:lnTo>
                    <a:pt x="10217" y="1834"/>
                  </a:lnTo>
                  <a:cubicBezTo>
                    <a:pt x="10312" y="1834"/>
                    <a:pt x="10408" y="1739"/>
                    <a:pt x="10408" y="1668"/>
                  </a:cubicBezTo>
                  <a:cubicBezTo>
                    <a:pt x="10408" y="1572"/>
                    <a:pt x="10312" y="1477"/>
                    <a:pt x="10217" y="1477"/>
                  </a:cubicBezTo>
                  <a:lnTo>
                    <a:pt x="358" y="1477"/>
                  </a:lnTo>
                  <a:lnTo>
                    <a:pt x="358" y="739"/>
                  </a:lnTo>
                  <a:cubicBezTo>
                    <a:pt x="358" y="525"/>
                    <a:pt x="548" y="334"/>
                    <a:pt x="763" y="334"/>
                  </a:cubicBezTo>
                  <a:close/>
                  <a:moveTo>
                    <a:pt x="763" y="1"/>
                  </a:moveTo>
                  <a:cubicBezTo>
                    <a:pt x="334" y="1"/>
                    <a:pt x="1" y="310"/>
                    <a:pt x="1" y="739"/>
                  </a:cubicBezTo>
                  <a:lnTo>
                    <a:pt x="1" y="9288"/>
                  </a:lnTo>
                  <a:cubicBezTo>
                    <a:pt x="1" y="9693"/>
                    <a:pt x="334" y="10026"/>
                    <a:pt x="763" y="10026"/>
                  </a:cubicBezTo>
                  <a:lnTo>
                    <a:pt x="11170" y="10026"/>
                  </a:lnTo>
                  <a:cubicBezTo>
                    <a:pt x="11575" y="10026"/>
                    <a:pt x="11908" y="9693"/>
                    <a:pt x="11908" y="9288"/>
                  </a:cubicBezTo>
                  <a:lnTo>
                    <a:pt x="11908" y="739"/>
                  </a:lnTo>
                  <a:cubicBezTo>
                    <a:pt x="11908" y="310"/>
                    <a:pt x="11598" y="1"/>
                    <a:pt x="111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40"/>
            <p:cNvSpPr/>
            <p:nvPr/>
          </p:nvSpPr>
          <p:spPr>
            <a:xfrm>
              <a:off x="4148665" y="3417864"/>
              <a:ext cx="199953" cy="201550"/>
            </a:xfrm>
            <a:custGeom>
              <a:avLst/>
              <a:gdLst/>
              <a:ahLst/>
              <a:cxnLst/>
              <a:rect l="l" t="t" r="r" b="b"/>
              <a:pathLst>
                <a:path w="5884" h="5931" extrusionOk="0">
                  <a:moveTo>
                    <a:pt x="2933" y="346"/>
                  </a:moveTo>
                  <a:cubicBezTo>
                    <a:pt x="3264" y="346"/>
                    <a:pt x="3597" y="358"/>
                    <a:pt x="3930" y="382"/>
                  </a:cubicBezTo>
                  <a:cubicBezTo>
                    <a:pt x="3692" y="739"/>
                    <a:pt x="3359" y="1144"/>
                    <a:pt x="2954" y="1382"/>
                  </a:cubicBezTo>
                  <a:cubicBezTo>
                    <a:pt x="2525" y="1144"/>
                    <a:pt x="2192" y="739"/>
                    <a:pt x="1954" y="382"/>
                  </a:cubicBezTo>
                  <a:cubicBezTo>
                    <a:pt x="2275" y="358"/>
                    <a:pt x="2603" y="346"/>
                    <a:pt x="2933" y="346"/>
                  </a:cubicBezTo>
                  <a:close/>
                  <a:moveTo>
                    <a:pt x="4335" y="430"/>
                  </a:moveTo>
                  <a:cubicBezTo>
                    <a:pt x="4550" y="453"/>
                    <a:pt x="4788" y="477"/>
                    <a:pt x="5002" y="501"/>
                  </a:cubicBezTo>
                  <a:cubicBezTo>
                    <a:pt x="5145" y="549"/>
                    <a:pt x="5264" y="668"/>
                    <a:pt x="5335" y="811"/>
                  </a:cubicBezTo>
                  <a:lnTo>
                    <a:pt x="5502" y="1787"/>
                  </a:lnTo>
                  <a:lnTo>
                    <a:pt x="4764" y="2144"/>
                  </a:lnTo>
                  <a:lnTo>
                    <a:pt x="4764" y="1668"/>
                  </a:lnTo>
                  <a:cubicBezTo>
                    <a:pt x="4764" y="1573"/>
                    <a:pt x="4669" y="1501"/>
                    <a:pt x="4573" y="1501"/>
                  </a:cubicBezTo>
                  <a:cubicBezTo>
                    <a:pt x="4502" y="1501"/>
                    <a:pt x="4407" y="1573"/>
                    <a:pt x="4407" y="1668"/>
                  </a:cubicBezTo>
                  <a:lnTo>
                    <a:pt x="4407" y="5550"/>
                  </a:lnTo>
                  <a:lnTo>
                    <a:pt x="1430" y="5550"/>
                  </a:lnTo>
                  <a:lnTo>
                    <a:pt x="1430" y="1668"/>
                  </a:lnTo>
                  <a:cubicBezTo>
                    <a:pt x="1430" y="1573"/>
                    <a:pt x="1335" y="1501"/>
                    <a:pt x="1239" y="1501"/>
                  </a:cubicBezTo>
                  <a:cubicBezTo>
                    <a:pt x="1144" y="1501"/>
                    <a:pt x="1073" y="1573"/>
                    <a:pt x="1073" y="1668"/>
                  </a:cubicBezTo>
                  <a:lnTo>
                    <a:pt x="1073" y="2144"/>
                  </a:lnTo>
                  <a:lnTo>
                    <a:pt x="311" y="1787"/>
                  </a:lnTo>
                  <a:lnTo>
                    <a:pt x="549" y="811"/>
                  </a:lnTo>
                  <a:cubicBezTo>
                    <a:pt x="596" y="668"/>
                    <a:pt x="715" y="549"/>
                    <a:pt x="882" y="501"/>
                  </a:cubicBezTo>
                  <a:cubicBezTo>
                    <a:pt x="1096" y="477"/>
                    <a:pt x="1335" y="453"/>
                    <a:pt x="1549" y="430"/>
                  </a:cubicBezTo>
                  <a:cubicBezTo>
                    <a:pt x="1811" y="834"/>
                    <a:pt x="2192" y="1382"/>
                    <a:pt x="2763" y="1668"/>
                  </a:cubicBezTo>
                  <a:cubicBezTo>
                    <a:pt x="2835" y="1692"/>
                    <a:pt x="2883" y="1692"/>
                    <a:pt x="2954" y="1692"/>
                  </a:cubicBezTo>
                  <a:cubicBezTo>
                    <a:pt x="3002" y="1692"/>
                    <a:pt x="3073" y="1668"/>
                    <a:pt x="3121" y="1668"/>
                  </a:cubicBezTo>
                  <a:cubicBezTo>
                    <a:pt x="3692" y="1335"/>
                    <a:pt x="4073" y="834"/>
                    <a:pt x="4335" y="430"/>
                  </a:cubicBezTo>
                  <a:close/>
                  <a:moveTo>
                    <a:pt x="2960" y="1"/>
                  </a:moveTo>
                  <a:cubicBezTo>
                    <a:pt x="2263" y="1"/>
                    <a:pt x="1561" y="49"/>
                    <a:pt x="858" y="144"/>
                  </a:cubicBezTo>
                  <a:cubicBezTo>
                    <a:pt x="573" y="215"/>
                    <a:pt x="334" y="406"/>
                    <a:pt x="263" y="692"/>
                  </a:cubicBezTo>
                  <a:lnTo>
                    <a:pt x="25" y="1668"/>
                  </a:lnTo>
                  <a:cubicBezTo>
                    <a:pt x="1" y="1858"/>
                    <a:pt x="49" y="2001"/>
                    <a:pt x="215" y="2097"/>
                  </a:cubicBezTo>
                  <a:lnTo>
                    <a:pt x="1096" y="2525"/>
                  </a:lnTo>
                  <a:lnTo>
                    <a:pt x="1096" y="5573"/>
                  </a:lnTo>
                  <a:cubicBezTo>
                    <a:pt x="1096" y="5764"/>
                    <a:pt x="1239" y="5931"/>
                    <a:pt x="1454" y="5931"/>
                  </a:cubicBezTo>
                  <a:lnTo>
                    <a:pt x="4430" y="5931"/>
                  </a:lnTo>
                  <a:cubicBezTo>
                    <a:pt x="4645" y="5931"/>
                    <a:pt x="4788" y="5764"/>
                    <a:pt x="4788" y="5573"/>
                  </a:cubicBezTo>
                  <a:lnTo>
                    <a:pt x="4788" y="2525"/>
                  </a:lnTo>
                  <a:lnTo>
                    <a:pt x="5693" y="2097"/>
                  </a:lnTo>
                  <a:cubicBezTo>
                    <a:pt x="5812" y="2025"/>
                    <a:pt x="5883" y="1858"/>
                    <a:pt x="5859" y="1668"/>
                  </a:cubicBezTo>
                  <a:lnTo>
                    <a:pt x="5621" y="692"/>
                  </a:lnTo>
                  <a:cubicBezTo>
                    <a:pt x="5574" y="382"/>
                    <a:pt x="5335" y="191"/>
                    <a:pt x="5026" y="144"/>
                  </a:cubicBezTo>
                  <a:cubicBezTo>
                    <a:pt x="4347" y="49"/>
                    <a:pt x="3657" y="1"/>
                    <a:pt x="296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40"/>
            <p:cNvSpPr/>
            <p:nvPr/>
          </p:nvSpPr>
          <p:spPr>
            <a:xfrm>
              <a:off x="4084744" y="3481412"/>
              <a:ext cx="43735" cy="74082"/>
            </a:xfrm>
            <a:custGeom>
              <a:avLst/>
              <a:gdLst/>
              <a:ahLst/>
              <a:cxnLst/>
              <a:rect l="l" t="t" r="r" b="b"/>
              <a:pathLst>
                <a:path w="1287" h="2180" extrusionOk="0">
                  <a:moveTo>
                    <a:pt x="1105" y="0"/>
                  </a:moveTo>
                  <a:cubicBezTo>
                    <a:pt x="1060" y="0"/>
                    <a:pt x="1013" y="12"/>
                    <a:pt x="977" y="36"/>
                  </a:cubicBezTo>
                  <a:lnTo>
                    <a:pt x="48" y="965"/>
                  </a:lnTo>
                  <a:cubicBezTo>
                    <a:pt x="1" y="1012"/>
                    <a:pt x="1" y="1132"/>
                    <a:pt x="48" y="1203"/>
                  </a:cubicBezTo>
                  <a:lnTo>
                    <a:pt x="977" y="2132"/>
                  </a:lnTo>
                  <a:cubicBezTo>
                    <a:pt x="1025" y="2156"/>
                    <a:pt x="1072" y="2179"/>
                    <a:pt x="1096" y="2179"/>
                  </a:cubicBezTo>
                  <a:cubicBezTo>
                    <a:pt x="1144" y="2179"/>
                    <a:pt x="1191" y="2156"/>
                    <a:pt x="1215" y="2132"/>
                  </a:cubicBezTo>
                  <a:cubicBezTo>
                    <a:pt x="1287" y="2060"/>
                    <a:pt x="1287" y="1941"/>
                    <a:pt x="1215" y="1894"/>
                  </a:cubicBezTo>
                  <a:lnTo>
                    <a:pt x="429" y="1084"/>
                  </a:lnTo>
                  <a:lnTo>
                    <a:pt x="1215" y="274"/>
                  </a:lnTo>
                  <a:cubicBezTo>
                    <a:pt x="1287" y="227"/>
                    <a:pt x="1287" y="108"/>
                    <a:pt x="1215" y="36"/>
                  </a:cubicBezTo>
                  <a:cubicBezTo>
                    <a:pt x="1191" y="12"/>
                    <a:pt x="1150" y="0"/>
                    <a:pt x="110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40"/>
            <p:cNvSpPr/>
            <p:nvPr/>
          </p:nvSpPr>
          <p:spPr>
            <a:xfrm>
              <a:off x="4367988" y="3481412"/>
              <a:ext cx="44551" cy="74082"/>
            </a:xfrm>
            <a:custGeom>
              <a:avLst/>
              <a:gdLst/>
              <a:ahLst/>
              <a:cxnLst/>
              <a:rect l="l" t="t" r="r" b="b"/>
              <a:pathLst>
                <a:path w="1311" h="2180" extrusionOk="0">
                  <a:moveTo>
                    <a:pt x="206" y="0"/>
                  </a:moveTo>
                  <a:cubicBezTo>
                    <a:pt x="161" y="0"/>
                    <a:pt x="120" y="12"/>
                    <a:pt x="96" y="36"/>
                  </a:cubicBezTo>
                  <a:cubicBezTo>
                    <a:pt x="25" y="84"/>
                    <a:pt x="25" y="227"/>
                    <a:pt x="96" y="274"/>
                  </a:cubicBezTo>
                  <a:lnTo>
                    <a:pt x="882" y="1084"/>
                  </a:lnTo>
                  <a:lnTo>
                    <a:pt x="72" y="1894"/>
                  </a:lnTo>
                  <a:cubicBezTo>
                    <a:pt x="1" y="1941"/>
                    <a:pt x="1" y="2060"/>
                    <a:pt x="72" y="2132"/>
                  </a:cubicBezTo>
                  <a:cubicBezTo>
                    <a:pt x="96" y="2156"/>
                    <a:pt x="144" y="2179"/>
                    <a:pt x="191" y="2179"/>
                  </a:cubicBezTo>
                  <a:cubicBezTo>
                    <a:pt x="215" y="2179"/>
                    <a:pt x="263" y="2156"/>
                    <a:pt x="286" y="2132"/>
                  </a:cubicBezTo>
                  <a:lnTo>
                    <a:pt x="1215" y="1203"/>
                  </a:lnTo>
                  <a:cubicBezTo>
                    <a:pt x="1311" y="1132"/>
                    <a:pt x="1311" y="1012"/>
                    <a:pt x="1263" y="965"/>
                  </a:cubicBezTo>
                  <a:lnTo>
                    <a:pt x="334" y="36"/>
                  </a:lnTo>
                  <a:cubicBezTo>
                    <a:pt x="298" y="12"/>
                    <a:pt x="251" y="0"/>
                    <a:pt x="20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 name="Google Shape;2748;p40"/>
          <p:cNvGrpSpPr/>
          <p:nvPr/>
        </p:nvGrpSpPr>
        <p:grpSpPr>
          <a:xfrm>
            <a:off x="1851844" y="1395213"/>
            <a:ext cx="484671" cy="381703"/>
            <a:chOff x="1397389" y="2965823"/>
            <a:chExt cx="397728" cy="313231"/>
          </a:xfrm>
        </p:grpSpPr>
        <p:sp>
          <p:nvSpPr>
            <p:cNvPr id="2749" name="Google Shape;2749;p40"/>
            <p:cNvSpPr/>
            <p:nvPr/>
          </p:nvSpPr>
          <p:spPr>
            <a:xfrm>
              <a:off x="1397389" y="2965823"/>
              <a:ext cx="341945" cy="184928"/>
            </a:xfrm>
            <a:custGeom>
              <a:avLst/>
              <a:gdLst/>
              <a:ahLst/>
              <a:cxnLst/>
              <a:rect l="l" t="t" r="r" b="b"/>
              <a:pathLst>
                <a:path w="10218" h="5526" extrusionOk="0">
                  <a:moveTo>
                    <a:pt x="2763" y="0"/>
                  </a:moveTo>
                  <a:cubicBezTo>
                    <a:pt x="1263" y="0"/>
                    <a:pt x="1" y="1239"/>
                    <a:pt x="1" y="2763"/>
                  </a:cubicBezTo>
                  <a:cubicBezTo>
                    <a:pt x="1" y="4287"/>
                    <a:pt x="1239" y="5525"/>
                    <a:pt x="2763" y="5525"/>
                  </a:cubicBezTo>
                  <a:lnTo>
                    <a:pt x="7407" y="5525"/>
                  </a:lnTo>
                  <a:cubicBezTo>
                    <a:pt x="7526" y="5525"/>
                    <a:pt x="7693" y="5525"/>
                    <a:pt x="7812" y="5501"/>
                  </a:cubicBezTo>
                  <a:cubicBezTo>
                    <a:pt x="7883" y="5501"/>
                    <a:pt x="7955" y="5406"/>
                    <a:pt x="7955" y="5287"/>
                  </a:cubicBezTo>
                  <a:cubicBezTo>
                    <a:pt x="7955" y="5192"/>
                    <a:pt x="7859" y="5144"/>
                    <a:pt x="7740" y="5144"/>
                  </a:cubicBezTo>
                  <a:cubicBezTo>
                    <a:pt x="7621" y="5168"/>
                    <a:pt x="7502" y="5168"/>
                    <a:pt x="7383" y="5168"/>
                  </a:cubicBezTo>
                  <a:lnTo>
                    <a:pt x="2739" y="5168"/>
                  </a:lnTo>
                  <a:cubicBezTo>
                    <a:pt x="1406" y="5168"/>
                    <a:pt x="310" y="4072"/>
                    <a:pt x="310" y="2739"/>
                  </a:cubicBezTo>
                  <a:cubicBezTo>
                    <a:pt x="310" y="1381"/>
                    <a:pt x="1406" y="286"/>
                    <a:pt x="2739" y="286"/>
                  </a:cubicBezTo>
                  <a:lnTo>
                    <a:pt x="7383" y="286"/>
                  </a:lnTo>
                  <a:cubicBezTo>
                    <a:pt x="8717" y="286"/>
                    <a:pt x="9836" y="1381"/>
                    <a:pt x="9836" y="2739"/>
                  </a:cubicBezTo>
                  <a:cubicBezTo>
                    <a:pt x="9836" y="3120"/>
                    <a:pt x="9741" y="3525"/>
                    <a:pt x="9526" y="3882"/>
                  </a:cubicBezTo>
                  <a:cubicBezTo>
                    <a:pt x="9479" y="3977"/>
                    <a:pt x="9526" y="4072"/>
                    <a:pt x="9598" y="4120"/>
                  </a:cubicBezTo>
                  <a:cubicBezTo>
                    <a:pt x="9620" y="4142"/>
                    <a:pt x="9643" y="4150"/>
                    <a:pt x="9668" y="4150"/>
                  </a:cubicBezTo>
                  <a:cubicBezTo>
                    <a:pt x="9725" y="4150"/>
                    <a:pt x="9786" y="4106"/>
                    <a:pt x="9836" y="4072"/>
                  </a:cubicBezTo>
                  <a:cubicBezTo>
                    <a:pt x="10027" y="3691"/>
                    <a:pt x="10146" y="3215"/>
                    <a:pt x="10146" y="2763"/>
                  </a:cubicBezTo>
                  <a:cubicBezTo>
                    <a:pt x="10217" y="1239"/>
                    <a:pt x="8955" y="0"/>
                    <a:pt x="740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40"/>
            <p:cNvSpPr/>
            <p:nvPr/>
          </p:nvSpPr>
          <p:spPr>
            <a:xfrm>
              <a:off x="1465121" y="3015217"/>
              <a:ext cx="62211" cy="86909"/>
            </a:xfrm>
            <a:custGeom>
              <a:avLst/>
              <a:gdLst/>
              <a:ahLst/>
              <a:cxnLst/>
              <a:rect l="l" t="t" r="r" b="b"/>
              <a:pathLst>
                <a:path w="1859" h="2597" extrusionOk="0">
                  <a:moveTo>
                    <a:pt x="930" y="358"/>
                  </a:moveTo>
                  <a:cubicBezTo>
                    <a:pt x="1144" y="358"/>
                    <a:pt x="1311" y="548"/>
                    <a:pt x="1311" y="739"/>
                  </a:cubicBezTo>
                  <a:cubicBezTo>
                    <a:pt x="1311" y="953"/>
                    <a:pt x="1144" y="1144"/>
                    <a:pt x="930" y="1144"/>
                  </a:cubicBezTo>
                  <a:lnTo>
                    <a:pt x="358" y="1144"/>
                  </a:lnTo>
                  <a:lnTo>
                    <a:pt x="358" y="358"/>
                  </a:lnTo>
                  <a:close/>
                  <a:moveTo>
                    <a:pt x="1096" y="1453"/>
                  </a:moveTo>
                  <a:cubicBezTo>
                    <a:pt x="1311" y="1453"/>
                    <a:pt x="1501" y="1644"/>
                    <a:pt x="1501" y="1858"/>
                  </a:cubicBezTo>
                  <a:cubicBezTo>
                    <a:pt x="1501" y="2049"/>
                    <a:pt x="1334" y="2239"/>
                    <a:pt x="1144" y="2239"/>
                  </a:cubicBezTo>
                  <a:lnTo>
                    <a:pt x="358" y="2239"/>
                  </a:lnTo>
                  <a:lnTo>
                    <a:pt x="358" y="1453"/>
                  </a:lnTo>
                  <a:close/>
                  <a:moveTo>
                    <a:pt x="191" y="1"/>
                  </a:moveTo>
                  <a:cubicBezTo>
                    <a:pt x="96" y="1"/>
                    <a:pt x="1" y="96"/>
                    <a:pt x="1" y="191"/>
                  </a:cubicBezTo>
                  <a:lnTo>
                    <a:pt x="1" y="2406"/>
                  </a:lnTo>
                  <a:cubicBezTo>
                    <a:pt x="1" y="2501"/>
                    <a:pt x="96" y="2596"/>
                    <a:pt x="191" y="2596"/>
                  </a:cubicBezTo>
                  <a:lnTo>
                    <a:pt x="1096" y="2596"/>
                  </a:lnTo>
                  <a:cubicBezTo>
                    <a:pt x="1525" y="2596"/>
                    <a:pt x="1858" y="2263"/>
                    <a:pt x="1858" y="1858"/>
                  </a:cubicBezTo>
                  <a:cubicBezTo>
                    <a:pt x="1858" y="1572"/>
                    <a:pt x="1692" y="1334"/>
                    <a:pt x="1501" y="1215"/>
                  </a:cubicBezTo>
                  <a:cubicBezTo>
                    <a:pt x="1620" y="1096"/>
                    <a:pt x="1668" y="929"/>
                    <a:pt x="1668" y="739"/>
                  </a:cubicBezTo>
                  <a:cubicBezTo>
                    <a:pt x="1668" y="334"/>
                    <a:pt x="1334" y="1"/>
                    <a:pt x="9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40"/>
            <p:cNvSpPr/>
            <p:nvPr/>
          </p:nvSpPr>
          <p:spPr>
            <a:xfrm>
              <a:off x="1540048" y="3015217"/>
              <a:ext cx="55820" cy="86909"/>
            </a:xfrm>
            <a:custGeom>
              <a:avLst/>
              <a:gdLst/>
              <a:ahLst/>
              <a:cxnLst/>
              <a:rect l="l" t="t" r="r" b="b"/>
              <a:pathLst>
                <a:path w="1668" h="2597" extrusionOk="0">
                  <a:moveTo>
                    <a:pt x="167" y="1"/>
                  </a:moveTo>
                  <a:cubicBezTo>
                    <a:pt x="96" y="1"/>
                    <a:pt x="0" y="96"/>
                    <a:pt x="0" y="191"/>
                  </a:cubicBezTo>
                  <a:lnTo>
                    <a:pt x="0" y="1763"/>
                  </a:lnTo>
                  <a:cubicBezTo>
                    <a:pt x="0" y="2215"/>
                    <a:pt x="358" y="2596"/>
                    <a:pt x="834" y="2596"/>
                  </a:cubicBezTo>
                  <a:cubicBezTo>
                    <a:pt x="1286" y="2596"/>
                    <a:pt x="1667" y="2239"/>
                    <a:pt x="1667" y="1763"/>
                  </a:cubicBezTo>
                  <a:lnTo>
                    <a:pt x="1667" y="191"/>
                  </a:lnTo>
                  <a:cubicBezTo>
                    <a:pt x="1667" y="96"/>
                    <a:pt x="1572" y="1"/>
                    <a:pt x="1477" y="1"/>
                  </a:cubicBezTo>
                  <a:cubicBezTo>
                    <a:pt x="1405" y="1"/>
                    <a:pt x="1310" y="96"/>
                    <a:pt x="1310" y="191"/>
                  </a:cubicBezTo>
                  <a:lnTo>
                    <a:pt x="1310" y="1763"/>
                  </a:lnTo>
                  <a:cubicBezTo>
                    <a:pt x="1310" y="2025"/>
                    <a:pt x="1096" y="2239"/>
                    <a:pt x="834" y="2239"/>
                  </a:cubicBezTo>
                  <a:cubicBezTo>
                    <a:pt x="572" y="2239"/>
                    <a:pt x="358" y="2025"/>
                    <a:pt x="358" y="1763"/>
                  </a:cubicBezTo>
                  <a:lnTo>
                    <a:pt x="358" y="191"/>
                  </a:lnTo>
                  <a:cubicBezTo>
                    <a:pt x="358" y="96"/>
                    <a:pt x="262" y="1"/>
                    <a:pt x="1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40"/>
            <p:cNvSpPr/>
            <p:nvPr/>
          </p:nvSpPr>
          <p:spPr>
            <a:xfrm>
              <a:off x="1607780" y="3015217"/>
              <a:ext cx="63784" cy="86909"/>
            </a:xfrm>
            <a:custGeom>
              <a:avLst/>
              <a:gdLst/>
              <a:ahLst/>
              <a:cxnLst/>
              <a:rect l="l" t="t" r="r" b="b"/>
              <a:pathLst>
                <a:path w="1906" h="2597" extrusionOk="0">
                  <a:moveTo>
                    <a:pt x="208" y="1"/>
                  </a:moveTo>
                  <a:cubicBezTo>
                    <a:pt x="181" y="1"/>
                    <a:pt x="151" y="9"/>
                    <a:pt x="120" y="24"/>
                  </a:cubicBezTo>
                  <a:cubicBezTo>
                    <a:pt x="24" y="96"/>
                    <a:pt x="1" y="191"/>
                    <a:pt x="48" y="263"/>
                  </a:cubicBezTo>
                  <a:lnTo>
                    <a:pt x="763" y="1525"/>
                  </a:lnTo>
                  <a:lnTo>
                    <a:pt x="763" y="2406"/>
                  </a:lnTo>
                  <a:cubicBezTo>
                    <a:pt x="763" y="2501"/>
                    <a:pt x="858" y="2596"/>
                    <a:pt x="953" y="2596"/>
                  </a:cubicBezTo>
                  <a:cubicBezTo>
                    <a:pt x="1048" y="2596"/>
                    <a:pt x="1120" y="2501"/>
                    <a:pt x="1120" y="2406"/>
                  </a:cubicBezTo>
                  <a:lnTo>
                    <a:pt x="1120" y="1525"/>
                  </a:lnTo>
                  <a:lnTo>
                    <a:pt x="1834" y="263"/>
                  </a:lnTo>
                  <a:cubicBezTo>
                    <a:pt x="1906" y="191"/>
                    <a:pt x="1882" y="72"/>
                    <a:pt x="1787" y="24"/>
                  </a:cubicBezTo>
                  <a:cubicBezTo>
                    <a:pt x="1755" y="9"/>
                    <a:pt x="1723" y="1"/>
                    <a:pt x="1693" y="1"/>
                  </a:cubicBezTo>
                  <a:cubicBezTo>
                    <a:pt x="1633" y="1"/>
                    <a:pt x="1580" y="32"/>
                    <a:pt x="1549" y="96"/>
                  </a:cubicBezTo>
                  <a:lnTo>
                    <a:pt x="953" y="1144"/>
                  </a:lnTo>
                  <a:lnTo>
                    <a:pt x="358" y="96"/>
                  </a:lnTo>
                  <a:cubicBezTo>
                    <a:pt x="310" y="32"/>
                    <a:pt x="263" y="1"/>
                    <a:pt x="20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40"/>
            <p:cNvSpPr/>
            <p:nvPr/>
          </p:nvSpPr>
          <p:spPr>
            <a:xfrm>
              <a:off x="1677119" y="3091249"/>
              <a:ext cx="117998" cy="187806"/>
            </a:xfrm>
            <a:custGeom>
              <a:avLst/>
              <a:gdLst/>
              <a:ahLst/>
              <a:cxnLst/>
              <a:rect l="l" t="t" r="r" b="b"/>
              <a:pathLst>
                <a:path w="3526" h="5612" extrusionOk="0">
                  <a:moveTo>
                    <a:pt x="334" y="586"/>
                  </a:moveTo>
                  <a:lnTo>
                    <a:pt x="2906" y="2825"/>
                  </a:lnTo>
                  <a:lnTo>
                    <a:pt x="1477" y="2873"/>
                  </a:lnTo>
                  <a:cubicBezTo>
                    <a:pt x="1429" y="2873"/>
                    <a:pt x="1382" y="2920"/>
                    <a:pt x="1358" y="2944"/>
                  </a:cubicBezTo>
                  <a:lnTo>
                    <a:pt x="334" y="3992"/>
                  </a:lnTo>
                  <a:lnTo>
                    <a:pt x="334" y="586"/>
                  </a:lnTo>
                  <a:close/>
                  <a:moveTo>
                    <a:pt x="167" y="1"/>
                  </a:moveTo>
                  <a:cubicBezTo>
                    <a:pt x="145" y="1"/>
                    <a:pt x="122" y="6"/>
                    <a:pt x="96" y="15"/>
                  </a:cubicBezTo>
                  <a:cubicBezTo>
                    <a:pt x="48" y="62"/>
                    <a:pt x="0" y="110"/>
                    <a:pt x="0" y="182"/>
                  </a:cubicBezTo>
                  <a:lnTo>
                    <a:pt x="0" y="4397"/>
                  </a:lnTo>
                  <a:cubicBezTo>
                    <a:pt x="0" y="4468"/>
                    <a:pt x="48" y="4540"/>
                    <a:pt x="120" y="4540"/>
                  </a:cubicBezTo>
                  <a:lnTo>
                    <a:pt x="191" y="4540"/>
                  </a:lnTo>
                  <a:cubicBezTo>
                    <a:pt x="239" y="4540"/>
                    <a:pt x="286" y="4516"/>
                    <a:pt x="310" y="4492"/>
                  </a:cubicBezTo>
                  <a:lnTo>
                    <a:pt x="1429" y="3301"/>
                  </a:lnTo>
                  <a:lnTo>
                    <a:pt x="2453" y="5540"/>
                  </a:lnTo>
                  <a:cubicBezTo>
                    <a:pt x="2477" y="5587"/>
                    <a:pt x="2549" y="5611"/>
                    <a:pt x="2596" y="5611"/>
                  </a:cubicBezTo>
                  <a:cubicBezTo>
                    <a:pt x="2620" y="5611"/>
                    <a:pt x="2668" y="5611"/>
                    <a:pt x="2668" y="5587"/>
                  </a:cubicBezTo>
                  <a:cubicBezTo>
                    <a:pt x="2739" y="5564"/>
                    <a:pt x="2787" y="5445"/>
                    <a:pt x="2739" y="5349"/>
                  </a:cubicBezTo>
                  <a:lnTo>
                    <a:pt x="1739" y="3111"/>
                  </a:lnTo>
                  <a:lnTo>
                    <a:pt x="3382" y="3015"/>
                  </a:lnTo>
                  <a:cubicBezTo>
                    <a:pt x="3427" y="3015"/>
                    <a:pt x="3494" y="2972"/>
                    <a:pt x="3521" y="2907"/>
                  </a:cubicBezTo>
                  <a:lnTo>
                    <a:pt x="3521" y="2907"/>
                  </a:lnTo>
                  <a:cubicBezTo>
                    <a:pt x="3523" y="2910"/>
                    <a:pt x="3524" y="2912"/>
                    <a:pt x="3524" y="2912"/>
                  </a:cubicBezTo>
                  <a:cubicBezTo>
                    <a:pt x="3525" y="2912"/>
                    <a:pt x="3525" y="2907"/>
                    <a:pt x="3525" y="2896"/>
                  </a:cubicBezTo>
                  <a:lnTo>
                    <a:pt x="3525" y="2896"/>
                  </a:lnTo>
                  <a:cubicBezTo>
                    <a:pt x="3524" y="2900"/>
                    <a:pt x="3523" y="2903"/>
                    <a:pt x="3521" y="2907"/>
                  </a:cubicBezTo>
                  <a:lnTo>
                    <a:pt x="3521" y="2907"/>
                  </a:lnTo>
                  <a:cubicBezTo>
                    <a:pt x="3515" y="2893"/>
                    <a:pt x="3498" y="2854"/>
                    <a:pt x="3454" y="2825"/>
                  </a:cubicBezTo>
                  <a:lnTo>
                    <a:pt x="286" y="62"/>
                  </a:lnTo>
                  <a:cubicBezTo>
                    <a:pt x="241" y="17"/>
                    <a:pt x="205" y="1"/>
                    <a:pt x="1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4" name="Google Shape;2754;p40"/>
          <p:cNvGrpSpPr/>
          <p:nvPr/>
        </p:nvGrpSpPr>
        <p:grpSpPr>
          <a:xfrm>
            <a:off x="4329188" y="1403959"/>
            <a:ext cx="485614" cy="364210"/>
            <a:chOff x="5362969" y="1770401"/>
            <a:chExt cx="398501" cy="298876"/>
          </a:xfrm>
        </p:grpSpPr>
        <p:sp>
          <p:nvSpPr>
            <p:cNvPr id="2755" name="Google Shape;2755;p40"/>
            <p:cNvSpPr/>
            <p:nvPr/>
          </p:nvSpPr>
          <p:spPr>
            <a:xfrm>
              <a:off x="5362969" y="1770401"/>
              <a:ext cx="398501" cy="298876"/>
            </a:xfrm>
            <a:custGeom>
              <a:avLst/>
              <a:gdLst/>
              <a:ahLst/>
              <a:cxnLst/>
              <a:rect l="l" t="t" r="r" b="b"/>
              <a:pathLst>
                <a:path w="11908" h="8931" extrusionOk="0">
                  <a:moveTo>
                    <a:pt x="2572" y="310"/>
                  </a:moveTo>
                  <a:cubicBezTo>
                    <a:pt x="2692" y="310"/>
                    <a:pt x="2787" y="405"/>
                    <a:pt x="2787" y="525"/>
                  </a:cubicBezTo>
                  <a:lnTo>
                    <a:pt x="2787" y="739"/>
                  </a:lnTo>
                  <a:lnTo>
                    <a:pt x="1429" y="739"/>
                  </a:lnTo>
                  <a:lnTo>
                    <a:pt x="1429" y="525"/>
                  </a:lnTo>
                  <a:cubicBezTo>
                    <a:pt x="1429" y="405"/>
                    <a:pt x="1525" y="310"/>
                    <a:pt x="1644" y="310"/>
                  </a:cubicBezTo>
                  <a:close/>
                  <a:moveTo>
                    <a:pt x="4406" y="310"/>
                  </a:moveTo>
                  <a:cubicBezTo>
                    <a:pt x="4525" y="310"/>
                    <a:pt x="4620" y="405"/>
                    <a:pt x="4620" y="525"/>
                  </a:cubicBezTo>
                  <a:lnTo>
                    <a:pt x="4620" y="739"/>
                  </a:lnTo>
                  <a:lnTo>
                    <a:pt x="3858" y="739"/>
                  </a:lnTo>
                  <a:lnTo>
                    <a:pt x="3858" y="525"/>
                  </a:lnTo>
                  <a:cubicBezTo>
                    <a:pt x="3858" y="405"/>
                    <a:pt x="3930" y="310"/>
                    <a:pt x="4049" y="310"/>
                  </a:cubicBezTo>
                  <a:close/>
                  <a:moveTo>
                    <a:pt x="11122" y="1096"/>
                  </a:moveTo>
                  <a:cubicBezTo>
                    <a:pt x="11312" y="1096"/>
                    <a:pt x="11503" y="1263"/>
                    <a:pt x="11503" y="1477"/>
                  </a:cubicBezTo>
                  <a:lnTo>
                    <a:pt x="11503" y="8169"/>
                  </a:lnTo>
                  <a:cubicBezTo>
                    <a:pt x="11503" y="8383"/>
                    <a:pt x="11312" y="8526"/>
                    <a:pt x="11122" y="8526"/>
                  </a:cubicBezTo>
                  <a:lnTo>
                    <a:pt x="691" y="8526"/>
                  </a:lnTo>
                  <a:cubicBezTo>
                    <a:pt x="477" y="8526"/>
                    <a:pt x="310" y="8359"/>
                    <a:pt x="310" y="8145"/>
                  </a:cubicBezTo>
                  <a:lnTo>
                    <a:pt x="310" y="1477"/>
                  </a:lnTo>
                  <a:cubicBezTo>
                    <a:pt x="310" y="1263"/>
                    <a:pt x="477" y="1096"/>
                    <a:pt x="691" y="1096"/>
                  </a:cubicBezTo>
                  <a:close/>
                  <a:moveTo>
                    <a:pt x="1668" y="1"/>
                  </a:moveTo>
                  <a:cubicBezTo>
                    <a:pt x="1382" y="1"/>
                    <a:pt x="1144" y="239"/>
                    <a:pt x="1144" y="525"/>
                  </a:cubicBezTo>
                  <a:lnTo>
                    <a:pt x="1144" y="739"/>
                  </a:lnTo>
                  <a:lnTo>
                    <a:pt x="763" y="739"/>
                  </a:lnTo>
                  <a:cubicBezTo>
                    <a:pt x="334" y="739"/>
                    <a:pt x="0" y="1072"/>
                    <a:pt x="0" y="1477"/>
                  </a:cubicBezTo>
                  <a:lnTo>
                    <a:pt x="0" y="8169"/>
                  </a:lnTo>
                  <a:cubicBezTo>
                    <a:pt x="0" y="8598"/>
                    <a:pt x="334" y="8931"/>
                    <a:pt x="763" y="8931"/>
                  </a:cubicBezTo>
                  <a:lnTo>
                    <a:pt x="11169" y="8931"/>
                  </a:lnTo>
                  <a:cubicBezTo>
                    <a:pt x="11598" y="8931"/>
                    <a:pt x="11908" y="8598"/>
                    <a:pt x="11908" y="8169"/>
                  </a:cubicBezTo>
                  <a:lnTo>
                    <a:pt x="11908" y="1477"/>
                  </a:lnTo>
                  <a:cubicBezTo>
                    <a:pt x="11860" y="1072"/>
                    <a:pt x="11527" y="739"/>
                    <a:pt x="11122" y="739"/>
                  </a:cubicBezTo>
                  <a:lnTo>
                    <a:pt x="4954" y="739"/>
                  </a:lnTo>
                  <a:lnTo>
                    <a:pt x="4954" y="525"/>
                  </a:lnTo>
                  <a:cubicBezTo>
                    <a:pt x="4954" y="239"/>
                    <a:pt x="4716" y="1"/>
                    <a:pt x="4406" y="1"/>
                  </a:cubicBezTo>
                  <a:lnTo>
                    <a:pt x="4049" y="1"/>
                  </a:lnTo>
                  <a:cubicBezTo>
                    <a:pt x="3763" y="1"/>
                    <a:pt x="3525" y="239"/>
                    <a:pt x="3525" y="525"/>
                  </a:cubicBezTo>
                  <a:lnTo>
                    <a:pt x="3525" y="739"/>
                  </a:lnTo>
                  <a:lnTo>
                    <a:pt x="3144" y="739"/>
                  </a:lnTo>
                  <a:lnTo>
                    <a:pt x="3144" y="525"/>
                  </a:lnTo>
                  <a:cubicBezTo>
                    <a:pt x="3144" y="239"/>
                    <a:pt x="2906" y="1"/>
                    <a:pt x="25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40"/>
            <p:cNvSpPr/>
            <p:nvPr/>
          </p:nvSpPr>
          <p:spPr>
            <a:xfrm>
              <a:off x="5425146" y="1882776"/>
              <a:ext cx="135500" cy="99659"/>
            </a:xfrm>
            <a:custGeom>
              <a:avLst/>
              <a:gdLst/>
              <a:ahLst/>
              <a:cxnLst/>
              <a:rect l="l" t="t" r="r" b="b"/>
              <a:pathLst>
                <a:path w="4049" h="2978" extrusionOk="0">
                  <a:moveTo>
                    <a:pt x="3191" y="310"/>
                  </a:moveTo>
                  <a:cubicBezTo>
                    <a:pt x="3239" y="310"/>
                    <a:pt x="3310" y="358"/>
                    <a:pt x="3334" y="405"/>
                  </a:cubicBezTo>
                  <a:cubicBezTo>
                    <a:pt x="3572" y="715"/>
                    <a:pt x="3691" y="1072"/>
                    <a:pt x="3691" y="1453"/>
                  </a:cubicBezTo>
                  <a:cubicBezTo>
                    <a:pt x="3691" y="1834"/>
                    <a:pt x="3572" y="2191"/>
                    <a:pt x="3334" y="2501"/>
                  </a:cubicBezTo>
                  <a:cubicBezTo>
                    <a:pt x="3310" y="2549"/>
                    <a:pt x="3239" y="2596"/>
                    <a:pt x="3191" y="2596"/>
                  </a:cubicBezTo>
                  <a:lnTo>
                    <a:pt x="857" y="2596"/>
                  </a:lnTo>
                  <a:cubicBezTo>
                    <a:pt x="810" y="2596"/>
                    <a:pt x="738" y="2549"/>
                    <a:pt x="714" y="2501"/>
                  </a:cubicBezTo>
                  <a:cubicBezTo>
                    <a:pt x="476" y="2191"/>
                    <a:pt x="357" y="1834"/>
                    <a:pt x="357" y="1453"/>
                  </a:cubicBezTo>
                  <a:cubicBezTo>
                    <a:pt x="357" y="1072"/>
                    <a:pt x="476" y="715"/>
                    <a:pt x="714" y="405"/>
                  </a:cubicBezTo>
                  <a:cubicBezTo>
                    <a:pt x="738" y="358"/>
                    <a:pt x="810" y="310"/>
                    <a:pt x="857" y="310"/>
                  </a:cubicBezTo>
                  <a:close/>
                  <a:moveTo>
                    <a:pt x="857" y="0"/>
                  </a:moveTo>
                  <a:cubicBezTo>
                    <a:pt x="691" y="0"/>
                    <a:pt x="524" y="96"/>
                    <a:pt x="452" y="215"/>
                  </a:cubicBezTo>
                  <a:cubicBezTo>
                    <a:pt x="143" y="572"/>
                    <a:pt x="0" y="1001"/>
                    <a:pt x="0" y="1477"/>
                  </a:cubicBezTo>
                  <a:cubicBezTo>
                    <a:pt x="0" y="1953"/>
                    <a:pt x="143" y="2382"/>
                    <a:pt x="452" y="2763"/>
                  </a:cubicBezTo>
                  <a:cubicBezTo>
                    <a:pt x="572" y="2882"/>
                    <a:pt x="714" y="2977"/>
                    <a:pt x="857" y="2977"/>
                  </a:cubicBezTo>
                  <a:lnTo>
                    <a:pt x="3191" y="2977"/>
                  </a:lnTo>
                  <a:cubicBezTo>
                    <a:pt x="3358" y="2977"/>
                    <a:pt x="3501" y="2882"/>
                    <a:pt x="3596" y="2763"/>
                  </a:cubicBezTo>
                  <a:cubicBezTo>
                    <a:pt x="3906" y="2406"/>
                    <a:pt x="4048" y="1953"/>
                    <a:pt x="4048" y="1477"/>
                  </a:cubicBezTo>
                  <a:cubicBezTo>
                    <a:pt x="4048" y="977"/>
                    <a:pt x="3906" y="572"/>
                    <a:pt x="3596" y="215"/>
                  </a:cubicBezTo>
                  <a:cubicBezTo>
                    <a:pt x="3477" y="96"/>
                    <a:pt x="3334" y="0"/>
                    <a:pt x="31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40"/>
            <p:cNvSpPr/>
            <p:nvPr/>
          </p:nvSpPr>
          <p:spPr>
            <a:xfrm>
              <a:off x="5468182" y="1907472"/>
              <a:ext cx="49428" cy="50231"/>
            </a:xfrm>
            <a:custGeom>
              <a:avLst/>
              <a:gdLst/>
              <a:ahLst/>
              <a:cxnLst/>
              <a:rect l="l" t="t" r="r" b="b"/>
              <a:pathLst>
                <a:path w="1477" h="1501" extrusionOk="0">
                  <a:moveTo>
                    <a:pt x="738" y="334"/>
                  </a:moveTo>
                  <a:cubicBezTo>
                    <a:pt x="929" y="334"/>
                    <a:pt x="1119" y="501"/>
                    <a:pt x="1119" y="715"/>
                  </a:cubicBezTo>
                  <a:cubicBezTo>
                    <a:pt x="1119" y="929"/>
                    <a:pt x="929" y="1096"/>
                    <a:pt x="738" y="1096"/>
                  </a:cubicBezTo>
                  <a:cubicBezTo>
                    <a:pt x="524" y="1096"/>
                    <a:pt x="357" y="929"/>
                    <a:pt x="357" y="715"/>
                  </a:cubicBezTo>
                  <a:cubicBezTo>
                    <a:pt x="357" y="501"/>
                    <a:pt x="524" y="334"/>
                    <a:pt x="738" y="334"/>
                  </a:cubicBezTo>
                  <a:close/>
                  <a:moveTo>
                    <a:pt x="738" y="1"/>
                  </a:moveTo>
                  <a:cubicBezTo>
                    <a:pt x="310" y="1"/>
                    <a:pt x="0" y="334"/>
                    <a:pt x="0" y="739"/>
                  </a:cubicBezTo>
                  <a:cubicBezTo>
                    <a:pt x="0" y="1168"/>
                    <a:pt x="310" y="1501"/>
                    <a:pt x="738" y="1501"/>
                  </a:cubicBezTo>
                  <a:cubicBezTo>
                    <a:pt x="1143" y="1501"/>
                    <a:pt x="1476" y="1168"/>
                    <a:pt x="1476" y="739"/>
                  </a:cubicBezTo>
                  <a:cubicBezTo>
                    <a:pt x="1453" y="334"/>
                    <a:pt x="1119" y="1"/>
                    <a:pt x="73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40"/>
            <p:cNvSpPr/>
            <p:nvPr/>
          </p:nvSpPr>
          <p:spPr>
            <a:xfrm>
              <a:off x="5655449" y="1826187"/>
              <a:ext cx="73355" cy="47855"/>
            </a:xfrm>
            <a:custGeom>
              <a:avLst/>
              <a:gdLst/>
              <a:ahLst/>
              <a:cxnLst/>
              <a:rect l="l" t="t" r="r" b="b"/>
              <a:pathLst>
                <a:path w="2192" h="1430" extrusionOk="0">
                  <a:moveTo>
                    <a:pt x="905" y="358"/>
                  </a:moveTo>
                  <a:lnTo>
                    <a:pt x="905" y="1120"/>
                  </a:lnTo>
                  <a:lnTo>
                    <a:pt x="524" y="1120"/>
                  </a:lnTo>
                  <a:cubicBezTo>
                    <a:pt x="405" y="1120"/>
                    <a:pt x="310" y="1025"/>
                    <a:pt x="310" y="906"/>
                  </a:cubicBezTo>
                  <a:lnTo>
                    <a:pt x="310" y="548"/>
                  </a:lnTo>
                  <a:cubicBezTo>
                    <a:pt x="310" y="429"/>
                    <a:pt x="405" y="358"/>
                    <a:pt x="524" y="358"/>
                  </a:cubicBezTo>
                  <a:close/>
                  <a:moveTo>
                    <a:pt x="1620" y="358"/>
                  </a:moveTo>
                  <a:cubicBezTo>
                    <a:pt x="1739" y="358"/>
                    <a:pt x="1834" y="429"/>
                    <a:pt x="1834" y="548"/>
                  </a:cubicBezTo>
                  <a:lnTo>
                    <a:pt x="1834" y="906"/>
                  </a:lnTo>
                  <a:cubicBezTo>
                    <a:pt x="1834" y="1025"/>
                    <a:pt x="1739" y="1120"/>
                    <a:pt x="1620" y="1120"/>
                  </a:cubicBezTo>
                  <a:lnTo>
                    <a:pt x="1239" y="1120"/>
                  </a:lnTo>
                  <a:lnTo>
                    <a:pt x="1239" y="358"/>
                  </a:lnTo>
                  <a:close/>
                  <a:moveTo>
                    <a:pt x="524" y="1"/>
                  </a:moveTo>
                  <a:cubicBezTo>
                    <a:pt x="215" y="1"/>
                    <a:pt x="0" y="239"/>
                    <a:pt x="0" y="525"/>
                  </a:cubicBezTo>
                  <a:lnTo>
                    <a:pt x="0" y="882"/>
                  </a:lnTo>
                  <a:cubicBezTo>
                    <a:pt x="0" y="1191"/>
                    <a:pt x="215" y="1429"/>
                    <a:pt x="524" y="1429"/>
                  </a:cubicBezTo>
                  <a:lnTo>
                    <a:pt x="1620" y="1429"/>
                  </a:lnTo>
                  <a:cubicBezTo>
                    <a:pt x="1929" y="1429"/>
                    <a:pt x="2168" y="1191"/>
                    <a:pt x="2168" y="882"/>
                  </a:cubicBezTo>
                  <a:lnTo>
                    <a:pt x="2168" y="525"/>
                  </a:lnTo>
                  <a:cubicBezTo>
                    <a:pt x="2191" y="263"/>
                    <a:pt x="1953" y="1"/>
                    <a:pt x="16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40"/>
            <p:cNvSpPr/>
            <p:nvPr/>
          </p:nvSpPr>
          <p:spPr>
            <a:xfrm>
              <a:off x="5392451" y="1832344"/>
              <a:ext cx="163410" cy="162038"/>
            </a:xfrm>
            <a:custGeom>
              <a:avLst/>
              <a:gdLst/>
              <a:ahLst/>
              <a:cxnLst/>
              <a:rect l="l" t="t" r="r" b="b"/>
              <a:pathLst>
                <a:path w="4883" h="4842" extrusionOk="0">
                  <a:moveTo>
                    <a:pt x="2983" y="1"/>
                  </a:moveTo>
                  <a:cubicBezTo>
                    <a:pt x="2918" y="1"/>
                    <a:pt x="2852" y="3"/>
                    <a:pt x="2787" y="7"/>
                  </a:cubicBezTo>
                  <a:cubicBezTo>
                    <a:pt x="2072" y="55"/>
                    <a:pt x="1382" y="364"/>
                    <a:pt x="882" y="888"/>
                  </a:cubicBezTo>
                  <a:cubicBezTo>
                    <a:pt x="382" y="1388"/>
                    <a:pt x="72" y="2079"/>
                    <a:pt x="24" y="2793"/>
                  </a:cubicBezTo>
                  <a:cubicBezTo>
                    <a:pt x="1" y="3508"/>
                    <a:pt x="191" y="4222"/>
                    <a:pt x="620" y="4770"/>
                  </a:cubicBezTo>
                  <a:cubicBezTo>
                    <a:pt x="644" y="4841"/>
                    <a:pt x="715" y="4841"/>
                    <a:pt x="763" y="4841"/>
                  </a:cubicBezTo>
                  <a:cubicBezTo>
                    <a:pt x="787" y="4841"/>
                    <a:pt x="834" y="4841"/>
                    <a:pt x="882" y="4818"/>
                  </a:cubicBezTo>
                  <a:cubicBezTo>
                    <a:pt x="977" y="4746"/>
                    <a:pt x="977" y="4627"/>
                    <a:pt x="906" y="4579"/>
                  </a:cubicBezTo>
                  <a:cubicBezTo>
                    <a:pt x="120" y="3532"/>
                    <a:pt x="239" y="2079"/>
                    <a:pt x="1144" y="1150"/>
                  </a:cubicBezTo>
                  <a:cubicBezTo>
                    <a:pt x="1653" y="641"/>
                    <a:pt x="2335" y="382"/>
                    <a:pt x="3011" y="382"/>
                  </a:cubicBezTo>
                  <a:cubicBezTo>
                    <a:pt x="3568" y="382"/>
                    <a:pt x="4121" y="557"/>
                    <a:pt x="4573" y="912"/>
                  </a:cubicBezTo>
                  <a:cubicBezTo>
                    <a:pt x="4609" y="930"/>
                    <a:pt x="4646" y="938"/>
                    <a:pt x="4680" y="938"/>
                  </a:cubicBezTo>
                  <a:cubicBezTo>
                    <a:pt x="4734" y="938"/>
                    <a:pt x="4782" y="918"/>
                    <a:pt x="4811" y="888"/>
                  </a:cubicBezTo>
                  <a:cubicBezTo>
                    <a:pt x="4883" y="793"/>
                    <a:pt x="4883" y="674"/>
                    <a:pt x="4787" y="602"/>
                  </a:cubicBezTo>
                  <a:cubicBezTo>
                    <a:pt x="4268" y="213"/>
                    <a:pt x="3631" y="1"/>
                    <a:pt x="298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40"/>
            <p:cNvSpPr/>
            <p:nvPr/>
          </p:nvSpPr>
          <p:spPr>
            <a:xfrm>
              <a:off x="5429898" y="1869122"/>
              <a:ext cx="163410" cy="161134"/>
            </a:xfrm>
            <a:custGeom>
              <a:avLst/>
              <a:gdLst/>
              <a:ahLst/>
              <a:cxnLst/>
              <a:rect l="l" t="t" r="r" b="b"/>
              <a:pathLst>
                <a:path w="4883" h="4815" extrusionOk="0">
                  <a:moveTo>
                    <a:pt x="4102" y="0"/>
                  </a:moveTo>
                  <a:cubicBezTo>
                    <a:pt x="4061" y="0"/>
                    <a:pt x="4024" y="18"/>
                    <a:pt x="4002" y="51"/>
                  </a:cubicBezTo>
                  <a:cubicBezTo>
                    <a:pt x="3906" y="99"/>
                    <a:pt x="3906" y="218"/>
                    <a:pt x="3954" y="289"/>
                  </a:cubicBezTo>
                  <a:cubicBezTo>
                    <a:pt x="4764" y="1337"/>
                    <a:pt x="4645" y="2790"/>
                    <a:pt x="3716" y="3719"/>
                  </a:cubicBezTo>
                  <a:cubicBezTo>
                    <a:pt x="3218" y="4216"/>
                    <a:pt x="2541" y="4469"/>
                    <a:pt x="1865" y="4469"/>
                  </a:cubicBezTo>
                  <a:cubicBezTo>
                    <a:pt x="1312" y="4469"/>
                    <a:pt x="761" y="4300"/>
                    <a:pt x="310" y="3957"/>
                  </a:cubicBezTo>
                  <a:cubicBezTo>
                    <a:pt x="271" y="3927"/>
                    <a:pt x="231" y="3914"/>
                    <a:pt x="194" y="3914"/>
                  </a:cubicBezTo>
                  <a:cubicBezTo>
                    <a:pt x="144" y="3914"/>
                    <a:pt x="100" y="3939"/>
                    <a:pt x="72" y="3981"/>
                  </a:cubicBezTo>
                  <a:cubicBezTo>
                    <a:pt x="1" y="4076"/>
                    <a:pt x="25" y="4147"/>
                    <a:pt x="96" y="4219"/>
                  </a:cubicBezTo>
                  <a:cubicBezTo>
                    <a:pt x="596" y="4600"/>
                    <a:pt x="1263" y="4814"/>
                    <a:pt x="1882" y="4814"/>
                  </a:cubicBezTo>
                  <a:lnTo>
                    <a:pt x="2049" y="4814"/>
                  </a:lnTo>
                  <a:cubicBezTo>
                    <a:pt x="2763" y="4790"/>
                    <a:pt x="3454" y="4457"/>
                    <a:pt x="3954" y="3957"/>
                  </a:cubicBezTo>
                  <a:cubicBezTo>
                    <a:pt x="4478" y="3433"/>
                    <a:pt x="4764" y="2766"/>
                    <a:pt x="4835" y="2052"/>
                  </a:cubicBezTo>
                  <a:cubicBezTo>
                    <a:pt x="4883" y="1337"/>
                    <a:pt x="4645" y="647"/>
                    <a:pt x="4240" y="75"/>
                  </a:cubicBezTo>
                  <a:cubicBezTo>
                    <a:pt x="4202" y="24"/>
                    <a:pt x="4150" y="0"/>
                    <a:pt x="410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1" name="Google Shape;2761;p40"/>
          <p:cNvGrpSpPr/>
          <p:nvPr/>
        </p:nvGrpSpPr>
        <p:grpSpPr>
          <a:xfrm>
            <a:off x="602116" y="814636"/>
            <a:ext cx="593164" cy="1161172"/>
            <a:chOff x="4921825" y="870250"/>
            <a:chExt cx="407925" cy="798550"/>
          </a:xfrm>
        </p:grpSpPr>
        <p:sp>
          <p:nvSpPr>
            <p:cNvPr id="2762" name="Google Shape;2762;p40"/>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40"/>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40"/>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40"/>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40"/>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40"/>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40"/>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40"/>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40"/>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40"/>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40"/>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40"/>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40"/>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40"/>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40"/>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40"/>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0"/>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0"/>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0"/>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0"/>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0"/>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0"/>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0"/>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0"/>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0"/>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0"/>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0"/>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0"/>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0"/>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0"/>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795"/>
        <p:cNvGrpSpPr/>
        <p:nvPr/>
      </p:nvGrpSpPr>
      <p:grpSpPr>
        <a:xfrm>
          <a:off x="0" y="0"/>
          <a:ext cx="0" cy="0"/>
          <a:chOff x="0" y="0"/>
          <a:chExt cx="0" cy="0"/>
        </a:xfrm>
      </p:grpSpPr>
      <p:sp>
        <p:nvSpPr>
          <p:cNvPr id="2796" name="Google Shape;2796;p41"/>
          <p:cNvSpPr/>
          <p:nvPr/>
        </p:nvSpPr>
        <p:spPr>
          <a:xfrm>
            <a:off x="2702700" y="685975"/>
            <a:ext cx="38115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000"/>
              <a:t>GUIDING PRINCIPLES</a:t>
            </a:r>
            <a:endParaRPr/>
          </a:p>
        </p:txBody>
      </p:sp>
      <p:cxnSp>
        <p:nvCxnSpPr>
          <p:cNvPr id="2798" name="Google Shape;2798;p41"/>
          <p:cNvCxnSpPr>
            <a:endCxn id="2799" idx="3"/>
          </p:cNvCxnSpPr>
          <p:nvPr/>
        </p:nvCxnSpPr>
        <p:spPr>
          <a:xfrm rot="10800000">
            <a:off x="6186916" y="2699654"/>
            <a:ext cx="416400" cy="0"/>
          </a:xfrm>
          <a:prstGeom prst="straightConnector1">
            <a:avLst/>
          </a:prstGeom>
          <a:noFill/>
          <a:ln w="19050" cap="flat" cmpd="sng">
            <a:solidFill>
              <a:schemeClr val="accent4"/>
            </a:solidFill>
            <a:prstDash val="solid"/>
            <a:round/>
            <a:headEnd type="oval" w="med" len="med"/>
            <a:tailEnd type="none" w="med" len="med"/>
          </a:ln>
        </p:spPr>
      </p:cxnSp>
      <p:cxnSp>
        <p:nvCxnSpPr>
          <p:cNvPr id="2800" name="Google Shape;2800;p41"/>
          <p:cNvCxnSpPr>
            <a:endCxn id="2801" idx="1"/>
          </p:cNvCxnSpPr>
          <p:nvPr/>
        </p:nvCxnSpPr>
        <p:spPr>
          <a:xfrm>
            <a:off x="3145170" y="3854769"/>
            <a:ext cx="246000" cy="600"/>
          </a:xfrm>
          <a:prstGeom prst="straightConnector1">
            <a:avLst/>
          </a:prstGeom>
          <a:noFill/>
          <a:ln w="19050" cap="flat" cmpd="sng">
            <a:solidFill>
              <a:schemeClr val="accent1"/>
            </a:solidFill>
            <a:prstDash val="solid"/>
            <a:round/>
            <a:headEnd type="oval" w="med" len="med"/>
            <a:tailEnd type="none" w="med" len="med"/>
          </a:ln>
        </p:spPr>
      </p:cxnSp>
      <p:cxnSp>
        <p:nvCxnSpPr>
          <p:cNvPr id="2802" name="Google Shape;2802;p41"/>
          <p:cNvCxnSpPr>
            <a:stCxn id="2803" idx="1"/>
          </p:cNvCxnSpPr>
          <p:nvPr/>
        </p:nvCxnSpPr>
        <p:spPr>
          <a:xfrm rot="10800000">
            <a:off x="2607112" y="2708231"/>
            <a:ext cx="395100" cy="2100"/>
          </a:xfrm>
          <a:prstGeom prst="straightConnector1">
            <a:avLst/>
          </a:prstGeom>
          <a:noFill/>
          <a:ln w="19050" cap="flat" cmpd="sng">
            <a:solidFill>
              <a:schemeClr val="accent2"/>
            </a:solidFill>
            <a:prstDash val="solid"/>
            <a:round/>
            <a:headEnd type="none" w="med" len="med"/>
            <a:tailEnd type="oval" w="med" len="med"/>
          </a:ln>
        </p:spPr>
      </p:cxnSp>
      <p:cxnSp>
        <p:nvCxnSpPr>
          <p:cNvPr id="2804" name="Google Shape;2804;p41"/>
          <p:cNvCxnSpPr/>
          <p:nvPr/>
        </p:nvCxnSpPr>
        <p:spPr>
          <a:xfrm>
            <a:off x="5191125" y="1447800"/>
            <a:ext cx="959700" cy="0"/>
          </a:xfrm>
          <a:prstGeom prst="straightConnector1">
            <a:avLst/>
          </a:prstGeom>
          <a:noFill/>
          <a:ln w="19050" cap="flat" cmpd="sng">
            <a:solidFill>
              <a:schemeClr val="lt2"/>
            </a:solidFill>
            <a:prstDash val="solid"/>
            <a:round/>
            <a:headEnd type="none" w="med" len="med"/>
            <a:tailEnd type="oval" w="med" len="med"/>
          </a:ln>
        </p:spPr>
      </p:cxnSp>
      <p:sp>
        <p:nvSpPr>
          <p:cNvPr id="2805" name="Google Shape;2805;p41"/>
          <p:cNvSpPr/>
          <p:nvPr/>
        </p:nvSpPr>
        <p:spPr>
          <a:xfrm rot="10800000" flipH="1">
            <a:off x="1291575" y="2679550"/>
            <a:ext cx="11838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1"/>
          <p:cNvSpPr txBox="1">
            <a:spLocks noGrp="1"/>
          </p:cNvSpPr>
          <p:nvPr>
            <p:ph type="ctrTitle" idx="4294967295"/>
          </p:nvPr>
        </p:nvSpPr>
        <p:spPr>
          <a:xfrm>
            <a:off x="728249" y="2469259"/>
            <a:ext cx="1801500" cy="319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SzPts val="1100"/>
              <a:buFont typeface="Arial"/>
              <a:buNone/>
            </a:pPr>
            <a:r>
              <a:rPr lang="en" sz="1800"/>
              <a:t>NEPTUNE</a:t>
            </a:r>
            <a:endParaRPr sz="1800"/>
          </a:p>
        </p:txBody>
      </p:sp>
      <p:sp>
        <p:nvSpPr>
          <p:cNvPr id="2807" name="Google Shape;2807;p41"/>
          <p:cNvSpPr txBox="1">
            <a:spLocks noGrp="1"/>
          </p:cNvSpPr>
          <p:nvPr>
            <p:ph type="subTitle" idx="4294967295"/>
          </p:nvPr>
        </p:nvSpPr>
        <p:spPr>
          <a:xfrm>
            <a:off x="728169" y="2808925"/>
            <a:ext cx="1801500" cy="6303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Neptune is the farthest planet from the Sun</a:t>
            </a:r>
            <a:endParaRPr/>
          </a:p>
        </p:txBody>
      </p:sp>
      <p:sp>
        <p:nvSpPr>
          <p:cNvPr id="2808" name="Google Shape;2808;p41"/>
          <p:cNvSpPr/>
          <p:nvPr/>
        </p:nvSpPr>
        <p:spPr>
          <a:xfrm rot="10800000" flipH="1">
            <a:off x="1987750" y="3848825"/>
            <a:ext cx="1075200" cy="112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1"/>
          <p:cNvSpPr txBox="1">
            <a:spLocks noGrp="1"/>
          </p:cNvSpPr>
          <p:nvPr>
            <p:ph type="ctrTitle" idx="4294967295"/>
          </p:nvPr>
        </p:nvSpPr>
        <p:spPr>
          <a:xfrm>
            <a:off x="1315892" y="3638534"/>
            <a:ext cx="1801500" cy="319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SzPts val="1100"/>
              <a:buFont typeface="Arial"/>
              <a:buNone/>
            </a:pPr>
            <a:r>
              <a:rPr lang="en" sz="1800"/>
              <a:t>JUPITER</a:t>
            </a:r>
            <a:endParaRPr sz="1800"/>
          </a:p>
        </p:txBody>
      </p:sp>
      <p:sp>
        <p:nvSpPr>
          <p:cNvPr id="2810" name="Google Shape;2810;p41"/>
          <p:cNvSpPr txBox="1">
            <a:spLocks noGrp="1"/>
          </p:cNvSpPr>
          <p:nvPr>
            <p:ph type="subTitle" idx="4294967295"/>
          </p:nvPr>
        </p:nvSpPr>
        <p:spPr>
          <a:xfrm>
            <a:off x="1100126" y="3978200"/>
            <a:ext cx="2017200" cy="6303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It’s a gas giant and the biggest planet of them all</a:t>
            </a:r>
            <a:endParaRPr/>
          </a:p>
        </p:txBody>
      </p:sp>
      <p:sp>
        <p:nvSpPr>
          <p:cNvPr id="2811" name="Google Shape;2811;p41"/>
          <p:cNvSpPr/>
          <p:nvPr/>
        </p:nvSpPr>
        <p:spPr>
          <a:xfrm rot="10800000" flipH="1">
            <a:off x="6112450" y="3840635"/>
            <a:ext cx="704400" cy="112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1"/>
          <p:cNvSpPr txBox="1">
            <a:spLocks noGrp="1"/>
          </p:cNvSpPr>
          <p:nvPr>
            <p:ph type="ctrTitle" idx="4294967295"/>
          </p:nvPr>
        </p:nvSpPr>
        <p:spPr>
          <a:xfrm>
            <a:off x="6082347" y="3630344"/>
            <a:ext cx="18015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800"/>
              <a:t>MARS</a:t>
            </a:r>
            <a:endParaRPr sz="1800"/>
          </a:p>
        </p:txBody>
      </p:sp>
      <p:grpSp>
        <p:nvGrpSpPr>
          <p:cNvPr id="2813" name="Google Shape;2813;p41"/>
          <p:cNvGrpSpPr/>
          <p:nvPr/>
        </p:nvGrpSpPr>
        <p:grpSpPr>
          <a:xfrm>
            <a:off x="3346042" y="3206854"/>
            <a:ext cx="1273454" cy="1261351"/>
            <a:chOff x="2104025" y="2443226"/>
            <a:chExt cx="1007400" cy="997825"/>
          </a:xfrm>
        </p:grpSpPr>
        <p:sp>
          <p:nvSpPr>
            <p:cNvPr id="2814" name="Google Shape;2814;p41"/>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1"/>
            <p:cNvSpPr/>
            <p:nvPr/>
          </p:nvSpPr>
          <p:spPr>
            <a:xfrm>
              <a:off x="2139725" y="2471451"/>
              <a:ext cx="971700" cy="9696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41"/>
          <p:cNvGrpSpPr/>
          <p:nvPr/>
        </p:nvGrpSpPr>
        <p:grpSpPr>
          <a:xfrm>
            <a:off x="4524504" y="3201879"/>
            <a:ext cx="1273454" cy="1261351"/>
            <a:chOff x="2104025" y="2443226"/>
            <a:chExt cx="1007400" cy="997825"/>
          </a:xfrm>
        </p:grpSpPr>
        <p:sp>
          <p:nvSpPr>
            <p:cNvPr id="2816" name="Google Shape;2816;p41"/>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1"/>
            <p:cNvSpPr/>
            <p:nvPr/>
          </p:nvSpPr>
          <p:spPr>
            <a:xfrm>
              <a:off x="2139725" y="2471451"/>
              <a:ext cx="971700" cy="9696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8" name="Google Shape;2818;p41"/>
          <p:cNvGrpSpPr/>
          <p:nvPr/>
        </p:nvGrpSpPr>
        <p:grpSpPr>
          <a:xfrm>
            <a:off x="4850423" y="3522633"/>
            <a:ext cx="621617" cy="619843"/>
            <a:chOff x="6707406" y="2945444"/>
            <a:chExt cx="398498" cy="397361"/>
          </a:xfrm>
        </p:grpSpPr>
        <p:sp>
          <p:nvSpPr>
            <p:cNvPr id="2819" name="Google Shape;2819;p41"/>
            <p:cNvSpPr/>
            <p:nvPr/>
          </p:nvSpPr>
          <p:spPr>
            <a:xfrm>
              <a:off x="6707406" y="2945444"/>
              <a:ext cx="322803" cy="296935"/>
            </a:xfrm>
            <a:custGeom>
              <a:avLst/>
              <a:gdLst/>
              <a:ahLst/>
              <a:cxnLst/>
              <a:rect l="l" t="t" r="r" b="b"/>
              <a:pathLst>
                <a:path w="9646" h="8873" extrusionOk="0">
                  <a:moveTo>
                    <a:pt x="4418" y="374"/>
                  </a:moveTo>
                  <a:cubicBezTo>
                    <a:pt x="4451" y="374"/>
                    <a:pt x="4478" y="395"/>
                    <a:pt x="4525" y="395"/>
                  </a:cubicBezTo>
                  <a:cubicBezTo>
                    <a:pt x="4597" y="442"/>
                    <a:pt x="4668" y="562"/>
                    <a:pt x="4597" y="657"/>
                  </a:cubicBezTo>
                  <a:lnTo>
                    <a:pt x="3025" y="3800"/>
                  </a:lnTo>
                  <a:cubicBezTo>
                    <a:pt x="2974" y="3869"/>
                    <a:pt x="2898" y="3925"/>
                    <a:pt x="2833" y="3925"/>
                  </a:cubicBezTo>
                  <a:cubicBezTo>
                    <a:pt x="2807" y="3925"/>
                    <a:pt x="2783" y="3916"/>
                    <a:pt x="2763" y="3896"/>
                  </a:cubicBezTo>
                  <a:cubicBezTo>
                    <a:pt x="2668" y="3848"/>
                    <a:pt x="2644" y="3729"/>
                    <a:pt x="2668" y="3634"/>
                  </a:cubicBezTo>
                  <a:lnTo>
                    <a:pt x="4240" y="466"/>
                  </a:lnTo>
                  <a:cubicBezTo>
                    <a:pt x="4287" y="419"/>
                    <a:pt x="4311" y="395"/>
                    <a:pt x="4359" y="395"/>
                  </a:cubicBezTo>
                  <a:cubicBezTo>
                    <a:pt x="4382" y="379"/>
                    <a:pt x="4401" y="374"/>
                    <a:pt x="4418" y="374"/>
                  </a:cubicBezTo>
                  <a:close/>
                  <a:moveTo>
                    <a:pt x="5192" y="371"/>
                  </a:moveTo>
                  <a:cubicBezTo>
                    <a:pt x="5264" y="371"/>
                    <a:pt x="5359" y="395"/>
                    <a:pt x="5383" y="466"/>
                  </a:cubicBezTo>
                  <a:lnTo>
                    <a:pt x="6954" y="3634"/>
                  </a:lnTo>
                  <a:cubicBezTo>
                    <a:pt x="6978" y="3729"/>
                    <a:pt x="6954" y="3848"/>
                    <a:pt x="6859" y="3896"/>
                  </a:cubicBezTo>
                  <a:cubicBezTo>
                    <a:pt x="6838" y="3916"/>
                    <a:pt x="6813" y="3925"/>
                    <a:pt x="6786" y="3925"/>
                  </a:cubicBezTo>
                  <a:cubicBezTo>
                    <a:pt x="6722" y="3925"/>
                    <a:pt x="6648" y="3875"/>
                    <a:pt x="6597" y="3824"/>
                  </a:cubicBezTo>
                  <a:lnTo>
                    <a:pt x="5025" y="657"/>
                  </a:lnTo>
                  <a:cubicBezTo>
                    <a:pt x="4954" y="562"/>
                    <a:pt x="5025" y="442"/>
                    <a:pt x="5121" y="395"/>
                  </a:cubicBezTo>
                  <a:cubicBezTo>
                    <a:pt x="5144" y="395"/>
                    <a:pt x="5168" y="371"/>
                    <a:pt x="5192" y="371"/>
                  </a:cubicBezTo>
                  <a:close/>
                  <a:moveTo>
                    <a:pt x="4811" y="1014"/>
                  </a:moveTo>
                  <a:lnTo>
                    <a:pt x="6264" y="3943"/>
                  </a:lnTo>
                  <a:cubicBezTo>
                    <a:pt x="6311" y="3991"/>
                    <a:pt x="6335" y="4015"/>
                    <a:pt x="6359" y="4086"/>
                  </a:cubicBezTo>
                  <a:lnTo>
                    <a:pt x="3263" y="4086"/>
                  </a:lnTo>
                  <a:cubicBezTo>
                    <a:pt x="3287" y="4038"/>
                    <a:pt x="3335" y="3991"/>
                    <a:pt x="3358" y="3943"/>
                  </a:cubicBezTo>
                  <a:lnTo>
                    <a:pt x="3477" y="3657"/>
                  </a:lnTo>
                  <a:lnTo>
                    <a:pt x="5406" y="3657"/>
                  </a:lnTo>
                  <a:cubicBezTo>
                    <a:pt x="5502" y="3657"/>
                    <a:pt x="5597" y="3586"/>
                    <a:pt x="5597" y="3491"/>
                  </a:cubicBezTo>
                  <a:cubicBezTo>
                    <a:pt x="5597" y="3395"/>
                    <a:pt x="5502" y="3300"/>
                    <a:pt x="5406" y="3300"/>
                  </a:cubicBezTo>
                  <a:lnTo>
                    <a:pt x="3620" y="3300"/>
                  </a:lnTo>
                  <a:lnTo>
                    <a:pt x="4811" y="1014"/>
                  </a:lnTo>
                  <a:close/>
                  <a:moveTo>
                    <a:pt x="9098" y="3681"/>
                  </a:moveTo>
                  <a:cubicBezTo>
                    <a:pt x="9217" y="3681"/>
                    <a:pt x="9312" y="3776"/>
                    <a:pt x="9312" y="3896"/>
                  </a:cubicBezTo>
                  <a:cubicBezTo>
                    <a:pt x="9288" y="3991"/>
                    <a:pt x="9193" y="4086"/>
                    <a:pt x="9098" y="4086"/>
                  </a:cubicBezTo>
                  <a:lnTo>
                    <a:pt x="7169" y="4086"/>
                  </a:lnTo>
                  <a:cubicBezTo>
                    <a:pt x="7264" y="3967"/>
                    <a:pt x="7312" y="3848"/>
                    <a:pt x="7312" y="3681"/>
                  </a:cubicBezTo>
                  <a:close/>
                  <a:moveTo>
                    <a:pt x="2406" y="4443"/>
                  </a:moveTo>
                  <a:lnTo>
                    <a:pt x="2501" y="5563"/>
                  </a:lnTo>
                  <a:lnTo>
                    <a:pt x="905" y="5563"/>
                  </a:lnTo>
                  <a:lnTo>
                    <a:pt x="739" y="4443"/>
                  </a:lnTo>
                  <a:close/>
                  <a:moveTo>
                    <a:pt x="4668" y="4443"/>
                  </a:moveTo>
                  <a:lnTo>
                    <a:pt x="4668" y="5563"/>
                  </a:lnTo>
                  <a:lnTo>
                    <a:pt x="2882" y="5563"/>
                  </a:lnTo>
                  <a:lnTo>
                    <a:pt x="2787" y="4443"/>
                  </a:lnTo>
                  <a:close/>
                  <a:moveTo>
                    <a:pt x="6859" y="4443"/>
                  </a:moveTo>
                  <a:lnTo>
                    <a:pt x="6740" y="5563"/>
                  </a:lnTo>
                  <a:lnTo>
                    <a:pt x="5002" y="5563"/>
                  </a:lnTo>
                  <a:lnTo>
                    <a:pt x="5002" y="4443"/>
                  </a:lnTo>
                  <a:close/>
                  <a:moveTo>
                    <a:pt x="8860" y="4443"/>
                  </a:moveTo>
                  <a:lnTo>
                    <a:pt x="8693" y="5563"/>
                  </a:lnTo>
                  <a:lnTo>
                    <a:pt x="7097" y="5563"/>
                  </a:lnTo>
                  <a:lnTo>
                    <a:pt x="7192" y="4443"/>
                  </a:lnTo>
                  <a:close/>
                  <a:moveTo>
                    <a:pt x="2549" y="5920"/>
                  </a:moveTo>
                  <a:lnTo>
                    <a:pt x="2644" y="7063"/>
                  </a:lnTo>
                  <a:lnTo>
                    <a:pt x="1191" y="7063"/>
                  </a:lnTo>
                  <a:lnTo>
                    <a:pt x="1001" y="5920"/>
                  </a:lnTo>
                  <a:close/>
                  <a:moveTo>
                    <a:pt x="4644" y="5920"/>
                  </a:moveTo>
                  <a:lnTo>
                    <a:pt x="4644" y="7063"/>
                  </a:lnTo>
                  <a:lnTo>
                    <a:pt x="3001" y="7063"/>
                  </a:lnTo>
                  <a:lnTo>
                    <a:pt x="2906" y="5920"/>
                  </a:lnTo>
                  <a:close/>
                  <a:moveTo>
                    <a:pt x="2644" y="7372"/>
                  </a:moveTo>
                  <a:lnTo>
                    <a:pt x="2739" y="8516"/>
                  </a:lnTo>
                  <a:lnTo>
                    <a:pt x="1739" y="8516"/>
                  </a:lnTo>
                  <a:lnTo>
                    <a:pt x="1739" y="8539"/>
                  </a:lnTo>
                  <a:cubicBezTo>
                    <a:pt x="1572" y="8539"/>
                    <a:pt x="1382" y="8396"/>
                    <a:pt x="1358" y="8230"/>
                  </a:cubicBezTo>
                  <a:lnTo>
                    <a:pt x="1215" y="7372"/>
                  </a:lnTo>
                  <a:close/>
                  <a:moveTo>
                    <a:pt x="4644" y="7420"/>
                  </a:moveTo>
                  <a:lnTo>
                    <a:pt x="4644" y="8539"/>
                  </a:lnTo>
                  <a:lnTo>
                    <a:pt x="3120" y="8539"/>
                  </a:lnTo>
                  <a:lnTo>
                    <a:pt x="3025" y="7420"/>
                  </a:lnTo>
                  <a:close/>
                  <a:moveTo>
                    <a:pt x="5171" y="0"/>
                  </a:moveTo>
                  <a:cubicBezTo>
                    <a:pt x="5089" y="0"/>
                    <a:pt x="5007" y="20"/>
                    <a:pt x="4930" y="61"/>
                  </a:cubicBezTo>
                  <a:cubicBezTo>
                    <a:pt x="4882" y="85"/>
                    <a:pt x="4835" y="109"/>
                    <a:pt x="4811" y="157"/>
                  </a:cubicBezTo>
                  <a:cubicBezTo>
                    <a:pt x="4787" y="109"/>
                    <a:pt x="4716" y="85"/>
                    <a:pt x="4692" y="61"/>
                  </a:cubicBezTo>
                  <a:cubicBezTo>
                    <a:pt x="4617" y="31"/>
                    <a:pt x="4532" y="1"/>
                    <a:pt x="4444" y="1"/>
                  </a:cubicBezTo>
                  <a:cubicBezTo>
                    <a:pt x="4392" y="1"/>
                    <a:pt x="4340" y="11"/>
                    <a:pt x="4287" y="38"/>
                  </a:cubicBezTo>
                  <a:cubicBezTo>
                    <a:pt x="4120" y="85"/>
                    <a:pt x="4049" y="180"/>
                    <a:pt x="3954" y="300"/>
                  </a:cubicBezTo>
                  <a:lnTo>
                    <a:pt x="2382" y="3443"/>
                  </a:lnTo>
                  <a:cubicBezTo>
                    <a:pt x="2263" y="3657"/>
                    <a:pt x="2311" y="3943"/>
                    <a:pt x="2453" y="4086"/>
                  </a:cubicBezTo>
                  <a:lnTo>
                    <a:pt x="524" y="4086"/>
                  </a:lnTo>
                  <a:cubicBezTo>
                    <a:pt x="405" y="4086"/>
                    <a:pt x="310" y="3991"/>
                    <a:pt x="310" y="3872"/>
                  </a:cubicBezTo>
                  <a:cubicBezTo>
                    <a:pt x="310" y="3753"/>
                    <a:pt x="405" y="3657"/>
                    <a:pt x="524" y="3657"/>
                  </a:cubicBezTo>
                  <a:lnTo>
                    <a:pt x="1787" y="3657"/>
                  </a:lnTo>
                  <a:cubicBezTo>
                    <a:pt x="1858" y="3657"/>
                    <a:pt x="1953" y="3586"/>
                    <a:pt x="1953" y="3491"/>
                  </a:cubicBezTo>
                  <a:cubicBezTo>
                    <a:pt x="1953" y="3395"/>
                    <a:pt x="1858" y="3300"/>
                    <a:pt x="1787" y="3300"/>
                  </a:cubicBezTo>
                  <a:lnTo>
                    <a:pt x="524" y="3300"/>
                  </a:lnTo>
                  <a:cubicBezTo>
                    <a:pt x="239" y="3300"/>
                    <a:pt x="1" y="3538"/>
                    <a:pt x="1" y="3848"/>
                  </a:cubicBezTo>
                  <a:cubicBezTo>
                    <a:pt x="1" y="4086"/>
                    <a:pt x="167" y="4277"/>
                    <a:pt x="382" y="4372"/>
                  </a:cubicBezTo>
                  <a:lnTo>
                    <a:pt x="1025" y="8254"/>
                  </a:lnTo>
                  <a:cubicBezTo>
                    <a:pt x="1096" y="8611"/>
                    <a:pt x="1382" y="8873"/>
                    <a:pt x="1739" y="8873"/>
                  </a:cubicBezTo>
                  <a:lnTo>
                    <a:pt x="5907" y="8873"/>
                  </a:lnTo>
                  <a:cubicBezTo>
                    <a:pt x="6002" y="8873"/>
                    <a:pt x="6097" y="8777"/>
                    <a:pt x="6097" y="8706"/>
                  </a:cubicBezTo>
                  <a:cubicBezTo>
                    <a:pt x="6097" y="8611"/>
                    <a:pt x="6002" y="8516"/>
                    <a:pt x="5907" y="8516"/>
                  </a:cubicBezTo>
                  <a:lnTo>
                    <a:pt x="4954" y="8516"/>
                  </a:lnTo>
                  <a:lnTo>
                    <a:pt x="4954" y="7372"/>
                  </a:lnTo>
                  <a:lnTo>
                    <a:pt x="5716" y="7372"/>
                  </a:lnTo>
                  <a:cubicBezTo>
                    <a:pt x="5787" y="7372"/>
                    <a:pt x="5883" y="7301"/>
                    <a:pt x="5883" y="7206"/>
                  </a:cubicBezTo>
                  <a:cubicBezTo>
                    <a:pt x="5883" y="7110"/>
                    <a:pt x="5787" y="7015"/>
                    <a:pt x="5716" y="7015"/>
                  </a:cubicBezTo>
                  <a:lnTo>
                    <a:pt x="4954" y="7015"/>
                  </a:lnTo>
                  <a:lnTo>
                    <a:pt x="4954" y="5896"/>
                  </a:lnTo>
                  <a:lnTo>
                    <a:pt x="6692" y="5896"/>
                  </a:lnTo>
                  <a:lnTo>
                    <a:pt x="6669" y="6301"/>
                  </a:lnTo>
                  <a:cubicBezTo>
                    <a:pt x="6669" y="6396"/>
                    <a:pt x="6716" y="6491"/>
                    <a:pt x="6811" y="6491"/>
                  </a:cubicBezTo>
                  <a:lnTo>
                    <a:pt x="6835" y="6491"/>
                  </a:lnTo>
                  <a:cubicBezTo>
                    <a:pt x="6931" y="6491"/>
                    <a:pt x="7026" y="6420"/>
                    <a:pt x="7026" y="6348"/>
                  </a:cubicBezTo>
                  <a:lnTo>
                    <a:pt x="7050" y="5896"/>
                  </a:lnTo>
                  <a:lnTo>
                    <a:pt x="8812" y="5896"/>
                  </a:lnTo>
                  <a:cubicBezTo>
                    <a:pt x="8883" y="5896"/>
                    <a:pt x="8955" y="5825"/>
                    <a:pt x="8979" y="5753"/>
                  </a:cubicBezTo>
                  <a:lnTo>
                    <a:pt x="9217" y="4372"/>
                  </a:lnTo>
                  <a:cubicBezTo>
                    <a:pt x="9455" y="4324"/>
                    <a:pt x="9598" y="4110"/>
                    <a:pt x="9598" y="3848"/>
                  </a:cubicBezTo>
                  <a:cubicBezTo>
                    <a:pt x="9645" y="3610"/>
                    <a:pt x="9407" y="3348"/>
                    <a:pt x="9098" y="3348"/>
                  </a:cubicBezTo>
                  <a:lnTo>
                    <a:pt x="7192" y="3348"/>
                  </a:lnTo>
                  <a:lnTo>
                    <a:pt x="5668" y="300"/>
                  </a:lnTo>
                  <a:cubicBezTo>
                    <a:pt x="5567" y="114"/>
                    <a:pt x="5371" y="0"/>
                    <a:pt x="5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1"/>
            <p:cNvSpPr/>
            <p:nvPr/>
          </p:nvSpPr>
          <p:spPr>
            <a:xfrm>
              <a:off x="6919404" y="3157877"/>
              <a:ext cx="186500" cy="184928"/>
            </a:xfrm>
            <a:custGeom>
              <a:avLst/>
              <a:gdLst/>
              <a:ahLst/>
              <a:cxnLst/>
              <a:rect l="l" t="t" r="r" b="b"/>
              <a:pathLst>
                <a:path w="5573" h="5526" extrusionOk="0">
                  <a:moveTo>
                    <a:pt x="2763" y="358"/>
                  </a:moveTo>
                  <a:lnTo>
                    <a:pt x="5216" y="1048"/>
                  </a:lnTo>
                  <a:cubicBezTo>
                    <a:pt x="5168" y="1286"/>
                    <a:pt x="5144" y="1882"/>
                    <a:pt x="4930" y="2525"/>
                  </a:cubicBezTo>
                  <a:cubicBezTo>
                    <a:pt x="4763" y="3072"/>
                    <a:pt x="4525" y="3549"/>
                    <a:pt x="4192" y="3954"/>
                  </a:cubicBezTo>
                  <a:cubicBezTo>
                    <a:pt x="3810" y="4454"/>
                    <a:pt x="3334" y="4859"/>
                    <a:pt x="2763" y="5168"/>
                  </a:cubicBezTo>
                  <a:cubicBezTo>
                    <a:pt x="1691" y="4573"/>
                    <a:pt x="977" y="3692"/>
                    <a:pt x="596" y="2525"/>
                  </a:cubicBezTo>
                  <a:cubicBezTo>
                    <a:pt x="381" y="1834"/>
                    <a:pt x="334" y="1286"/>
                    <a:pt x="334" y="1048"/>
                  </a:cubicBezTo>
                  <a:lnTo>
                    <a:pt x="2763" y="358"/>
                  </a:lnTo>
                  <a:close/>
                  <a:moveTo>
                    <a:pt x="2739" y="0"/>
                  </a:moveTo>
                  <a:lnTo>
                    <a:pt x="143" y="739"/>
                  </a:lnTo>
                  <a:cubicBezTo>
                    <a:pt x="72" y="762"/>
                    <a:pt x="24" y="834"/>
                    <a:pt x="24" y="882"/>
                  </a:cubicBezTo>
                  <a:cubicBezTo>
                    <a:pt x="24" y="929"/>
                    <a:pt x="0" y="1667"/>
                    <a:pt x="286" y="2620"/>
                  </a:cubicBezTo>
                  <a:cubicBezTo>
                    <a:pt x="596" y="3477"/>
                    <a:pt x="1239" y="4692"/>
                    <a:pt x="2715" y="5502"/>
                  </a:cubicBezTo>
                  <a:cubicBezTo>
                    <a:pt x="2739" y="5502"/>
                    <a:pt x="2763" y="5525"/>
                    <a:pt x="2786" y="5525"/>
                  </a:cubicBezTo>
                  <a:cubicBezTo>
                    <a:pt x="2834" y="5525"/>
                    <a:pt x="2858" y="5525"/>
                    <a:pt x="2882" y="5502"/>
                  </a:cubicBezTo>
                  <a:cubicBezTo>
                    <a:pt x="4358" y="4739"/>
                    <a:pt x="5025" y="3549"/>
                    <a:pt x="5335" y="2644"/>
                  </a:cubicBezTo>
                  <a:cubicBezTo>
                    <a:pt x="5573" y="1691"/>
                    <a:pt x="5525" y="905"/>
                    <a:pt x="5525" y="882"/>
                  </a:cubicBezTo>
                  <a:cubicBezTo>
                    <a:pt x="5525" y="834"/>
                    <a:pt x="5478" y="739"/>
                    <a:pt x="5406" y="739"/>
                  </a:cubicBezTo>
                  <a:lnTo>
                    <a:pt x="28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1"/>
            <p:cNvSpPr/>
            <p:nvPr/>
          </p:nvSpPr>
          <p:spPr>
            <a:xfrm>
              <a:off x="6943298" y="3182574"/>
              <a:ext cx="135533" cy="131551"/>
            </a:xfrm>
            <a:custGeom>
              <a:avLst/>
              <a:gdLst/>
              <a:ahLst/>
              <a:cxnLst/>
              <a:rect l="l" t="t" r="r" b="b"/>
              <a:pathLst>
                <a:path w="4050" h="3931" extrusionOk="0">
                  <a:moveTo>
                    <a:pt x="2049" y="358"/>
                  </a:moveTo>
                  <a:lnTo>
                    <a:pt x="3692" y="834"/>
                  </a:lnTo>
                  <a:cubicBezTo>
                    <a:pt x="3573" y="1572"/>
                    <a:pt x="3216" y="2739"/>
                    <a:pt x="2049" y="3549"/>
                  </a:cubicBezTo>
                  <a:cubicBezTo>
                    <a:pt x="858" y="2716"/>
                    <a:pt x="501" y="1549"/>
                    <a:pt x="405" y="834"/>
                  </a:cubicBezTo>
                  <a:lnTo>
                    <a:pt x="2049" y="358"/>
                  </a:lnTo>
                  <a:close/>
                  <a:moveTo>
                    <a:pt x="2001" y="1"/>
                  </a:moveTo>
                  <a:lnTo>
                    <a:pt x="143" y="548"/>
                  </a:lnTo>
                  <a:cubicBezTo>
                    <a:pt x="48" y="572"/>
                    <a:pt x="1" y="620"/>
                    <a:pt x="24" y="715"/>
                  </a:cubicBezTo>
                  <a:cubicBezTo>
                    <a:pt x="120" y="1501"/>
                    <a:pt x="477" y="2930"/>
                    <a:pt x="1930" y="3906"/>
                  </a:cubicBezTo>
                  <a:cubicBezTo>
                    <a:pt x="1953" y="3930"/>
                    <a:pt x="2001" y="3930"/>
                    <a:pt x="2025" y="3930"/>
                  </a:cubicBezTo>
                  <a:cubicBezTo>
                    <a:pt x="2049" y="3930"/>
                    <a:pt x="2072" y="3930"/>
                    <a:pt x="2096" y="3906"/>
                  </a:cubicBezTo>
                  <a:cubicBezTo>
                    <a:pt x="3573" y="2977"/>
                    <a:pt x="3930" y="1525"/>
                    <a:pt x="4001" y="715"/>
                  </a:cubicBezTo>
                  <a:cubicBezTo>
                    <a:pt x="4049" y="667"/>
                    <a:pt x="4025" y="572"/>
                    <a:pt x="3930" y="548"/>
                  </a:cubicBezTo>
                  <a:lnTo>
                    <a:pt x="20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41"/>
          <p:cNvGrpSpPr/>
          <p:nvPr/>
        </p:nvGrpSpPr>
        <p:grpSpPr>
          <a:xfrm>
            <a:off x="3755873" y="3509807"/>
            <a:ext cx="453792" cy="620369"/>
            <a:chOff x="3413660" y="4210639"/>
            <a:chExt cx="290911" cy="397698"/>
          </a:xfrm>
        </p:grpSpPr>
        <p:sp>
          <p:nvSpPr>
            <p:cNvPr id="2823" name="Google Shape;2823;p41"/>
            <p:cNvSpPr/>
            <p:nvPr/>
          </p:nvSpPr>
          <p:spPr>
            <a:xfrm>
              <a:off x="3413660" y="4210639"/>
              <a:ext cx="290911" cy="397698"/>
            </a:xfrm>
            <a:custGeom>
              <a:avLst/>
              <a:gdLst/>
              <a:ahLst/>
              <a:cxnLst/>
              <a:rect l="l" t="t" r="r" b="b"/>
              <a:pathLst>
                <a:path w="8693" h="11884" extrusionOk="0">
                  <a:moveTo>
                    <a:pt x="4406" y="357"/>
                  </a:moveTo>
                  <a:cubicBezTo>
                    <a:pt x="6573" y="357"/>
                    <a:pt x="8335" y="2120"/>
                    <a:pt x="8335" y="4287"/>
                  </a:cubicBezTo>
                  <a:cubicBezTo>
                    <a:pt x="8335" y="5120"/>
                    <a:pt x="8121" y="5930"/>
                    <a:pt x="7692" y="6692"/>
                  </a:cubicBezTo>
                  <a:cubicBezTo>
                    <a:pt x="7287" y="7383"/>
                    <a:pt x="6787" y="8002"/>
                    <a:pt x="6287" y="8597"/>
                  </a:cubicBezTo>
                  <a:cubicBezTo>
                    <a:pt x="5549" y="9502"/>
                    <a:pt x="4835" y="10336"/>
                    <a:pt x="4668" y="11312"/>
                  </a:cubicBezTo>
                  <a:cubicBezTo>
                    <a:pt x="4644" y="11431"/>
                    <a:pt x="4549" y="11526"/>
                    <a:pt x="4430" y="11526"/>
                  </a:cubicBezTo>
                  <a:cubicBezTo>
                    <a:pt x="4311" y="11526"/>
                    <a:pt x="4239" y="11431"/>
                    <a:pt x="4192" y="11312"/>
                  </a:cubicBezTo>
                  <a:cubicBezTo>
                    <a:pt x="4049" y="10336"/>
                    <a:pt x="3334" y="9502"/>
                    <a:pt x="2596" y="8597"/>
                  </a:cubicBezTo>
                  <a:cubicBezTo>
                    <a:pt x="1763" y="7621"/>
                    <a:pt x="905" y="6573"/>
                    <a:pt x="596" y="5216"/>
                  </a:cubicBezTo>
                  <a:cubicBezTo>
                    <a:pt x="334" y="4001"/>
                    <a:pt x="667" y="2739"/>
                    <a:pt x="1429" y="1786"/>
                  </a:cubicBezTo>
                  <a:cubicBezTo>
                    <a:pt x="2167" y="858"/>
                    <a:pt x="3287" y="357"/>
                    <a:pt x="4406" y="357"/>
                  </a:cubicBezTo>
                  <a:close/>
                  <a:moveTo>
                    <a:pt x="4430" y="0"/>
                  </a:moveTo>
                  <a:cubicBezTo>
                    <a:pt x="3191" y="0"/>
                    <a:pt x="2001" y="572"/>
                    <a:pt x="1191" y="1548"/>
                  </a:cubicBezTo>
                  <a:cubicBezTo>
                    <a:pt x="357" y="2596"/>
                    <a:pt x="0" y="3953"/>
                    <a:pt x="310" y="5263"/>
                  </a:cubicBezTo>
                  <a:cubicBezTo>
                    <a:pt x="596" y="6740"/>
                    <a:pt x="1548" y="7835"/>
                    <a:pt x="2358" y="8812"/>
                  </a:cubicBezTo>
                  <a:cubicBezTo>
                    <a:pt x="3072" y="9669"/>
                    <a:pt x="3763" y="10479"/>
                    <a:pt x="3882" y="11383"/>
                  </a:cubicBezTo>
                  <a:cubicBezTo>
                    <a:pt x="3906" y="11669"/>
                    <a:pt x="4168" y="11884"/>
                    <a:pt x="4430" y="11884"/>
                  </a:cubicBezTo>
                  <a:cubicBezTo>
                    <a:pt x="4739" y="11884"/>
                    <a:pt x="4977" y="11669"/>
                    <a:pt x="5001" y="11383"/>
                  </a:cubicBezTo>
                  <a:cubicBezTo>
                    <a:pt x="5144" y="10479"/>
                    <a:pt x="5811" y="9669"/>
                    <a:pt x="6525" y="8812"/>
                  </a:cubicBezTo>
                  <a:cubicBezTo>
                    <a:pt x="7526" y="7621"/>
                    <a:pt x="8693" y="6240"/>
                    <a:pt x="8693" y="4263"/>
                  </a:cubicBezTo>
                  <a:cubicBezTo>
                    <a:pt x="8693" y="1905"/>
                    <a:pt x="6787" y="0"/>
                    <a:pt x="4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1"/>
            <p:cNvSpPr/>
            <p:nvPr/>
          </p:nvSpPr>
          <p:spPr>
            <a:xfrm>
              <a:off x="3537981" y="4329372"/>
              <a:ext cx="49428" cy="93267"/>
            </a:xfrm>
            <a:custGeom>
              <a:avLst/>
              <a:gdLst/>
              <a:ahLst/>
              <a:cxnLst/>
              <a:rect l="l" t="t" r="r" b="b"/>
              <a:pathLst>
                <a:path w="1477" h="2787" extrusionOk="0">
                  <a:moveTo>
                    <a:pt x="929" y="334"/>
                  </a:moveTo>
                  <a:lnTo>
                    <a:pt x="929" y="2406"/>
                  </a:lnTo>
                  <a:lnTo>
                    <a:pt x="548" y="2406"/>
                  </a:lnTo>
                  <a:lnTo>
                    <a:pt x="548" y="334"/>
                  </a:lnTo>
                  <a:close/>
                  <a:moveTo>
                    <a:pt x="191" y="1"/>
                  </a:moveTo>
                  <a:cubicBezTo>
                    <a:pt x="96" y="1"/>
                    <a:pt x="0" y="96"/>
                    <a:pt x="0" y="167"/>
                  </a:cubicBezTo>
                  <a:cubicBezTo>
                    <a:pt x="0" y="262"/>
                    <a:pt x="96" y="358"/>
                    <a:pt x="191" y="358"/>
                  </a:cubicBezTo>
                  <a:lnTo>
                    <a:pt x="191" y="2430"/>
                  </a:lnTo>
                  <a:cubicBezTo>
                    <a:pt x="96" y="2430"/>
                    <a:pt x="0" y="2525"/>
                    <a:pt x="0" y="2620"/>
                  </a:cubicBezTo>
                  <a:cubicBezTo>
                    <a:pt x="0" y="2715"/>
                    <a:pt x="96" y="2787"/>
                    <a:pt x="191" y="2787"/>
                  </a:cubicBezTo>
                  <a:lnTo>
                    <a:pt x="1286" y="2787"/>
                  </a:lnTo>
                  <a:cubicBezTo>
                    <a:pt x="1382" y="2787"/>
                    <a:pt x="1477" y="2715"/>
                    <a:pt x="1477" y="2620"/>
                  </a:cubicBezTo>
                  <a:cubicBezTo>
                    <a:pt x="1477" y="2477"/>
                    <a:pt x="1405" y="2406"/>
                    <a:pt x="1286" y="2406"/>
                  </a:cubicBezTo>
                  <a:lnTo>
                    <a:pt x="1286" y="358"/>
                  </a:lnTo>
                  <a:cubicBezTo>
                    <a:pt x="1286" y="143"/>
                    <a:pt x="1143" y="1"/>
                    <a:pt x="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1"/>
            <p:cNvSpPr/>
            <p:nvPr/>
          </p:nvSpPr>
          <p:spPr>
            <a:xfrm>
              <a:off x="3545142" y="4282354"/>
              <a:ext cx="35908" cy="35908"/>
            </a:xfrm>
            <a:custGeom>
              <a:avLst/>
              <a:gdLst/>
              <a:ahLst/>
              <a:cxnLst/>
              <a:rect l="l" t="t" r="r" b="b"/>
              <a:pathLst>
                <a:path w="1073" h="1073" extrusionOk="0">
                  <a:moveTo>
                    <a:pt x="548" y="334"/>
                  </a:moveTo>
                  <a:cubicBezTo>
                    <a:pt x="644" y="334"/>
                    <a:pt x="739" y="429"/>
                    <a:pt x="739" y="548"/>
                  </a:cubicBezTo>
                  <a:cubicBezTo>
                    <a:pt x="715" y="667"/>
                    <a:pt x="620" y="739"/>
                    <a:pt x="548" y="739"/>
                  </a:cubicBezTo>
                  <a:cubicBezTo>
                    <a:pt x="429" y="739"/>
                    <a:pt x="334" y="667"/>
                    <a:pt x="334" y="548"/>
                  </a:cubicBezTo>
                  <a:cubicBezTo>
                    <a:pt x="334" y="429"/>
                    <a:pt x="429" y="334"/>
                    <a:pt x="548" y="334"/>
                  </a:cubicBezTo>
                  <a:close/>
                  <a:moveTo>
                    <a:pt x="548" y="0"/>
                  </a:moveTo>
                  <a:cubicBezTo>
                    <a:pt x="239" y="0"/>
                    <a:pt x="1" y="239"/>
                    <a:pt x="1" y="548"/>
                  </a:cubicBezTo>
                  <a:cubicBezTo>
                    <a:pt x="1" y="834"/>
                    <a:pt x="239" y="1072"/>
                    <a:pt x="548" y="1072"/>
                  </a:cubicBezTo>
                  <a:cubicBezTo>
                    <a:pt x="834" y="1072"/>
                    <a:pt x="1072" y="834"/>
                    <a:pt x="1072" y="548"/>
                  </a:cubicBezTo>
                  <a:cubicBezTo>
                    <a:pt x="1072" y="239"/>
                    <a:pt x="834"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1"/>
            <p:cNvSpPr/>
            <p:nvPr/>
          </p:nvSpPr>
          <p:spPr>
            <a:xfrm>
              <a:off x="3447928" y="4248254"/>
              <a:ext cx="181715" cy="171207"/>
            </a:xfrm>
            <a:custGeom>
              <a:avLst/>
              <a:gdLst/>
              <a:ahLst/>
              <a:cxnLst/>
              <a:rect l="l" t="t" r="r" b="b"/>
              <a:pathLst>
                <a:path w="5430" h="5116" extrusionOk="0">
                  <a:moveTo>
                    <a:pt x="3426" y="1"/>
                  </a:moveTo>
                  <a:cubicBezTo>
                    <a:pt x="2615" y="1"/>
                    <a:pt x="1812" y="314"/>
                    <a:pt x="1215" y="924"/>
                  </a:cubicBezTo>
                  <a:cubicBezTo>
                    <a:pt x="72" y="2067"/>
                    <a:pt x="0" y="3853"/>
                    <a:pt x="953" y="5068"/>
                  </a:cubicBezTo>
                  <a:cubicBezTo>
                    <a:pt x="977" y="5092"/>
                    <a:pt x="1024" y="5116"/>
                    <a:pt x="1096" y="5116"/>
                  </a:cubicBezTo>
                  <a:cubicBezTo>
                    <a:pt x="1120" y="5116"/>
                    <a:pt x="1191" y="5116"/>
                    <a:pt x="1215" y="5092"/>
                  </a:cubicBezTo>
                  <a:cubicBezTo>
                    <a:pt x="1310" y="5044"/>
                    <a:pt x="1310" y="4925"/>
                    <a:pt x="1239" y="4854"/>
                  </a:cubicBezTo>
                  <a:cubicBezTo>
                    <a:pt x="381" y="3758"/>
                    <a:pt x="477" y="2139"/>
                    <a:pt x="1477" y="1162"/>
                  </a:cubicBezTo>
                  <a:cubicBezTo>
                    <a:pt x="2012" y="627"/>
                    <a:pt x="2741" y="349"/>
                    <a:pt x="3471" y="349"/>
                  </a:cubicBezTo>
                  <a:cubicBezTo>
                    <a:pt x="4072" y="349"/>
                    <a:pt x="4673" y="537"/>
                    <a:pt x="5168" y="924"/>
                  </a:cubicBezTo>
                  <a:cubicBezTo>
                    <a:pt x="5212" y="957"/>
                    <a:pt x="5256" y="975"/>
                    <a:pt x="5296" y="975"/>
                  </a:cubicBezTo>
                  <a:cubicBezTo>
                    <a:pt x="5341" y="975"/>
                    <a:pt x="5381" y="951"/>
                    <a:pt x="5406" y="900"/>
                  </a:cubicBezTo>
                  <a:cubicBezTo>
                    <a:pt x="5430" y="853"/>
                    <a:pt x="5430" y="734"/>
                    <a:pt x="5359" y="662"/>
                  </a:cubicBezTo>
                  <a:cubicBezTo>
                    <a:pt x="4785" y="218"/>
                    <a:pt x="4103" y="1"/>
                    <a:pt x="3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1"/>
            <p:cNvSpPr/>
            <p:nvPr/>
          </p:nvSpPr>
          <p:spPr>
            <a:xfrm>
              <a:off x="3496518" y="4286872"/>
              <a:ext cx="180945" cy="170839"/>
            </a:xfrm>
            <a:custGeom>
              <a:avLst/>
              <a:gdLst/>
              <a:ahLst/>
              <a:cxnLst/>
              <a:rect l="l" t="t" r="r" b="b"/>
              <a:pathLst>
                <a:path w="5407" h="5105" extrusionOk="0">
                  <a:moveTo>
                    <a:pt x="4321" y="1"/>
                  </a:moveTo>
                  <a:cubicBezTo>
                    <a:pt x="4283" y="1"/>
                    <a:pt x="4246" y="12"/>
                    <a:pt x="4216" y="32"/>
                  </a:cubicBezTo>
                  <a:cubicBezTo>
                    <a:pt x="4145" y="104"/>
                    <a:pt x="4145" y="223"/>
                    <a:pt x="4192" y="294"/>
                  </a:cubicBezTo>
                  <a:cubicBezTo>
                    <a:pt x="5050" y="1390"/>
                    <a:pt x="4931" y="2961"/>
                    <a:pt x="3954" y="3938"/>
                  </a:cubicBezTo>
                  <a:cubicBezTo>
                    <a:pt x="3420" y="4485"/>
                    <a:pt x="2700" y="4769"/>
                    <a:pt x="1978" y="4769"/>
                  </a:cubicBezTo>
                  <a:cubicBezTo>
                    <a:pt x="1381" y="4769"/>
                    <a:pt x="783" y="4575"/>
                    <a:pt x="287" y="4176"/>
                  </a:cubicBezTo>
                  <a:cubicBezTo>
                    <a:pt x="247" y="4156"/>
                    <a:pt x="212" y="4145"/>
                    <a:pt x="179" y="4145"/>
                  </a:cubicBezTo>
                  <a:cubicBezTo>
                    <a:pt x="132" y="4145"/>
                    <a:pt x="90" y="4168"/>
                    <a:pt x="49" y="4224"/>
                  </a:cubicBezTo>
                  <a:cubicBezTo>
                    <a:pt x="1" y="4295"/>
                    <a:pt x="1" y="4390"/>
                    <a:pt x="72" y="4462"/>
                  </a:cubicBezTo>
                  <a:cubicBezTo>
                    <a:pt x="644" y="4890"/>
                    <a:pt x="1335" y="5105"/>
                    <a:pt x="1978" y="5105"/>
                  </a:cubicBezTo>
                  <a:cubicBezTo>
                    <a:pt x="2787" y="5105"/>
                    <a:pt x="3597" y="4819"/>
                    <a:pt x="4216" y="4176"/>
                  </a:cubicBezTo>
                  <a:cubicBezTo>
                    <a:pt x="5288" y="3080"/>
                    <a:pt x="5407" y="1318"/>
                    <a:pt x="4454" y="80"/>
                  </a:cubicBezTo>
                  <a:cubicBezTo>
                    <a:pt x="4426" y="24"/>
                    <a:pt x="4374"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8" name="Google Shape;2828;p41"/>
          <p:cNvGrpSpPr/>
          <p:nvPr/>
        </p:nvGrpSpPr>
        <p:grpSpPr>
          <a:xfrm>
            <a:off x="2957084" y="2061817"/>
            <a:ext cx="1273454" cy="1261351"/>
            <a:chOff x="2104025" y="2443226"/>
            <a:chExt cx="1007400" cy="997825"/>
          </a:xfrm>
        </p:grpSpPr>
        <p:sp>
          <p:nvSpPr>
            <p:cNvPr id="2829" name="Google Shape;2829;p41"/>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1"/>
            <p:cNvSpPr/>
            <p:nvPr/>
          </p:nvSpPr>
          <p:spPr>
            <a:xfrm>
              <a:off x="2139725" y="2471451"/>
              <a:ext cx="971700" cy="9696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0" name="Google Shape;2830;p41"/>
          <p:cNvGrpSpPr/>
          <p:nvPr/>
        </p:nvGrpSpPr>
        <p:grpSpPr>
          <a:xfrm>
            <a:off x="3935273" y="1255429"/>
            <a:ext cx="1273454" cy="1261351"/>
            <a:chOff x="2104025" y="2443226"/>
            <a:chExt cx="1007400" cy="997825"/>
          </a:xfrm>
        </p:grpSpPr>
        <p:sp>
          <p:nvSpPr>
            <p:cNvPr id="2831" name="Google Shape;2831;p41"/>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1"/>
            <p:cNvSpPr/>
            <p:nvPr/>
          </p:nvSpPr>
          <p:spPr>
            <a:xfrm>
              <a:off x="2139725" y="2471451"/>
              <a:ext cx="971700" cy="9696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3" name="Google Shape;2833;p41"/>
          <p:cNvGrpSpPr/>
          <p:nvPr/>
        </p:nvGrpSpPr>
        <p:grpSpPr>
          <a:xfrm>
            <a:off x="4913462" y="2051139"/>
            <a:ext cx="1273454" cy="1261351"/>
            <a:chOff x="2104025" y="2443226"/>
            <a:chExt cx="1007400" cy="997825"/>
          </a:xfrm>
        </p:grpSpPr>
        <p:sp>
          <p:nvSpPr>
            <p:cNvPr id="2834" name="Google Shape;2834;p41"/>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1"/>
            <p:cNvSpPr/>
            <p:nvPr/>
          </p:nvSpPr>
          <p:spPr>
            <a:xfrm>
              <a:off x="2139725" y="2471451"/>
              <a:ext cx="971700" cy="9696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5" name="Google Shape;2835;p41"/>
          <p:cNvGrpSpPr/>
          <p:nvPr/>
        </p:nvGrpSpPr>
        <p:grpSpPr>
          <a:xfrm>
            <a:off x="5291949" y="2477303"/>
            <a:ext cx="516480" cy="409022"/>
            <a:chOff x="5222912" y="2469250"/>
            <a:chExt cx="516480" cy="409022"/>
          </a:xfrm>
        </p:grpSpPr>
        <p:sp>
          <p:nvSpPr>
            <p:cNvPr id="2836" name="Google Shape;2836;p41"/>
            <p:cNvSpPr/>
            <p:nvPr/>
          </p:nvSpPr>
          <p:spPr>
            <a:xfrm>
              <a:off x="5279685" y="2501257"/>
              <a:ext cx="402887" cy="15526"/>
            </a:xfrm>
            <a:custGeom>
              <a:avLst/>
              <a:gdLst/>
              <a:ahLst/>
              <a:cxnLst/>
              <a:rect l="l" t="t" r="r" b="b"/>
              <a:pathLst>
                <a:path w="9289" h="358" extrusionOk="0">
                  <a:moveTo>
                    <a:pt x="168" y="0"/>
                  </a:moveTo>
                  <a:cubicBezTo>
                    <a:pt x="72" y="0"/>
                    <a:pt x="1" y="96"/>
                    <a:pt x="1" y="167"/>
                  </a:cubicBezTo>
                  <a:cubicBezTo>
                    <a:pt x="1" y="262"/>
                    <a:pt x="72" y="358"/>
                    <a:pt x="168" y="358"/>
                  </a:cubicBezTo>
                  <a:lnTo>
                    <a:pt x="9098" y="358"/>
                  </a:lnTo>
                  <a:cubicBezTo>
                    <a:pt x="9193" y="358"/>
                    <a:pt x="9289" y="262"/>
                    <a:pt x="9289" y="167"/>
                  </a:cubicBezTo>
                  <a:cubicBezTo>
                    <a:pt x="9289" y="96"/>
                    <a:pt x="9217" y="0"/>
                    <a:pt x="909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1"/>
            <p:cNvSpPr/>
            <p:nvPr/>
          </p:nvSpPr>
          <p:spPr>
            <a:xfrm>
              <a:off x="5279685" y="2791485"/>
              <a:ext cx="402887" cy="15526"/>
            </a:xfrm>
            <a:custGeom>
              <a:avLst/>
              <a:gdLst/>
              <a:ahLst/>
              <a:cxnLst/>
              <a:rect l="l" t="t" r="r" b="b"/>
              <a:pathLst>
                <a:path w="9289" h="358" extrusionOk="0">
                  <a:moveTo>
                    <a:pt x="168" y="0"/>
                  </a:moveTo>
                  <a:cubicBezTo>
                    <a:pt x="72" y="0"/>
                    <a:pt x="1" y="95"/>
                    <a:pt x="1" y="191"/>
                  </a:cubicBezTo>
                  <a:cubicBezTo>
                    <a:pt x="1" y="262"/>
                    <a:pt x="72" y="357"/>
                    <a:pt x="168" y="357"/>
                  </a:cubicBezTo>
                  <a:lnTo>
                    <a:pt x="9098" y="357"/>
                  </a:lnTo>
                  <a:cubicBezTo>
                    <a:pt x="9193" y="357"/>
                    <a:pt x="9289" y="262"/>
                    <a:pt x="9289" y="191"/>
                  </a:cubicBezTo>
                  <a:cubicBezTo>
                    <a:pt x="9289" y="95"/>
                    <a:pt x="9217" y="0"/>
                    <a:pt x="909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1"/>
            <p:cNvSpPr/>
            <p:nvPr/>
          </p:nvSpPr>
          <p:spPr>
            <a:xfrm>
              <a:off x="5222912" y="2469250"/>
              <a:ext cx="516480" cy="409022"/>
            </a:xfrm>
            <a:custGeom>
              <a:avLst/>
              <a:gdLst/>
              <a:ahLst/>
              <a:cxnLst/>
              <a:rect l="l" t="t" r="r" b="b"/>
              <a:pathLst>
                <a:path w="11908" h="9431" extrusionOk="0">
                  <a:moveTo>
                    <a:pt x="10598" y="357"/>
                  </a:moveTo>
                  <a:cubicBezTo>
                    <a:pt x="10812" y="357"/>
                    <a:pt x="10979" y="524"/>
                    <a:pt x="10979" y="738"/>
                  </a:cubicBezTo>
                  <a:lnTo>
                    <a:pt x="10979" y="8168"/>
                  </a:lnTo>
                  <a:lnTo>
                    <a:pt x="929" y="8168"/>
                  </a:lnTo>
                  <a:lnTo>
                    <a:pt x="929" y="738"/>
                  </a:lnTo>
                  <a:cubicBezTo>
                    <a:pt x="929" y="524"/>
                    <a:pt x="1096" y="357"/>
                    <a:pt x="1310" y="357"/>
                  </a:cubicBezTo>
                  <a:close/>
                  <a:moveTo>
                    <a:pt x="11526" y="8573"/>
                  </a:moveTo>
                  <a:lnTo>
                    <a:pt x="11526" y="8931"/>
                  </a:lnTo>
                  <a:lnTo>
                    <a:pt x="11550" y="8931"/>
                  </a:lnTo>
                  <a:cubicBezTo>
                    <a:pt x="11550" y="9050"/>
                    <a:pt x="11455" y="9121"/>
                    <a:pt x="11336" y="9121"/>
                  </a:cubicBezTo>
                  <a:lnTo>
                    <a:pt x="572" y="9121"/>
                  </a:lnTo>
                  <a:cubicBezTo>
                    <a:pt x="453" y="9121"/>
                    <a:pt x="357" y="9050"/>
                    <a:pt x="357" y="8931"/>
                  </a:cubicBezTo>
                  <a:lnTo>
                    <a:pt x="357" y="8573"/>
                  </a:lnTo>
                  <a:lnTo>
                    <a:pt x="5215" y="8573"/>
                  </a:lnTo>
                  <a:cubicBezTo>
                    <a:pt x="5215" y="8645"/>
                    <a:pt x="5287" y="8740"/>
                    <a:pt x="5382" y="8740"/>
                  </a:cubicBezTo>
                  <a:lnTo>
                    <a:pt x="6478" y="8740"/>
                  </a:lnTo>
                  <a:cubicBezTo>
                    <a:pt x="6573" y="8740"/>
                    <a:pt x="6668" y="8645"/>
                    <a:pt x="6668" y="8573"/>
                  </a:cubicBezTo>
                  <a:close/>
                  <a:moveTo>
                    <a:pt x="1310" y="0"/>
                  </a:moveTo>
                  <a:cubicBezTo>
                    <a:pt x="881" y="0"/>
                    <a:pt x="572" y="310"/>
                    <a:pt x="572" y="738"/>
                  </a:cubicBezTo>
                  <a:lnTo>
                    <a:pt x="572" y="8168"/>
                  </a:lnTo>
                  <a:lnTo>
                    <a:pt x="357" y="8168"/>
                  </a:lnTo>
                  <a:cubicBezTo>
                    <a:pt x="143" y="8168"/>
                    <a:pt x="0" y="8335"/>
                    <a:pt x="0" y="8526"/>
                  </a:cubicBezTo>
                  <a:lnTo>
                    <a:pt x="0" y="8883"/>
                  </a:lnTo>
                  <a:cubicBezTo>
                    <a:pt x="0" y="9193"/>
                    <a:pt x="238" y="9431"/>
                    <a:pt x="524" y="9431"/>
                  </a:cubicBezTo>
                  <a:lnTo>
                    <a:pt x="11312" y="9431"/>
                  </a:lnTo>
                  <a:cubicBezTo>
                    <a:pt x="11598" y="9431"/>
                    <a:pt x="11836" y="9193"/>
                    <a:pt x="11836" y="8883"/>
                  </a:cubicBezTo>
                  <a:lnTo>
                    <a:pt x="11836" y="8526"/>
                  </a:lnTo>
                  <a:cubicBezTo>
                    <a:pt x="11907" y="8335"/>
                    <a:pt x="11764" y="8168"/>
                    <a:pt x="11550" y="8168"/>
                  </a:cubicBezTo>
                  <a:lnTo>
                    <a:pt x="11336" y="8168"/>
                  </a:lnTo>
                  <a:lnTo>
                    <a:pt x="11336" y="738"/>
                  </a:lnTo>
                  <a:cubicBezTo>
                    <a:pt x="11336" y="310"/>
                    <a:pt x="11002" y="0"/>
                    <a:pt x="1059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1"/>
            <p:cNvSpPr/>
            <p:nvPr/>
          </p:nvSpPr>
          <p:spPr>
            <a:xfrm>
              <a:off x="5360269" y="2561627"/>
              <a:ext cx="209706" cy="196856"/>
            </a:xfrm>
            <a:custGeom>
              <a:avLst/>
              <a:gdLst/>
              <a:ahLst/>
              <a:cxnLst/>
              <a:rect l="l" t="t" r="r" b="b"/>
              <a:pathLst>
                <a:path w="4835" h="4539" extrusionOk="0">
                  <a:moveTo>
                    <a:pt x="4073" y="1442"/>
                  </a:moveTo>
                  <a:lnTo>
                    <a:pt x="4454" y="1514"/>
                  </a:lnTo>
                  <a:lnTo>
                    <a:pt x="4454" y="1966"/>
                  </a:lnTo>
                  <a:lnTo>
                    <a:pt x="4073" y="2085"/>
                  </a:lnTo>
                  <a:lnTo>
                    <a:pt x="4073" y="1442"/>
                  </a:lnTo>
                  <a:close/>
                  <a:moveTo>
                    <a:pt x="1286" y="1157"/>
                  </a:moveTo>
                  <a:lnTo>
                    <a:pt x="1286" y="2300"/>
                  </a:lnTo>
                  <a:lnTo>
                    <a:pt x="548" y="2300"/>
                  </a:lnTo>
                  <a:cubicBezTo>
                    <a:pt x="536" y="2302"/>
                    <a:pt x="524" y="2303"/>
                    <a:pt x="512" y="2303"/>
                  </a:cubicBezTo>
                  <a:cubicBezTo>
                    <a:pt x="410" y="2303"/>
                    <a:pt x="334" y="2216"/>
                    <a:pt x="334" y="2109"/>
                  </a:cubicBezTo>
                  <a:lnTo>
                    <a:pt x="334" y="1371"/>
                  </a:lnTo>
                  <a:cubicBezTo>
                    <a:pt x="334" y="1252"/>
                    <a:pt x="429" y="1157"/>
                    <a:pt x="548" y="1157"/>
                  </a:cubicBezTo>
                  <a:close/>
                  <a:moveTo>
                    <a:pt x="3668" y="323"/>
                  </a:moveTo>
                  <a:lnTo>
                    <a:pt x="3668" y="3140"/>
                  </a:lnTo>
                  <a:lnTo>
                    <a:pt x="3668" y="3140"/>
                  </a:lnTo>
                  <a:lnTo>
                    <a:pt x="1620" y="2395"/>
                  </a:lnTo>
                  <a:lnTo>
                    <a:pt x="1620" y="1133"/>
                  </a:lnTo>
                  <a:lnTo>
                    <a:pt x="3668" y="323"/>
                  </a:lnTo>
                  <a:close/>
                  <a:moveTo>
                    <a:pt x="1334" y="2704"/>
                  </a:moveTo>
                  <a:lnTo>
                    <a:pt x="1810" y="4181"/>
                  </a:lnTo>
                  <a:lnTo>
                    <a:pt x="1263" y="4205"/>
                  </a:lnTo>
                  <a:lnTo>
                    <a:pt x="762" y="2704"/>
                  </a:lnTo>
                  <a:close/>
                  <a:moveTo>
                    <a:pt x="3713" y="1"/>
                  </a:moveTo>
                  <a:cubicBezTo>
                    <a:pt x="3671" y="1"/>
                    <a:pt x="3625" y="11"/>
                    <a:pt x="3573" y="37"/>
                  </a:cubicBezTo>
                  <a:lnTo>
                    <a:pt x="1429" y="871"/>
                  </a:lnTo>
                  <a:lnTo>
                    <a:pt x="548" y="871"/>
                  </a:lnTo>
                  <a:cubicBezTo>
                    <a:pt x="239" y="871"/>
                    <a:pt x="0" y="1109"/>
                    <a:pt x="0" y="1395"/>
                  </a:cubicBezTo>
                  <a:lnTo>
                    <a:pt x="0" y="2157"/>
                  </a:lnTo>
                  <a:cubicBezTo>
                    <a:pt x="0" y="2395"/>
                    <a:pt x="167" y="2562"/>
                    <a:pt x="358" y="2657"/>
                  </a:cubicBezTo>
                  <a:lnTo>
                    <a:pt x="905" y="4300"/>
                  </a:lnTo>
                  <a:cubicBezTo>
                    <a:pt x="953" y="4443"/>
                    <a:pt x="1096" y="4538"/>
                    <a:pt x="1239" y="4538"/>
                  </a:cubicBezTo>
                  <a:lnTo>
                    <a:pt x="1763" y="4538"/>
                  </a:lnTo>
                  <a:cubicBezTo>
                    <a:pt x="1882" y="4538"/>
                    <a:pt x="2001" y="4467"/>
                    <a:pt x="2072" y="4371"/>
                  </a:cubicBezTo>
                  <a:cubicBezTo>
                    <a:pt x="2120" y="4300"/>
                    <a:pt x="2168" y="4181"/>
                    <a:pt x="2120" y="4062"/>
                  </a:cubicBezTo>
                  <a:lnTo>
                    <a:pt x="1715" y="2776"/>
                  </a:lnTo>
                  <a:lnTo>
                    <a:pt x="1715" y="2776"/>
                  </a:lnTo>
                  <a:lnTo>
                    <a:pt x="3620" y="3490"/>
                  </a:lnTo>
                  <a:cubicBezTo>
                    <a:pt x="3644" y="3514"/>
                    <a:pt x="3715" y="3514"/>
                    <a:pt x="3739" y="3514"/>
                  </a:cubicBezTo>
                  <a:cubicBezTo>
                    <a:pt x="3787" y="3514"/>
                    <a:pt x="3882" y="3490"/>
                    <a:pt x="3930" y="3467"/>
                  </a:cubicBezTo>
                  <a:cubicBezTo>
                    <a:pt x="4025" y="3395"/>
                    <a:pt x="4096" y="3276"/>
                    <a:pt x="4096" y="3157"/>
                  </a:cubicBezTo>
                  <a:lnTo>
                    <a:pt x="4096" y="2443"/>
                  </a:lnTo>
                  <a:lnTo>
                    <a:pt x="4573" y="2323"/>
                  </a:lnTo>
                  <a:cubicBezTo>
                    <a:pt x="4716" y="2300"/>
                    <a:pt x="4835" y="2157"/>
                    <a:pt x="4835" y="1966"/>
                  </a:cubicBezTo>
                  <a:lnTo>
                    <a:pt x="4835" y="1514"/>
                  </a:lnTo>
                  <a:cubicBezTo>
                    <a:pt x="4811" y="1371"/>
                    <a:pt x="4692" y="1228"/>
                    <a:pt x="4549" y="1204"/>
                  </a:cubicBezTo>
                  <a:lnTo>
                    <a:pt x="4073" y="1085"/>
                  </a:lnTo>
                  <a:lnTo>
                    <a:pt x="4073" y="371"/>
                  </a:lnTo>
                  <a:cubicBezTo>
                    <a:pt x="4073" y="252"/>
                    <a:pt x="4001" y="133"/>
                    <a:pt x="3906" y="61"/>
                  </a:cubicBezTo>
                  <a:cubicBezTo>
                    <a:pt x="3846" y="31"/>
                    <a:pt x="3785" y="1"/>
                    <a:pt x="37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1"/>
            <p:cNvSpPr/>
            <p:nvPr/>
          </p:nvSpPr>
          <p:spPr>
            <a:xfrm>
              <a:off x="5586451" y="2630367"/>
              <a:ext cx="55820" cy="15526"/>
            </a:xfrm>
            <a:custGeom>
              <a:avLst/>
              <a:gdLst/>
              <a:ahLst/>
              <a:cxnLst/>
              <a:rect l="l" t="t" r="r" b="b"/>
              <a:pathLst>
                <a:path w="1287" h="358" extrusionOk="0">
                  <a:moveTo>
                    <a:pt x="191" y="0"/>
                  </a:moveTo>
                  <a:cubicBezTo>
                    <a:pt x="96" y="0"/>
                    <a:pt x="1" y="95"/>
                    <a:pt x="1" y="167"/>
                  </a:cubicBezTo>
                  <a:cubicBezTo>
                    <a:pt x="1" y="262"/>
                    <a:pt x="96" y="357"/>
                    <a:pt x="191" y="357"/>
                  </a:cubicBezTo>
                  <a:lnTo>
                    <a:pt x="1120" y="357"/>
                  </a:lnTo>
                  <a:cubicBezTo>
                    <a:pt x="1191" y="357"/>
                    <a:pt x="1287" y="262"/>
                    <a:pt x="1287" y="167"/>
                  </a:cubicBezTo>
                  <a:cubicBezTo>
                    <a:pt x="1263" y="95"/>
                    <a:pt x="1191" y="0"/>
                    <a:pt x="112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1"/>
            <p:cNvSpPr/>
            <p:nvPr/>
          </p:nvSpPr>
          <p:spPr>
            <a:xfrm>
              <a:off x="5578211" y="2589687"/>
              <a:ext cx="32052" cy="22119"/>
            </a:xfrm>
            <a:custGeom>
              <a:avLst/>
              <a:gdLst/>
              <a:ahLst/>
              <a:cxnLst/>
              <a:rect l="l" t="t" r="r" b="b"/>
              <a:pathLst>
                <a:path w="739" h="510" extrusionOk="0">
                  <a:moveTo>
                    <a:pt x="534" y="1"/>
                  </a:moveTo>
                  <a:cubicBezTo>
                    <a:pt x="513" y="1"/>
                    <a:pt x="493" y="4"/>
                    <a:pt x="477" y="9"/>
                  </a:cubicBezTo>
                  <a:lnTo>
                    <a:pt x="119" y="200"/>
                  </a:lnTo>
                  <a:cubicBezTo>
                    <a:pt x="24" y="224"/>
                    <a:pt x="0" y="343"/>
                    <a:pt x="24" y="438"/>
                  </a:cubicBezTo>
                  <a:cubicBezTo>
                    <a:pt x="48" y="486"/>
                    <a:pt x="119" y="510"/>
                    <a:pt x="167" y="510"/>
                  </a:cubicBezTo>
                  <a:cubicBezTo>
                    <a:pt x="191" y="510"/>
                    <a:pt x="238" y="510"/>
                    <a:pt x="262" y="486"/>
                  </a:cubicBezTo>
                  <a:lnTo>
                    <a:pt x="619" y="295"/>
                  </a:lnTo>
                  <a:cubicBezTo>
                    <a:pt x="715" y="271"/>
                    <a:pt x="738" y="200"/>
                    <a:pt x="715" y="105"/>
                  </a:cubicBezTo>
                  <a:cubicBezTo>
                    <a:pt x="678" y="32"/>
                    <a:pt x="600" y="1"/>
                    <a:pt x="5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1"/>
            <p:cNvSpPr/>
            <p:nvPr/>
          </p:nvSpPr>
          <p:spPr>
            <a:xfrm>
              <a:off x="5577170" y="2663025"/>
              <a:ext cx="33093" cy="24157"/>
            </a:xfrm>
            <a:custGeom>
              <a:avLst/>
              <a:gdLst/>
              <a:ahLst/>
              <a:cxnLst/>
              <a:rect l="l" t="t" r="r" b="b"/>
              <a:pathLst>
                <a:path w="763" h="557" extrusionOk="0">
                  <a:moveTo>
                    <a:pt x="219" y="1"/>
                  </a:moveTo>
                  <a:cubicBezTo>
                    <a:pt x="149" y="1"/>
                    <a:pt x="84" y="32"/>
                    <a:pt x="48" y="105"/>
                  </a:cubicBezTo>
                  <a:cubicBezTo>
                    <a:pt x="0" y="200"/>
                    <a:pt x="48" y="295"/>
                    <a:pt x="143" y="343"/>
                  </a:cubicBezTo>
                  <a:lnTo>
                    <a:pt x="501" y="533"/>
                  </a:lnTo>
                  <a:cubicBezTo>
                    <a:pt x="524" y="533"/>
                    <a:pt x="548" y="557"/>
                    <a:pt x="572" y="557"/>
                  </a:cubicBezTo>
                  <a:cubicBezTo>
                    <a:pt x="643" y="557"/>
                    <a:pt x="691" y="533"/>
                    <a:pt x="739" y="462"/>
                  </a:cubicBezTo>
                  <a:cubicBezTo>
                    <a:pt x="762" y="343"/>
                    <a:pt x="739" y="224"/>
                    <a:pt x="643" y="200"/>
                  </a:cubicBezTo>
                  <a:lnTo>
                    <a:pt x="286" y="9"/>
                  </a:lnTo>
                  <a:cubicBezTo>
                    <a:pt x="264" y="4"/>
                    <a:pt x="241" y="1"/>
                    <a:pt x="2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3" name="Google Shape;2843;p41"/>
          <p:cNvGrpSpPr/>
          <p:nvPr/>
        </p:nvGrpSpPr>
        <p:grpSpPr>
          <a:xfrm>
            <a:off x="4260565" y="1602805"/>
            <a:ext cx="622870" cy="566598"/>
            <a:chOff x="3357875" y="2338028"/>
            <a:chExt cx="399301" cy="363227"/>
          </a:xfrm>
        </p:grpSpPr>
        <p:sp>
          <p:nvSpPr>
            <p:cNvPr id="2844" name="Google Shape;2844;p41"/>
            <p:cNvSpPr/>
            <p:nvPr/>
          </p:nvSpPr>
          <p:spPr>
            <a:xfrm>
              <a:off x="3357875" y="2338028"/>
              <a:ext cx="349877" cy="285122"/>
            </a:xfrm>
            <a:custGeom>
              <a:avLst/>
              <a:gdLst/>
              <a:ahLst/>
              <a:cxnLst/>
              <a:rect l="l" t="t" r="r" b="b"/>
              <a:pathLst>
                <a:path w="10455" h="8520" extrusionOk="0">
                  <a:moveTo>
                    <a:pt x="5239" y="399"/>
                  </a:moveTo>
                  <a:lnTo>
                    <a:pt x="8716" y="1995"/>
                  </a:lnTo>
                  <a:lnTo>
                    <a:pt x="5239" y="3567"/>
                  </a:lnTo>
                  <a:lnTo>
                    <a:pt x="1763" y="1995"/>
                  </a:lnTo>
                  <a:lnTo>
                    <a:pt x="5239" y="399"/>
                  </a:lnTo>
                  <a:close/>
                  <a:moveTo>
                    <a:pt x="1429" y="2185"/>
                  </a:moveTo>
                  <a:lnTo>
                    <a:pt x="5001" y="3829"/>
                  </a:lnTo>
                  <a:lnTo>
                    <a:pt x="4049" y="5472"/>
                  </a:lnTo>
                  <a:lnTo>
                    <a:pt x="477" y="3829"/>
                  </a:lnTo>
                  <a:lnTo>
                    <a:pt x="1429" y="2185"/>
                  </a:lnTo>
                  <a:close/>
                  <a:moveTo>
                    <a:pt x="9074" y="2185"/>
                  </a:moveTo>
                  <a:lnTo>
                    <a:pt x="10026" y="3829"/>
                  </a:lnTo>
                  <a:lnTo>
                    <a:pt x="6454" y="5472"/>
                  </a:lnTo>
                  <a:lnTo>
                    <a:pt x="5501" y="3829"/>
                  </a:lnTo>
                  <a:lnTo>
                    <a:pt x="9074" y="2185"/>
                  </a:lnTo>
                  <a:close/>
                  <a:moveTo>
                    <a:pt x="5228" y="0"/>
                  </a:moveTo>
                  <a:cubicBezTo>
                    <a:pt x="5204" y="0"/>
                    <a:pt x="5180" y="6"/>
                    <a:pt x="5144" y="18"/>
                  </a:cubicBezTo>
                  <a:lnTo>
                    <a:pt x="1239" y="1804"/>
                  </a:lnTo>
                  <a:cubicBezTo>
                    <a:pt x="1215" y="1804"/>
                    <a:pt x="1191" y="1852"/>
                    <a:pt x="1167" y="1876"/>
                  </a:cubicBezTo>
                  <a:lnTo>
                    <a:pt x="24" y="3805"/>
                  </a:lnTo>
                  <a:cubicBezTo>
                    <a:pt x="0" y="3829"/>
                    <a:pt x="0" y="3900"/>
                    <a:pt x="0" y="3948"/>
                  </a:cubicBezTo>
                  <a:cubicBezTo>
                    <a:pt x="0" y="4019"/>
                    <a:pt x="48" y="4043"/>
                    <a:pt x="96" y="4067"/>
                  </a:cubicBezTo>
                  <a:lnTo>
                    <a:pt x="3977" y="5853"/>
                  </a:lnTo>
                  <a:cubicBezTo>
                    <a:pt x="4025" y="5853"/>
                    <a:pt x="4049" y="5900"/>
                    <a:pt x="4049" y="5900"/>
                  </a:cubicBezTo>
                  <a:cubicBezTo>
                    <a:pt x="4096" y="5900"/>
                    <a:pt x="4168" y="5853"/>
                    <a:pt x="4192" y="5805"/>
                  </a:cubicBezTo>
                  <a:lnTo>
                    <a:pt x="5001" y="4400"/>
                  </a:lnTo>
                  <a:lnTo>
                    <a:pt x="5001" y="8044"/>
                  </a:lnTo>
                  <a:lnTo>
                    <a:pt x="1453" y="6424"/>
                  </a:lnTo>
                  <a:lnTo>
                    <a:pt x="1453" y="5305"/>
                  </a:lnTo>
                  <a:cubicBezTo>
                    <a:pt x="1453" y="5210"/>
                    <a:pt x="1358" y="5115"/>
                    <a:pt x="1286" y="5115"/>
                  </a:cubicBezTo>
                  <a:cubicBezTo>
                    <a:pt x="1191" y="5115"/>
                    <a:pt x="1096" y="5210"/>
                    <a:pt x="1096" y="5305"/>
                  </a:cubicBezTo>
                  <a:lnTo>
                    <a:pt x="1096" y="6543"/>
                  </a:lnTo>
                  <a:cubicBezTo>
                    <a:pt x="1096" y="6615"/>
                    <a:pt x="1120" y="6662"/>
                    <a:pt x="1191" y="6686"/>
                  </a:cubicBezTo>
                  <a:lnTo>
                    <a:pt x="5097" y="8472"/>
                  </a:lnTo>
                  <a:cubicBezTo>
                    <a:pt x="5120" y="8472"/>
                    <a:pt x="5144" y="8520"/>
                    <a:pt x="5144" y="8520"/>
                  </a:cubicBezTo>
                  <a:cubicBezTo>
                    <a:pt x="5168" y="8520"/>
                    <a:pt x="5216" y="8520"/>
                    <a:pt x="5216" y="8472"/>
                  </a:cubicBezTo>
                  <a:lnTo>
                    <a:pt x="5763" y="8210"/>
                  </a:lnTo>
                  <a:cubicBezTo>
                    <a:pt x="5859" y="8187"/>
                    <a:pt x="5882" y="8068"/>
                    <a:pt x="5859" y="7972"/>
                  </a:cubicBezTo>
                  <a:cubicBezTo>
                    <a:pt x="5840" y="7899"/>
                    <a:pt x="5767" y="7868"/>
                    <a:pt x="5690" y="7868"/>
                  </a:cubicBezTo>
                  <a:cubicBezTo>
                    <a:pt x="5667" y="7868"/>
                    <a:pt x="5643" y="7871"/>
                    <a:pt x="5620" y="7877"/>
                  </a:cubicBezTo>
                  <a:lnTo>
                    <a:pt x="5335" y="8044"/>
                  </a:lnTo>
                  <a:lnTo>
                    <a:pt x="5335" y="4400"/>
                  </a:lnTo>
                  <a:lnTo>
                    <a:pt x="6121" y="5805"/>
                  </a:lnTo>
                  <a:cubicBezTo>
                    <a:pt x="6164" y="5863"/>
                    <a:pt x="6216" y="5894"/>
                    <a:pt x="6261" y="5894"/>
                  </a:cubicBezTo>
                  <a:cubicBezTo>
                    <a:pt x="6290" y="5894"/>
                    <a:pt x="6316" y="5881"/>
                    <a:pt x="6335" y="5853"/>
                  </a:cubicBezTo>
                  <a:lnTo>
                    <a:pt x="10240" y="4067"/>
                  </a:lnTo>
                  <a:cubicBezTo>
                    <a:pt x="10288" y="4043"/>
                    <a:pt x="10336" y="4019"/>
                    <a:pt x="10336" y="3948"/>
                  </a:cubicBezTo>
                  <a:cubicBezTo>
                    <a:pt x="10455" y="3924"/>
                    <a:pt x="10455" y="3876"/>
                    <a:pt x="10431" y="3805"/>
                  </a:cubicBezTo>
                  <a:lnTo>
                    <a:pt x="9288" y="1876"/>
                  </a:lnTo>
                  <a:cubicBezTo>
                    <a:pt x="9264" y="1852"/>
                    <a:pt x="9240" y="1804"/>
                    <a:pt x="9193" y="1804"/>
                  </a:cubicBezTo>
                  <a:lnTo>
                    <a:pt x="5311" y="18"/>
                  </a:lnTo>
                  <a:cubicBezTo>
                    <a:pt x="5275" y="6"/>
                    <a:pt x="5251" y="0"/>
                    <a:pt x="52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1"/>
            <p:cNvSpPr/>
            <p:nvPr/>
          </p:nvSpPr>
          <p:spPr>
            <a:xfrm>
              <a:off x="3572249" y="2516327"/>
              <a:ext cx="184928" cy="184928"/>
            </a:xfrm>
            <a:custGeom>
              <a:avLst/>
              <a:gdLst/>
              <a:ahLst/>
              <a:cxnLst/>
              <a:rect l="l" t="t" r="r" b="b"/>
              <a:pathLst>
                <a:path w="5526" h="5526" extrusionOk="0">
                  <a:moveTo>
                    <a:pt x="2763" y="334"/>
                  </a:moveTo>
                  <a:cubicBezTo>
                    <a:pt x="4096" y="334"/>
                    <a:pt x="5216" y="1430"/>
                    <a:pt x="5216" y="2763"/>
                  </a:cubicBezTo>
                  <a:cubicBezTo>
                    <a:pt x="5168" y="4097"/>
                    <a:pt x="4096" y="5192"/>
                    <a:pt x="2763" y="5192"/>
                  </a:cubicBezTo>
                  <a:cubicBezTo>
                    <a:pt x="1429" y="5192"/>
                    <a:pt x="334" y="4097"/>
                    <a:pt x="334" y="2763"/>
                  </a:cubicBezTo>
                  <a:cubicBezTo>
                    <a:pt x="334" y="1430"/>
                    <a:pt x="1429" y="334"/>
                    <a:pt x="2763" y="334"/>
                  </a:cubicBezTo>
                  <a:close/>
                  <a:moveTo>
                    <a:pt x="2763" y="1"/>
                  </a:moveTo>
                  <a:cubicBezTo>
                    <a:pt x="1239" y="1"/>
                    <a:pt x="0" y="1239"/>
                    <a:pt x="0" y="2763"/>
                  </a:cubicBezTo>
                  <a:cubicBezTo>
                    <a:pt x="0" y="4287"/>
                    <a:pt x="1239" y="5526"/>
                    <a:pt x="2763" y="5526"/>
                  </a:cubicBezTo>
                  <a:cubicBezTo>
                    <a:pt x="4287" y="5526"/>
                    <a:pt x="5525" y="4287"/>
                    <a:pt x="5525" y="2763"/>
                  </a:cubicBezTo>
                  <a:cubicBezTo>
                    <a:pt x="5525" y="1239"/>
                    <a:pt x="4287"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1"/>
            <p:cNvSpPr/>
            <p:nvPr/>
          </p:nvSpPr>
          <p:spPr>
            <a:xfrm>
              <a:off x="3624052" y="2554979"/>
              <a:ext cx="83696" cy="92096"/>
            </a:xfrm>
            <a:custGeom>
              <a:avLst/>
              <a:gdLst/>
              <a:ahLst/>
              <a:cxnLst/>
              <a:rect l="l" t="t" r="r" b="b"/>
              <a:pathLst>
                <a:path w="2501" h="2752" extrusionOk="0">
                  <a:moveTo>
                    <a:pt x="1177" y="0"/>
                  </a:moveTo>
                  <a:cubicBezTo>
                    <a:pt x="916" y="0"/>
                    <a:pt x="665" y="98"/>
                    <a:pt x="453" y="275"/>
                  </a:cubicBezTo>
                  <a:cubicBezTo>
                    <a:pt x="167" y="513"/>
                    <a:pt x="0" y="822"/>
                    <a:pt x="0" y="1203"/>
                  </a:cubicBezTo>
                  <a:cubicBezTo>
                    <a:pt x="0" y="1275"/>
                    <a:pt x="96" y="1370"/>
                    <a:pt x="167" y="1370"/>
                  </a:cubicBezTo>
                  <a:cubicBezTo>
                    <a:pt x="262" y="1370"/>
                    <a:pt x="357" y="1275"/>
                    <a:pt x="357" y="1203"/>
                  </a:cubicBezTo>
                  <a:cubicBezTo>
                    <a:pt x="357" y="918"/>
                    <a:pt x="477" y="680"/>
                    <a:pt x="691" y="537"/>
                  </a:cubicBezTo>
                  <a:cubicBezTo>
                    <a:pt x="837" y="427"/>
                    <a:pt x="1039" y="346"/>
                    <a:pt x="1232" y="346"/>
                  </a:cubicBezTo>
                  <a:cubicBezTo>
                    <a:pt x="1291" y="346"/>
                    <a:pt x="1350" y="353"/>
                    <a:pt x="1405" y="370"/>
                  </a:cubicBezTo>
                  <a:cubicBezTo>
                    <a:pt x="1715" y="418"/>
                    <a:pt x="1953" y="680"/>
                    <a:pt x="2048" y="1013"/>
                  </a:cubicBezTo>
                  <a:cubicBezTo>
                    <a:pt x="2144" y="1465"/>
                    <a:pt x="1905" y="1870"/>
                    <a:pt x="1453" y="2013"/>
                  </a:cubicBezTo>
                  <a:cubicBezTo>
                    <a:pt x="1215" y="2085"/>
                    <a:pt x="1048" y="2323"/>
                    <a:pt x="1048" y="2561"/>
                  </a:cubicBezTo>
                  <a:cubicBezTo>
                    <a:pt x="1048" y="2656"/>
                    <a:pt x="1120" y="2751"/>
                    <a:pt x="1215" y="2751"/>
                  </a:cubicBezTo>
                  <a:cubicBezTo>
                    <a:pt x="1310" y="2751"/>
                    <a:pt x="1405" y="2656"/>
                    <a:pt x="1405" y="2561"/>
                  </a:cubicBezTo>
                  <a:cubicBezTo>
                    <a:pt x="1405" y="2466"/>
                    <a:pt x="1453" y="2370"/>
                    <a:pt x="1548" y="2347"/>
                  </a:cubicBezTo>
                  <a:cubicBezTo>
                    <a:pt x="2144" y="2180"/>
                    <a:pt x="2501" y="1585"/>
                    <a:pt x="2382" y="965"/>
                  </a:cubicBezTo>
                  <a:cubicBezTo>
                    <a:pt x="2286" y="513"/>
                    <a:pt x="1905" y="132"/>
                    <a:pt x="1453" y="37"/>
                  </a:cubicBezTo>
                  <a:cubicBezTo>
                    <a:pt x="1361" y="12"/>
                    <a:pt x="1268"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1"/>
            <p:cNvSpPr/>
            <p:nvPr/>
          </p:nvSpPr>
          <p:spPr>
            <a:xfrm>
              <a:off x="3659123" y="2656611"/>
              <a:ext cx="11980" cy="11980"/>
            </a:xfrm>
            <a:custGeom>
              <a:avLst/>
              <a:gdLst/>
              <a:ahLst/>
              <a:cxnLst/>
              <a:rect l="l" t="t" r="r" b="b"/>
              <a:pathLst>
                <a:path w="358" h="358" extrusionOk="0">
                  <a:moveTo>
                    <a:pt x="167" y="0"/>
                  </a:moveTo>
                  <a:cubicBezTo>
                    <a:pt x="72" y="0"/>
                    <a:pt x="0" y="95"/>
                    <a:pt x="0" y="191"/>
                  </a:cubicBezTo>
                  <a:cubicBezTo>
                    <a:pt x="0" y="262"/>
                    <a:pt x="72" y="357"/>
                    <a:pt x="167" y="357"/>
                  </a:cubicBezTo>
                  <a:cubicBezTo>
                    <a:pt x="262" y="357"/>
                    <a:pt x="357" y="262"/>
                    <a:pt x="357" y="191"/>
                  </a:cubicBezTo>
                  <a:cubicBezTo>
                    <a:pt x="357" y="72"/>
                    <a:pt x="262"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8" name="Google Shape;2848;p41"/>
          <p:cNvGrpSpPr/>
          <p:nvPr/>
        </p:nvGrpSpPr>
        <p:grpSpPr>
          <a:xfrm>
            <a:off x="3318865" y="2457898"/>
            <a:ext cx="549892" cy="434412"/>
            <a:chOff x="2054063" y="2966593"/>
            <a:chExt cx="398501" cy="314837"/>
          </a:xfrm>
        </p:grpSpPr>
        <p:sp>
          <p:nvSpPr>
            <p:cNvPr id="2849" name="Google Shape;2849;p41"/>
            <p:cNvSpPr/>
            <p:nvPr/>
          </p:nvSpPr>
          <p:spPr>
            <a:xfrm>
              <a:off x="2097902" y="3214465"/>
              <a:ext cx="310856" cy="11980"/>
            </a:xfrm>
            <a:custGeom>
              <a:avLst/>
              <a:gdLst/>
              <a:ahLst/>
              <a:cxnLst/>
              <a:rect l="l" t="t" r="r" b="b"/>
              <a:pathLst>
                <a:path w="9289" h="358" extrusionOk="0">
                  <a:moveTo>
                    <a:pt x="167" y="0"/>
                  </a:moveTo>
                  <a:cubicBezTo>
                    <a:pt x="72" y="0"/>
                    <a:pt x="1" y="95"/>
                    <a:pt x="1" y="191"/>
                  </a:cubicBezTo>
                  <a:cubicBezTo>
                    <a:pt x="1" y="262"/>
                    <a:pt x="96" y="357"/>
                    <a:pt x="167" y="357"/>
                  </a:cubicBezTo>
                  <a:lnTo>
                    <a:pt x="9098" y="357"/>
                  </a:lnTo>
                  <a:cubicBezTo>
                    <a:pt x="9193" y="357"/>
                    <a:pt x="9288" y="262"/>
                    <a:pt x="9288" y="191"/>
                  </a:cubicBezTo>
                  <a:cubicBezTo>
                    <a:pt x="9288" y="95"/>
                    <a:pt x="9217" y="0"/>
                    <a:pt x="909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1"/>
            <p:cNvSpPr/>
            <p:nvPr/>
          </p:nvSpPr>
          <p:spPr>
            <a:xfrm>
              <a:off x="2054063" y="3108450"/>
              <a:ext cx="398501" cy="172981"/>
            </a:xfrm>
            <a:custGeom>
              <a:avLst/>
              <a:gdLst/>
              <a:ahLst/>
              <a:cxnLst/>
              <a:rect l="l" t="t" r="r" b="b"/>
              <a:pathLst>
                <a:path w="11908" h="5169" extrusionOk="0">
                  <a:moveTo>
                    <a:pt x="11527" y="4311"/>
                  </a:moveTo>
                  <a:lnTo>
                    <a:pt x="11527" y="4669"/>
                  </a:lnTo>
                  <a:lnTo>
                    <a:pt x="11551" y="4669"/>
                  </a:lnTo>
                  <a:cubicBezTo>
                    <a:pt x="11551" y="4788"/>
                    <a:pt x="11456" y="4859"/>
                    <a:pt x="11336" y="4859"/>
                  </a:cubicBezTo>
                  <a:lnTo>
                    <a:pt x="572" y="4859"/>
                  </a:lnTo>
                  <a:cubicBezTo>
                    <a:pt x="453" y="4859"/>
                    <a:pt x="358" y="4788"/>
                    <a:pt x="358" y="4669"/>
                  </a:cubicBezTo>
                  <a:lnTo>
                    <a:pt x="358" y="4311"/>
                  </a:lnTo>
                  <a:lnTo>
                    <a:pt x="5216" y="4311"/>
                  </a:lnTo>
                  <a:cubicBezTo>
                    <a:pt x="5216" y="4383"/>
                    <a:pt x="5288" y="4478"/>
                    <a:pt x="5383" y="4478"/>
                  </a:cubicBezTo>
                  <a:lnTo>
                    <a:pt x="6478" y="4478"/>
                  </a:lnTo>
                  <a:cubicBezTo>
                    <a:pt x="6574" y="4478"/>
                    <a:pt x="6669" y="4383"/>
                    <a:pt x="6669" y="4311"/>
                  </a:cubicBezTo>
                  <a:close/>
                  <a:moveTo>
                    <a:pt x="739" y="1"/>
                  </a:moveTo>
                  <a:cubicBezTo>
                    <a:pt x="644" y="1"/>
                    <a:pt x="572" y="96"/>
                    <a:pt x="572" y="191"/>
                  </a:cubicBezTo>
                  <a:lnTo>
                    <a:pt x="572" y="3906"/>
                  </a:lnTo>
                  <a:lnTo>
                    <a:pt x="358" y="3906"/>
                  </a:lnTo>
                  <a:cubicBezTo>
                    <a:pt x="144" y="3906"/>
                    <a:pt x="1" y="4073"/>
                    <a:pt x="1" y="4264"/>
                  </a:cubicBezTo>
                  <a:lnTo>
                    <a:pt x="1" y="4621"/>
                  </a:lnTo>
                  <a:cubicBezTo>
                    <a:pt x="1" y="4931"/>
                    <a:pt x="239" y="5169"/>
                    <a:pt x="525" y="5169"/>
                  </a:cubicBezTo>
                  <a:lnTo>
                    <a:pt x="11313" y="5169"/>
                  </a:lnTo>
                  <a:cubicBezTo>
                    <a:pt x="11598" y="5169"/>
                    <a:pt x="11837" y="4931"/>
                    <a:pt x="11837" y="4621"/>
                  </a:cubicBezTo>
                  <a:lnTo>
                    <a:pt x="11837" y="4264"/>
                  </a:lnTo>
                  <a:cubicBezTo>
                    <a:pt x="11908" y="4073"/>
                    <a:pt x="11741" y="3906"/>
                    <a:pt x="11551" y="3906"/>
                  </a:cubicBezTo>
                  <a:lnTo>
                    <a:pt x="11336" y="3906"/>
                  </a:lnTo>
                  <a:lnTo>
                    <a:pt x="11336" y="191"/>
                  </a:lnTo>
                  <a:cubicBezTo>
                    <a:pt x="11336" y="96"/>
                    <a:pt x="11241" y="1"/>
                    <a:pt x="11146" y="1"/>
                  </a:cubicBezTo>
                  <a:cubicBezTo>
                    <a:pt x="11074" y="1"/>
                    <a:pt x="10979" y="96"/>
                    <a:pt x="10979" y="191"/>
                  </a:cubicBezTo>
                  <a:lnTo>
                    <a:pt x="10979" y="3906"/>
                  </a:lnTo>
                  <a:lnTo>
                    <a:pt x="930" y="3906"/>
                  </a:lnTo>
                  <a:lnTo>
                    <a:pt x="930" y="191"/>
                  </a:lnTo>
                  <a:cubicBezTo>
                    <a:pt x="930" y="96"/>
                    <a:pt x="834" y="1"/>
                    <a:pt x="7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1"/>
            <p:cNvSpPr/>
            <p:nvPr/>
          </p:nvSpPr>
          <p:spPr>
            <a:xfrm>
              <a:off x="2055670" y="2966593"/>
              <a:ext cx="396895" cy="133124"/>
            </a:xfrm>
            <a:custGeom>
              <a:avLst/>
              <a:gdLst/>
              <a:ahLst/>
              <a:cxnLst/>
              <a:rect l="l" t="t" r="r" b="b"/>
              <a:pathLst>
                <a:path w="11860" h="3978" extrusionOk="0">
                  <a:moveTo>
                    <a:pt x="10503" y="334"/>
                  </a:moveTo>
                  <a:cubicBezTo>
                    <a:pt x="10598" y="334"/>
                    <a:pt x="10669" y="382"/>
                    <a:pt x="10693" y="453"/>
                  </a:cubicBezTo>
                  <a:lnTo>
                    <a:pt x="11431" y="2192"/>
                  </a:lnTo>
                  <a:lnTo>
                    <a:pt x="429" y="2192"/>
                  </a:lnTo>
                  <a:lnTo>
                    <a:pt x="1167" y="453"/>
                  </a:lnTo>
                  <a:cubicBezTo>
                    <a:pt x="1191" y="382"/>
                    <a:pt x="1263" y="334"/>
                    <a:pt x="1358" y="334"/>
                  </a:cubicBezTo>
                  <a:close/>
                  <a:moveTo>
                    <a:pt x="2834" y="2525"/>
                  </a:moveTo>
                  <a:cubicBezTo>
                    <a:pt x="2787" y="3144"/>
                    <a:pt x="2239" y="3621"/>
                    <a:pt x="1596" y="3621"/>
                  </a:cubicBezTo>
                  <a:cubicBezTo>
                    <a:pt x="953" y="3621"/>
                    <a:pt x="429" y="3144"/>
                    <a:pt x="334" y="2525"/>
                  </a:cubicBezTo>
                  <a:close/>
                  <a:moveTo>
                    <a:pt x="5716" y="2525"/>
                  </a:moveTo>
                  <a:cubicBezTo>
                    <a:pt x="5644" y="3144"/>
                    <a:pt x="5120" y="3621"/>
                    <a:pt x="4477" y="3621"/>
                  </a:cubicBezTo>
                  <a:cubicBezTo>
                    <a:pt x="3858" y="3621"/>
                    <a:pt x="3311" y="3144"/>
                    <a:pt x="3215" y="2525"/>
                  </a:cubicBezTo>
                  <a:close/>
                  <a:moveTo>
                    <a:pt x="8621" y="2525"/>
                  </a:moveTo>
                  <a:cubicBezTo>
                    <a:pt x="8526" y="3144"/>
                    <a:pt x="7978" y="3621"/>
                    <a:pt x="7359" y="3621"/>
                  </a:cubicBezTo>
                  <a:cubicBezTo>
                    <a:pt x="6740" y="3621"/>
                    <a:pt x="6192" y="3144"/>
                    <a:pt x="6121" y="2525"/>
                  </a:cubicBezTo>
                  <a:close/>
                  <a:moveTo>
                    <a:pt x="11503" y="2525"/>
                  </a:moveTo>
                  <a:cubicBezTo>
                    <a:pt x="11408" y="3144"/>
                    <a:pt x="10884" y="3621"/>
                    <a:pt x="10241" y="3621"/>
                  </a:cubicBezTo>
                  <a:cubicBezTo>
                    <a:pt x="9621" y="3621"/>
                    <a:pt x="9098" y="3144"/>
                    <a:pt x="9002" y="2525"/>
                  </a:cubicBezTo>
                  <a:close/>
                  <a:moveTo>
                    <a:pt x="1334" y="1"/>
                  </a:moveTo>
                  <a:cubicBezTo>
                    <a:pt x="1143" y="1"/>
                    <a:pt x="929" y="120"/>
                    <a:pt x="834" y="334"/>
                  </a:cubicBezTo>
                  <a:lnTo>
                    <a:pt x="0" y="2311"/>
                  </a:lnTo>
                  <a:lnTo>
                    <a:pt x="0" y="2382"/>
                  </a:lnTo>
                  <a:cubicBezTo>
                    <a:pt x="0" y="3264"/>
                    <a:pt x="715" y="3978"/>
                    <a:pt x="1620" y="3978"/>
                  </a:cubicBezTo>
                  <a:cubicBezTo>
                    <a:pt x="2239" y="3978"/>
                    <a:pt x="2763" y="3621"/>
                    <a:pt x="3049" y="3097"/>
                  </a:cubicBezTo>
                  <a:cubicBezTo>
                    <a:pt x="3311" y="3621"/>
                    <a:pt x="3835" y="3978"/>
                    <a:pt x="4477" y="3978"/>
                  </a:cubicBezTo>
                  <a:cubicBezTo>
                    <a:pt x="5097" y="3978"/>
                    <a:pt x="5644" y="3621"/>
                    <a:pt x="5906" y="3097"/>
                  </a:cubicBezTo>
                  <a:cubicBezTo>
                    <a:pt x="6168" y="3621"/>
                    <a:pt x="6716" y="3978"/>
                    <a:pt x="7335" y="3978"/>
                  </a:cubicBezTo>
                  <a:cubicBezTo>
                    <a:pt x="7954" y="3978"/>
                    <a:pt x="8502" y="3621"/>
                    <a:pt x="8764" y="3097"/>
                  </a:cubicBezTo>
                  <a:cubicBezTo>
                    <a:pt x="9026" y="3621"/>
                    <a:pt x="9574" y="3978"/>
                    <a:pt x="10193" y="3978"/>
                  </a:cubicBezTo>
                  <a:cubicBezTo>
                    <a:pt x="11074" y="3978"/>
                    <a:pt x="11789" y="3264"/>
                    <a:pt x="11789" y="2382"/>
                  </a:cubicBezTo>
                  <a:cubicBezTo>
                    <a:pt x="11860" y="2359"/>
                    <a:pt x="11860" y="2311"/>
                    <a:pt x="11860" y="2311"/>
                  </a:cubicBezTo>
                  <a:lnTo>
                    <a:pt x="11026" y="334"/>
                  </a:lnTo>
                  <a:cubicBezTo>
                    <a:pt x="10931" y="120"/>
                    <a:pt x="10717" y="1"/>
                    <a:pt x="1050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1"/>
            <p:cNvSpPr/>
            <p:nvPr/>
          </p:nvSpPr>
          <p:spPr>
            <a:xfrm>
              <a:off x="2161652" y="3102359"/>
              <a:ext cx="63550" cy="96982"/>
            </a:xfrm>
            <a:custGeom>
              <a:avLst/>
              <a:gdLst/>
              <a:ahLst/>
              <a:cxnLst/>
              <a:rect l="l" t="t" r="r" b="b"/>
              <a:pathLst>
                <a:path w="1899" h="2898" extrusionOk="0">
                  <a:moveTo>
                    <a:pt x="334" y="540"/>
                  </a:moveTo>
                  <a:lnTo>
                    <a:pt x="1287" y="1350"/>
                  </a:lnTo>
                  <a:lnTo>
                    <a:pt x="763" y="1374"/>
                  </a:lnTo>
                  <a:cubicBezTo>
                    <a:pt x="739" y="1374"/>
                    <a:pt x="691" y="1421"/>
                    <a:pt x="644" y="1445"/>
                  </a:cubicBezTo>
                  <a:lnTo>
                    <a:pt x="334" y="1802"/>
                  </a:lnTo>
                  <a:lnTo>
                    <a:pt x="334" y="540"/>
                  </a:lnTo>
                  <a:close/>
                  <a:moveTo>
                    <a:pt x="164" y="1"/>
                  </a:moveTo>
                  <a:cubicBezTo>
                    <a:pt x="140" y="1"/>
                    <a:pt x="116" y="6"/>
                    <a:pt x="96" y="16"/>
                  </a:cubicBezTo>
                  <a:cubicBezTo>
                    <a:pt x="25" y="40"/>
                    <a:pt x="1" y="111"/>
                    <a:pt x="1" y="159"/>
                  </a:cubicBezTo>
                  <a:lnTo>
                    <a:pt x="1" y="2207"/>
                  </a:lnTo>
                  <a:cubicBezTo>
                    <a:pt x="1" y="2279"/>
                    <a:pt x="25" y="2374"/>
                    <a:pt x="120" y="2374"/>
                  </a:cubicBezTo>
                  <a:lnTo>
                    <a:pt x="167" y="2374"/>
                  </a:lnTo>
                  <a:cubicBezTo>
                    <a:pt x="239" y="2374"/>
                    <a:pt x="263" y="2326"/>
                    <a:pt x="286" y="2302"/>
                  </a:cubicBezTo>
                  <a:lnTo>
                    <a:pt x="739" y="1826"/>
                  </a:lnTo>
                  <a:lnTo>
                    <a:pt x="1191" y="2803"/>
                  </a:lnTo>
                  <a:cubicBezTo>
                    <a:pt x="1215" y="2874"/>
                    <a:pt x="1287" y="2898"/>
                    <a:pt x="1334" y="2898"/>
                  </a:cubicBezTo>
                  <a:cubicBezTo>
                    <a:pt x="1358" y="2898"/>
                    <a:pt x="1406" y="2898"/>
                    <a:pt x="1406" y="2874"/>
                  </a:cubicBezTo>
                  <a:cubicBezTo>
                    <a:pt x="1477" y="2850"/>
                    <a:pt x="1525" y="2731"/>
                    <a:pt x="1477" y="2636"/>
                  </a:cubicBezTo>
                  <a:lnTo>
                    <a:pt x="1049" y="1659"/>
                  </a:lnTo>
                  <a:lnTo>
                    <a:pt x="1692" y="1612"/>
                  </a:lnTo>
                  <a:cubicBezTo>
                    <a:pt x="1763" y="1612"/>
                    <a:pt x="1811" y="1564"/>
                    <a:pt x="1834" y="1493"/>
                  </a:cubicBezTo>
                  <a:cubicBezTo>
                    <a:pt x="1844" y="1496"/>
                    <a:pt x="1852" y="1497"/>
                    <a:pt x="1858" y="1497"/>
                  </a:cubicBezTo>
                  <a:cubicBezTo>
                    <a:pt x="1899" y="1497"/>
                    <a:pt x="1872" y="1436"/>
                    <a:pt x="1811" y="1374"/>
                  </a:cubicBezTo>
                  <a:lnTo>
                    <a:pt x="263" y="40"/>
                  </a:lnTo>
                  <a:cubicBezTo>
                    <a:pt x="235" y="12"/>
                    <a:pt x="199" y="1"/>
                    <a:pt x="16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3" name="Google Shape;2853;p41"/>
          <p:cNvSpPr txBox="1">
            <a:spLocks noGrp="1"/>
          </p:cNvSpPr>
          <p:nvPr>
            <p:ph type="subTitle" idx="4294967295"/>
          </p:nvPr>
        </p:nvSpPr>
        <p:spPr>
          <a:xfrm>
            <a:off x="6082267" y="3970010"/>
            <a:ext cx="1801500" cy="630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000000"/>
              </a:buClr>
              <a:buFont typeface="Arial"/>
              <a:buNone/>
            </a:pPr>
            <a:r>
              <a:rPr lang="en"/>
              <a:t>Despite being red, Mars is a very cold place</a:t>
            </a:r>
            <a:endParaRPr/>
          </a:p>
        </p:txBody>
      </p:sp>
      <p:sp>
        <p:nvSpPr>
          <p:cNvPr id="2854" name="Google Shape;2854;p41"/>
          <p:cNvSpPr/>
          <p:nvPr/>
        </p:nvSpPr>
        <p:spPr>
          <a:xfrm rot="10800000" flipH="1">
            <a:off x="6679907" y="2679550"/>
            <a:ext cx="11499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41"/>
          <p:cNvSpPr txBox="1">
            <a:spLocks noGrp="1"/>
          </p:cNvSpPr>
          <p:nvPr>
            <p:ph type="ctrTitle" idx="4294967295"/>
          </p:nvPr>
        </p:nvSpPr>
        <p:spPr>
          <a:xfrm>
            <a:off x="6595506" y="2469259"/>
            <a:ext cx="18015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sz="1800"/>
              <a:t>MERCURY</a:t>
            </a:r>
            <a:endParaRPr sz="1800"/>
          </a:p>
        </p:txBody>
      </p:sp>
      <p:sp>
        <p:nvSpPr>
          <p:cNvPr id="2856" name="Google Shape;2856;p41"/>
          <p:cNvSpPr txBox="1">
            <a:spLocks noGrp="1"/>
          </p:cNvSpPr>
          <p:nvPr>
            <p:ph type="subTitle" idx="4294967295"/>
          </p:nvPr>
        </p:nvSpPr>
        <p:spPr>
          <a:xfrm>
            <a:off x="6595426" y="2808925"/>
            <a:ext cx="1801500" cy="630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a:t>Mercury is the closest planet to the Sun </a:t>
            </a:r>
            <a:endParaRPr/>
          </a:p>
        </p:txBody>
      </p:sp>
      <p:sp>
        <p:nvSpPr>
          <p:cNvPr id="2857" name="Google Shape;2857;p41"/>
          <p:cNvSpPr/>
          <p:nvPr/>
        </p:nvSpPr>
        <p:spPr>
          <a:xfrm rot="10800000" flipH="1">
            <a:off x="6337072" y="1415675"/>
            <a:ext cx="7701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41"/>
          <p:cNvSpPr txBox="1">
            <a:spLocks noGrp="1"/>
          </p:cNvSpPr>
          <p:nvPr>
            <p:ph type="ctrTitle" idx="4294967295"/>
          </p:nvPr>
        </p:nvSpPr>
        <p:spPr>
          <a:xfrm>
            <a:off x="6217038" y="1207534"/>
            <a:ext cx="18015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sz="1800"/>
              <a:t>VENUS</a:t>
            </a:r>
            <a:endParaRPr sz="1800"/>
          </a:p>
        </p:txBody>
      </p:sp>
      <p:sp>
        <p:nvSpPr>
          <p:cNvPr id="2859" name="Google Shape;2859;p41"/>
          <p:cNvSpPr txBox="1">
            <a:spLocks noGrp="1"/>
          </p:cNvSpPr>
          <p:nvPr>
            <p:ph type="subTitle" idx="4294967295"/>
          </p:nvPr>
        </p:nvSpPr>
        <p:spPr>
          <a:xfrm>
            <a:off x="6216958" y="1547200"/>
            <a:ext cx="1801500" cy="630300"/>
          </a:xfrm>
          <a:prstGeom prst="rect">
            <a:avLst/>
          </a:prstGeom>
        </p:spPr>
        <p:txBody>
          <a:bodyPr spcFirstLastPara="1" wrap="square" lIns="91425" tIns="91425" rIns="91425" bIns="91425" anchor="t" anchorCtr="0">
            <a:noAutofit/>
          </a:bodyPr>
          <a:lstStyle/>
          <a:p>
            <a:pPr marL="0" lvl="0" indent="0" algn="l" rtl="0">
              <a:spcBef>
                <a:spcPts val="100"/>
              </a:spcBef>
              <a:spcAft>
                <a:spcPts val="0"/>
              </a:spcAft>
              <a:buNone/>
            </a:pPr>
            <a:r>
              <a:rPr lang="en"/>
              <a:t>Venus has a poisonous atmosphere</a:t>
            </a:r>
            <a:endParaRPr/>
          </a:p>
        </p:txBody>
      </p:sp>
      <p:grpSp>
        <p:nvGrpSpPr>
          <p:cNvPr id="2860" name="Google Shape;2860;p41"/>
          <p:cNvGrpSpPr/>
          <p:nvPr/>
        </p:nvGrpSpPr>
        <p:grpSpPr>
          <a:xfrm flipH="1">
            <a:off x="-2285782" y="-2728990"/>
            <a:ext cx="4017967" cy="3644766"/>
            <a:chOff x="3166062" y="1034326"/>
            <a:chExt cx="6010422" cy="5452155"/>
          </a:xfrm>
        </p:grpSpPr>
        <p:sp>
          <p:nvSpPr>
            <p:cNvPr id="2861" name="Google Shape;2861;p41"/>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41"/>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3" name="Google Shape;2863;p41"/>
          <p:cNvGrpSpPr/>
          <p:nvPr/>
        </p:nvGrpSpPr>
        <p:grpSpPr>
          <a:xfrm>
            <a:off x="6938397" y="2973664"/>
            <a:ext cx="3863499" cy="3798516"/>
            <a:chOff x="3133537" y="-308699"/>
            <a:chExt cx="6010422" cy="5452155"/>
          </a:xfrm>
        </p:grpSpPr>
        <p:sp>
          <p:nvSpPr>
            <p:cNvPr id="2864" name="Google Shape;2864;p41"/>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41"/>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866" name="Google Shape;2866;p41"/>
          <p:cNvCxnSpPr>
            <a:endCxn id="2817" idx="3"/>
          </p:cNvCxnSpPr>
          <p:nvPr/>
        </p:nvCxnSpPr>
        <p:spPr>
          <a:xfrm rot="10800000">
            <a:off x="5797958" y="3850394"/>
            <a:ext cx="209400" cy="600"/>
          </a:xfrm>
          <a:prstGeom prst="straightConnector1">
            <a:avLst/>
          </a:prstGeom>
          <a:noFill/>
          <a:ln w="19050" cap="flat" cmpd="sng">
            <a:solidFill>
              <a:schemeClr val="accent3"/>
            </a:solidFill>
            <a:prstDash val="solid"/>
            <a:round/>
            <a:headEnd type="oval" w="med" len="med"/>
            <a:tailEnd type="none" w="med" len="med"/>
          </a:ln>
        </p:spPr>
      </p:cxnSp>
      <p:grpSp>
        <p:nvGrpSpPr>
          <p:cNvPr id="2867" name="Google Shape;2867;p41"/>
          <p:cNvGrpSpPr/>
          <p:nvPr/>
        </p:nvGrpSpPr>
        <p:grpSpPr>
          <a:xfrm>
            <a:off x="1408616" y="901923"/>
            <a:ext cx="593164" cy="1161172"/>
            <a:chOff x="4921825" y="870250"/>
            <a:chExt cx="407925" cy="798550"/>
          </a:xfrm>
        </p:grpSpPr>
        <p:sp>
          <p:nvSpPr>
            <p:cNvPr id="2868" name="Google Shape;2868;p41"/>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41"/>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41"/>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41"/>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41"/>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1"/>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41"/>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41"/>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1"/>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41"/>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41"/>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41"/>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41"/>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1"/>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41"/>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41"/>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41"/>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41"/>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41"/>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1"/>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41"/>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41"/>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41"/>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41"/>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1"/>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1"/>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1"/>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1"/>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1"/>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1"/>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901"/>
        <p:cNvGrpSpPr/>
        <p:nvPr/>
      </p:nvGrpSpPr>
      <p:grpSpPr>
        <a:xfrm>
          <a:off x="0" y="0"/>
          <a:ext cx="0" cy="0"/>
          <a:chOff x="0" y="0"/>
          <a:chExt cx="0" cy="0"/>
        </a:xfrm>
      </p:grpSpPr>
      <p:sp>
        <p:nvSpPr>
          <p:cNvPr id="2902" name="Google Shape;2902;p42"/>
          <p:cNvSpPr/>
          <p:nvPr/>
        </p:nvSpPr>
        <p:spPr>
          <a:xfrm rot="10800000" flipH="1">
            <a:off x="6098474" y="3658238"/>
            <a:ext cx="23304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2"/>
          <p:cNvSpPr txBox="1">
            <a:spLocks noGrp="1"/>
          </p:cNvSpPr>
          <p:nvPr>
            <p:ph type="title"/>
          </p:nvPr>
        </p:nvSpPr>
        <p:spPr>
          <a:xfrm>
            <a:off x="5726950" y="3519625"/>
            <a:ext cx="2701800" cy="31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—SOMEONE FAMOUS</a:t>
            </a:r>
            <a:endParaRPr/>
          </a:p>
        </p:txBody>
      </p:sp>
      <p:sp>
        <p:nvSpPr>
          <p:cNvPr id="2904" name="Google Shape;2904;p42"/>
          <p:cNvSpPr txBox="1">
            <a:spLocks noGrp="1"/>
          </p:cNvSpPr>
          <p:nvPr>
            <p:ph type="subTitle" idx="1"/>
          </p:nvPr>
        </p:nvSpPr>
        <p:spPr>
          <a:xfrm>
            <a:off x="2201175" y="1415825"/>
            <a:ext cx="6227700" cy="1740300"/>
          </a:xfrm>
          <a:prstGeom prst="rect">
            <a:avLst/>
          </a:prstGeom>
        </p:spPr>
        <p:txBody>
          <a:bodyPr spcFirstLastPara="1" wrap="square" lIns="91425" tIns="91425" rIns="91425" bIns="91425" anchor="ctr" anchorCtr="0">
            <a:noAutofit/>
          </a:bodyPr>
          <a:lstStyle/>
          <a:p>
            <a:pPr marL="0" lvl="0" indent="0" algn="r" rtl="0">
              <a:spcBef>
                <a:spcPts val="0"/>
              </a:spcBef>
              <a:spcAft>
                <a:spcPts val="1600"/>
              </a:spcAft>
              <a:buNone/>
            </a:pPr>
            <a:r>
              <a:rPr lang="en"/>
              <a:t>“This is a quote, words full of wisdom that someone important said and can make the reader get inspired.”</a:t>
            </a:r>
            <a:endParaRPr/>
          </a:p>
        </p:txBody>
      </p:sp>
      <p:grpSp>
        <p:nvGrpSpPr>
          <p:cNvPr id="2905" name="Google Shape;2905;p42"/>
          <p:cNvGrpSpPr/>
          <p:nvPr/>
        </p:nvGrpSpPr>
        <p:grpSpPr>
          <a:xfrm>
            <a:off x="4142066" y="3243098"/>
            <a:ext cx="593164" cy="1161172"/>
            <a:chOff x="4921825" y="870250"/>
            <a:chExt cx="407925" cy="798550"/>
          </a:xfrm>
        </p:grpSpPr>
        <p:sp>
          <p:nvSpPr>
            <p:cNvPr id="2906" name="Google Shape;2906;p42"/>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42"/>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42"/>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2"/>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2"/>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2"/>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2"/>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2"/>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2"/>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2"/>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2"/>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2"/>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42"/>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42"/>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2"/>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42"/>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42"/>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42"/>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42"/>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42"/>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2"/>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42"/>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42"/>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42"/>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42"/>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42"/>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42"/>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42"/>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42"/>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42"/>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936" name="Google Shape;2936;p42"/>
          <p:cNvPicPr preferRelativeResize="0"/>
          <p:nvPr/>
        </p:nvPicPr>
        <p:blipFill>
          <a:blip r:embed="rId3">
            <a:alphaModFix/>
          </a:blip>
          <a:stretch>
            <a:fillRect/>
          </a:stretch>
        </p:blipFill>
        <p:spPr>
          <a:xfrm>
            <a:off x="715100" y="534988"/>
            <a:ext cx="2038350" cy="372427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940"/>
        <p:cNvGrpSpPr/>
        <p:nvPr/>
      </p:nvGrpSpPr>
      <p:grpSpPr>
        <a:xfrm>
          <a:off x="0" y="0"/>
          <a:ext cx="0" cy="0"/>
          <a:chOff x="0" y="0"/>
          <a:chExt cx="0" cy="0"/>
        </a:xfrm>
      </p:grpSpPr>
      <p:sp>
        <p:nvSpPr>
          <p:cNvPr id="2941" name="Google Shape;2941;p43"/>
          <p:cNvSpPr/>
          <p:nvPr/>
        </p:nvSpPr>
        <p:spPr>
          <a:xfrm>
            <a:off x="3107350" y="685975"/>
            <a:ext cx="28806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4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MARKET SHARE</a:t>
            </a:r>
            <a:endParaRPr/>
          </a:p>
        </p:txBody>
      </p:sp>
      <p:sp>
        <p:nvSpPr>
          <p:cNvPr id="2943" name="Google Shape;2943;p43"/>
          <p:cNvSpPr txBox="1"/>
          <p:nvPr/>
        </p:nvSpPr>
        <p:spPr>
          <a:xfrm>
            <a:off x="724875" y="4322850"/>
            <a:ext cx="7704000" cy="229800"/>
          </a:xfrm>
          <a:prstGeom prst="rect">
            <a:avLst/>
          </a:prstGeom>
          <a:noFill/>
          <a:ln>
            <a:noFill/>
          </a:ln>
        </p:spPr>
        <p:txBody>
          <a:bodyPr spcFirstLastPara="1" wrap="square" lIns="0" tIns="6350" rIns="0" bIns="0" anchor="t" anchorCtr="0">
            <a:noAutofit/>
          </a:bodyPr>
          <a:lstStyle/>
          <a:p>
            <a:pPr marL="0" lvl="0" indent="0" algn="ctr" rtl="0">
              <a:spcBef>
                <a:spcPts val="0"/>
              </a:spcBef>
              <a:spcAft>
                <a:spcPts val="1600"/>
              </a:spcAft>
              <a:buClr>
                <a:schemeClr val="dk1"/>
              </a:buClr>
              <a:buSzPts val="1100"/>
              <a:buFont typeface="Arial"/>
              <a:buNone/>
            </a:pPr>
            <a:r>
              <a:rPr lang="en">
                <a:solidFill>
                  <a:schemeClr val="dk2"/>
                </a:solidFill>
                <a:latin typeface="Abel"/>
                <a:ea typeface="Abel"/>
                <a:cs typeface="Abel"/>
                <a:sym typeface="Abel"/>
              </a:rPr>
              <a:t>Follow the link in the graph to modify its data and then paste the new one here. </a:t>
            </a:r>
            <a:r>
              <a:rPr lang="en" b="1">
                <a:solidFill>
                  <a:schemeClr val="dk2"/>
                </a:solidFill>
                <a:uFill>
                  <a:noFill/>
                </a:uFill>
                <a:latin typeface="Abel"/>
                <a:ea typeface="Abel"/>
                <a:cs typeface="Abel"/>
                <a:sym typeface="Abel"/>
                <a:hlinkClick r:id="rId3">
                  <a:extLst>
                    <a:ext uri="{A12FA001-AC4F-418D-AE19-62706E023703}">
                      <ahyp:hlinkClr xmlns:ahyp="http://schemas.microsoft.com/office/drawing/2018/hyperlinkcolor" val="tx"/>
                    </a:ext>
                  </a:extLst>
                </a:hlinkClick>
              </a:rPr>
              <a:t>For more info, click here</a:t>
            </a:r>
            <a:endParaRPr>
              <a:solidFill>
                <a:schemeClr val="dk2"/>
              </a:solidFill>
              <a:latin typeface="Abel"/>
              <a:ea typeface="Abel"/>
              <a:cs typeface="Abel"/>
              <a:sym typeface="Abel"/>
            </a:endParaRPr>
          </a:p>
        </p:txBody>
      </p:sp>
      <p:sp>
        <p:nvSpPr>
          <p:cNvPr id="2944" name="Google Shape;2944;p43"/>
          <p:cNvSpPr/>
          <p:nvPr/>
        </p:nvSpPr>
        <p:spPr>
          <a:xfrm rot="10800000" flipH="1">
            <a:off x="6178950" y="1793625"/>
            <a:ext cx="10509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43"/>
          <p:cNvSpPr txBox="1">
            <a:spLocks noGrp="1"/>
          </p:cNvSpPr>
          <p:nvPr>
            <p:ph type="ctrTitle" idx="4294967295"/>
          </p:nvPr>
        </p:nvSpPr>
        <p:spPr>
          <a:xfrm>
            <a:off x="6167047" y="1583334"/>
            <a:ext cx="21807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800"/>
              <a:t>SATURN</a:t>
            </a:r>
            <a:endParaRPr sz="1800"/>
          </a:p>
        </p:txBody>
      </p:sp>
      <p:sp>
        <p:nvSpPr>
          <p:cNvPr id="2946" name="Google Shape;2946;p43"/>
          <p:cNvSpPr txBox="1">
            <a:spLocks noGrp="1"/>
          </p:cNvSpPr>
          <p:nvPr>
            <p:ph type="subTitle" idx="4294967295"/>
          </p:nvPr>
        </p:nvSpPr>
        <p:spPr>
          <a:xfrm>
            <a:off x="6166950" y="1923000"/>
            <a:ext cx="2180700" cy="82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a:t>Saturn is the ringed planet, is composed mostly of hydrogen and helium</a:t>
            </a:r>
            <a:endParaRPr/>
          </a:p>
        </p:txBody>
      </p:sp>
      <p:sp>
        <p:nvSpPr>
          <p:cNvPr id="2947" name="Google Shape;2947;p43"/>
          <p:cNvSpPr/>
          <p:nvPr/>
        </p:nvSpPr>
        <p:spPr>
          <a:xfrm rot="10800000" flipH="1">
            <a:off x="6193423" y="2993550"/>
            <a:ext cx="9420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43"/>
          <p:cNvSpPr txBox="1">
            <a:spLocks noGrp="1"/>
          </p:cNvSpPr>
          <p:nvPr>
            <p:ph type="ctrTitle" idx="4294967295"/>
          </p:nvPr>
        </p:nvSpPr>
        <p:spPr>
          <a:xfrm>
            <a:off x="6167047" y="2783246"/>
            <a:ext cx="21807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800"/>
              <a:t>VENUS</a:t>
            </a:r>
            <a:endParaRPr sz="1800"/>
          </a:p>
        </p:txBody>
      </p:sp>
      <p:sp>
        <p:nvSpPr>
          <p:cNvPr id="2949" name="Google Shape;2949;p43"/>
          <p:cNvSpPr txBox="1">
            <a:spLocks noGrp="1"/>
          </p:cNvSpPr>
          <p:nvPr>
            <p:ph type="subTitle" idx="4294967295"/>
          </p:nvPr>
        </p:nvSpPr>
        <p:spPr>
          <a:xfrm>
            <a:off x="6166950" y="3122913"/>
            <a:ext cx="2180700" cy="828600"/>
          </a:xfrm>
          <a:prstGeom prst="rect">
            <a:avLst/>
          </a:prstGeom>
        </p:spPr>
        <p:txBody>
          <a:bodyPr spcFirstLastPara="1" wrap="square" lIns="91425" tIns="91425" rIns="91425" bIns="91425" anchor="t" anchorCtr="0">
            <a:noAutofit/>
          </a:bodyPr>
          <a:lstStyle/>
          <a:p>
            <a:pPr marL="0" lvl="0" indent="0" algn="l" rtl="0">
              <a:spcBef>
                <a:spcPts val="100"/>
              </a:spcBef>
              <a:spcAft>
                <a:spcPts val="0"/>
              </a:spcAft>
              <a:buNone/>
            </a:pPr>
            <a:r>
              <a:rPr lang="en"/>
              <a:t>Venus has a beautiful name, but also high temperatures and a poisonous atmosphere</a:t>
            </a:r>
            <a:endParaRPr/>
          </a:p>
        </p:txBody>
      </p:sp>
      <p:grpSp>
        <p:nvGrpSpPr>
          <p:cNvPr id="2950" name="Google Shape;2950;p43"/>
          <p:cNvGrpSpPr/>
          <p:nvPr/>
        </p:nvGrpSpPr>
        <p:grpSpPr>
          <a:xfrm flipH="1">
            <a:off x="-2377332" y="-1926677"/>
            <a:ext cx="4017967" cy="3644766"/>
            <a:chOff x="3166062" y="1034326"/>
            <a:chExt cx="6010422" cy="5452155"/>
          </a:xfrm>
        </p:grpSpPr>
        <p:sp>
          <p:nvSpPr>
            <p:cNvPr id="2951" name="Google Shape;2951;p43"/>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43"/>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953" name="Google Shape;2953;p43" title="Points scored">
            <a:hlinkClick r:id="rId4"/>
          </p:cNvPr>
          <p:cNvPicPr preferRelativeResize="0"/>
          <p:nvPr/>
        </p:nvPicPr>
        <p:blipFill>
          <a:blip r:embed="rId5">
            <a:alphaModFix/>
          </a:blip>
          <a:stretch>
            <a:fillRect/>
          </a:stretch>
        </p:blipFill>
        <p:spPr>
          <a:xfrm>
            <a:off x="1114425" y="1205099"/>
            <a:ext cx="4676775" cy="2891800"/>
          </a:xfrm>
          <a:prstGeom prst="rect">
            <a:avLst/>
          </a:prstGeom>
          <a:noFill/>
          <a:ln>
            <a:noFill/>
          </a:ln>
        </p:spPr>
      </p:pic>
      <p:grpSp>
        <p:nvGrpSpPr>
          <p:cNvPr id="2954" name="Google Shape;2954;p43"/>
          <p:cNvGrpSpPr/>
          <p:nvPr/>
        </p:nvGrpSpPr>
        <p:grpSpPr>
          <a:xfrm>
            <a:off x="299966" y="1461873"/>
            <a:ext cx="593164" cy="1161172"/>
            <a:chOff x="4921825" y="870250"/>
            <a:chExt cx="407925" cy="798550"/>
          </a:xfrm>
        </p:grpSpPr>
        <p:sp>
          <p:nvSpPr>
            <p:cNvPr id="2955" name="Google Shape;2955;p43"/>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3"/>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3"/>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3"/>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3"/>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43"/>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43"/>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3"/>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3"/>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43"/>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43"/>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3"/>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3"/>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3"/>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3"/>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3"/>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43"/>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43"/>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3"/>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3"/>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3"/>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3"/>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3"/>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3"/>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3"/>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3"/>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3"/>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3"/>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3"/>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3"/>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988"/>
        <p:cNvGrpSpPr/>
        <p:nvPr/>
      </p:nvGrpSpPr>
      <p:grpSpPr>
        <a:xfrm>
          <a:off x="0" y="0"/>
          <a:ext cx="0" cy="0"/>
          <a:chOff x="0" y="0"/>
          <a:chExt cx="0" cy="0"/>
        </a:xfrm>
      </p:grpSpPr>
      <p:grpSp>
        <p:nvGrpSpPr>
          <p:cNvPr id="2989" name="Google Shape;2989;p44"/>
          <p:cNvGrpSpPr/>
          <p:nvPr/>
        </p:nvGrpSpPr>
        <p:grpSpPr>
          <a:xfrm>
            <a:off x="800364" y="3677818"/>
            <a:ext cx="7580672" cy="4603851"/>
            <a:chOff x="2086054" y="1121475"/>
            <a:chExt cx="7734590" cy="4697328"/>
          </a:xfrm>
        </p:grpSpPr>
        <p:grpSp>
          <p:nvGrpSpPr>
            <p:cNvPr id="2990" name="Google Shape;2990;p44"/>
            <p:cNvGrpSpPr/>
            <p:nvPr/>
          </p:nvGrpSpPr>
          <p:grpSpPr>
            <a:xfrm>
              <a:off x="2086054" y="2249666"/>
              <a:ext cx="3867290" cy="3569137"/>
              <a:chOff x="7586676" y="3065319"/>
              <a:chExt cx="3169130" cy="2924803"/>
            </a:xfrm>
          </p:grpSpPr>
          <p:sp>
            <p:nvSpPr>
              <p:cNvPr id="2991" name="Google Shape;2991;p44"/>
              <p:cNvSpPr/>
              <p:nvPr/>
            </p:nvSpPr>
            <p:spPr>
              <a:xfrm rot="10800000" flipH="1">
                <a:off x="7586676" y="3115351"/>
                <a:ext cx="3169130" cy="2874771"/>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44"/>
              <p:cNvSpPr/>
              <p:nvPr/>
            </p:nvSpPr>
            <p:spPr>
              <a:xfrm rot="10800000" flipH="1">
                <a:off x="7586676" y="3065319"/>
                <a:ext cx="3169130" cy="2874771"/>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3" name="Google Shape;2993;p44"/>
            <p:cNvSpPr/>
            <p:nvPr/>
          </p:nvSpPr>
          <p:spPr>
            <a:xfrm>
              <a:off x="3441175" y="1121475"/>
              <a:ext cx="2541111" cy="225531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4"/>
            <p:cNvSpPr/>
            <p:nvPr/>
          </p:nvSpPr>
          <p:spPr>
            <a:xfrm flipH="1">
              <a:off x="5982200" y="1121475"/>
              <a:ext cx="2690400" cy="2440507"/>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95" name="Google Shape;2995;p44"/>
            <p:cNvGrpSpPr/>
            <p:nvPr/>
          </p:nvGrpSpPr>
          <p:grpSpPr>
            <a:xfrm flipH="1">
              <a:off x="5953354" y="2249666"/>
              <a:ext cx="3867290" cy="3569137"/>
              <a:chOff x="7586676" y="3065319"/>
              <a:chExt cx="3169130" cy="2924803"/>
            </a:xfrm>
          </p:grpSpPr>
          <p:sp>
            <p:nvSpPr>
              <p:cNvPr id="2996" name="Google Shape;2996;p44"/>
              <p:cNvSpPr/>
              <p:nvPr/>
            </p:nvSpPr>
            <p:spPr>
              <a:xfrm rot="10800000" flipH="1">
                <a:off x="7586676" y="3115351"/>
                <a:ext cx="3169130" cy="2874771"/>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44"/>
              <p:cNvSpPr/>
              <p:nvPr/>
            </p:nvSpPr>
            <p:spPr>
              <a:xfrm rot="10800000" flipH="1">
                <a:off x="7586676" y="3065319"/>
                <a:ext cx="3169130" cy="2874771"/>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98" name="Google Shape;2998;p44"/>
          <p:cNvSpPr/>
          <p:nvPr/>
        </p:nvSpPr>
        <p:spPr>
          <a:xfrm>
            <a:off x="3460238" y="2483675"/>
            <a:ext cx="2102400" cy="20670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999" name="Google Shape;2999;p44"/>
          <p:cNvPicPr preferRelativeResize="0"/>
          <p:nvPr/>
        </p:nvPicPr>
        <p:blipFill rotWithShape="1">
          <a:blip r:embed="rId3">
            <a:alphaModFix/>
          </a:blip>
          <a:srcRect l="13367" t="2675" r="26770" b="14495"/>
          <a:stretch/>
        </p:blipFill>
        <p:spPr>
          <a:xfrm>
            <a:off x="3516000" y="2531475"/>
            <a:ext cx="2112000" cy="2067000"/>
          </a:xfrm>
          <a:prstGeom prst="roundRect">
            <a:avLst>
              <a:gd name="adj" fmla="val 16667"/>
            </a:avLst>
          </a:prstGeom>
          <a:noFill/>
          <a:ln>
            <a:noFill/>
          </a:ln>
        </p:spPr>
      </p:pic>
      <p:sp>
        <p:nvSpPr>
          <p:cNvPr id="3000" name="Google Shape;3000;p44"/>
          <p:cNvSpPr/>
          <p:nvPr/>
        </p:nvSpPr>
        <p:spPr>
          <a:xfrm rot="10800000" flipH="1">
            <a:off x="751301" y="1179050"/>
            <a:ext cx="15468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4"/>
          <p:cNvSpPr/>
          <p:nvPr/>
        </p:nvSpPr>
        <p:spPr>
          <a:xfrm rot="10800000" flipH="1">
            <a:off x="766972" y="2793400"/>
            <a:ext cx="1014300" cy="112500"/>
          </a:xfrm>
          <a:prstGeom prst="rect">
            <a:avLst/>
          </a:prstGeom>
          <a:solidFill>
            <a:schemeClr val="accent5"/>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002" name="Google Shape;3002;p44"/>
          <p:cNvSpPr/>
          <p:nvPr/>
        </p:nvSpPr>
        <p:spPr>
          <a:xfrm rot="10800000" flipH="1">
            <a:off x="845237" y="3207488"/>
            <a:ext cx="17355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4"/>
          <p:cNvSpPr/>
          <p:nvPr/>
        </p:nvSpPr>
        <p:spPr>
          <a:xfrm rot="10800000" flipH="1">
            <a:off x="3866350" y="1149688"/>
            <a:ext cx="1448700" cy="112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44"/>
          <p:cNvSpPr/>
          <p:nvPr/>
        </p:nvSpPr>
        <p:spPr>
          <a:xfrm rot="10800000" flipH="1">
            <a:off x="6170653" y="3445125"/>
            <a:ext cx="1049400" cy="112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44"/>
          <p:cNvSpPr/>
          <p:nvPr/>
        </p:nvSpPr>
        <p:spPr>
          <a:xfrm rot="10800000" flipH="1">
            <a:off x="6149450" y="1161525"/>
            <a:ext cx="21024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44"/>
          <p:cNvSpPr/>
          <p:nvPr/>
        </p:nvSpPr>
        <p:spPr>
          <a:xfrm>
            <a:off x="2163825" y="685975"/>
            <a:ext cx="48438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4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BUYER PERSONA PROFILE</a:t>
            </a:r>
            <a:endParaRPr/>
          </a:p>
        </p:txBody>
      </p:sp>
      <p:sp>
        <p:nvSpPr>
          <p:cNvPr id="3008" name="Google Shape;3008;p44"/>
          <p:cNvSpPr/>
          <p:nvPr/>
        </p:nvSpPr>
        <p:spPr>
          <a:xfrm>
            <a:off x="751300" y="3831970"/>
            <a:ext cx="612901" cy="495160"/>
          </a:xfrm>
          <a:custGeom>
            <a:avLst/>
            <a:gdLst/>
            <a:ahLst/>
            <a:cxnLst/>
            <a:rect l="l" t="t" r="r" b="b"/>
            <a:pathLst>
              <a:path w="7139" h="18181" extrusionOk="0">
                <a:moveTo>
                  <a:pt x="1" y="1"/>
                </a:moveTo>
                <a:lnTo>
                  <a:pt x="1" y="18180"/>
                </a:lnTo>
                <a:lnTo>
                  <a:pt x="7139" y="18180"/>
                </a:lnTo>
                <a:lnTo>
                  <a:pt x="71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4"/>
          <p:cNvSpPr/>
          <p:nvPr/>
        </p:nvSpPr>
        <p:spPr>
          <a:xfrm>
            <a:off x="3866338" y="1457875"/>
            <a:ext cx="75075" cy="75075"/>
          </a:xfrm>
          <a:custGeom>
            <a:avLst/>
            <a:gdLst/>
            <a:ahLst/>
            <a:cxnLst/>
            <a:rect l="l" t="t" r="r" b="b"/>
            <a:pathLst>
              <a:path w="3003" h="3003" extrusionOk="0">
                <a:moveTo>
                  <a:pt x="1501" y="0"/>
                </a:moveTo>
                <a:cubicBezTo>
                  <a:pt x="668" y="0"/>
                  <a:pt x="0" y="667"/>
                  <a:pt x="0" y="1501"/>
                </a:cubicBezTo>
                <a:cubicBezTo>
                  <a:pt x="0" y="2302"/>
                  <a:pt x="668" y="3002"/>
                  <a:pt x="1501" y="3002"/>
                </a:cubicBezTo>
                <a:cubicBezTo>
                  <a:pt x="2335" y="3002"/>
                  <a:pt x="3003" y="2302"/>
                  <a:pt x="3003" y="1501"/>
                </a:cubicBezTo>
                <a:cubicBezTo>
                  <a:pt x="3003" y="667"/>
                  <a:pt x="2335" y="0"/>
                  <a:pt x="1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4"/>
          <p:cNvSpPr/>
          <p:nvPr/>
        </p:nvSpPr>
        <p:spPr>
          <a:xfrm>
            <a:off x="3866338" y="1691613"/>
            <a:ext cx="75075" cy="75075"/>
          </a:xfrm>
          <a:custGeom>
            <a:avLst/>
            <a:gdLst/>
            <a:ahLst/>
            <a:cxnLst/>
            <a:rect l="l" t="t" r="r" b="b"/>
            <a:pathLst>
              <a:path w="3003" h="3003" extrusionOk="0">
                <a:moveTo>
                  <a:pt x="1501" y="0"/>
                </a:moveTo>
                <a:cubicBezTo>
                  <a:pt x="668" y="0"/>
                  <a:pt x="0" y="668"/>
                  <a:pt x="0" y="1502"/>
                </a:cubicBezTo>
                <a:cubicBezTo>
                  <a:pt x="0" y="2302"/>
                  <a:pt x="668" y="3003"/>
                  <a:pt x="1501" y="3003"/>
                </a:cubicBezTo>
                <a:cubicBezTo>
                  <a:pt x="2335" y="3003"/>
                  <a:pt x="3003" y="2302"/>
                  <a:pt x="3003" y="1502"/>
                </a:cubicBezTo>
                <a:cubicBezTo>
                  <a:pt x="3003" y="668"/>
                  <a:pt x="2335" y="0"/>
                  <a:pt x="1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4"/>
          <p:cNvSpPr/>
          <p:nvPr/>
        </p:nvSpPr>
        <p:spPr>
          <a:xfrm>
            <a:off x="3866338" y="1925350"/>
            <a:ext cx="75075" cy="75075"/>
          </a:xfrm>
          <a:custGeom>
            <a:avLst/>
            <a:gdLst/>
            <a:ahLst/>
            <a:cxnLst/>
            <a:rect l="l" t="t" r="r" b="b"/>
            <a:pathLst>
              <a:path w="3003" h="3003" extrusionOk="0">
                <a:moveTo>
                  <a:pt x="1501" y="0"/>
                </a:moveTo>
                <a:cubicBezTo>
                  <a:pt x="668" y="0"/>
                  <a:pt x="0" y="701"/>
                  <a:pt x="0" y="1501"/>
                </a:cubicBezTo>
                <a:cubicBezTo>
                  <a:pt x="0" y="2335"/>
                  <a:pt x="668" y="3003"/>
                  <a:pt x="1501" y="3003"/>
                </a:cubicBezTo>
                <a:cubicBezTo>
                  <a:pt x="2335" y="3003"/>
                  <a:pt x="3003" y="2335"/>
                  <a:pt x="3003" y="1501"/>
                </a:cubicBezTo>
                <a:cubicBezTo>
                  <a:pt x="3003" y="701"/>
                  <a:pt x="2335" y="0"/>
                  <a:pt x="15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44"/>
          <p:cNvSpPr/>
          <p:nvPr/>
        </p:nvSpPr>
        <p:spPr>
          <a:xfrm>
            <a:off x="6339275" y="3670479"/>
            <a:ext cx="248525" cy="241400"/>
          </a:xfrm>
          <a:custGeom>
            <a:avLst/>
            <a:gdLst/>
            <a:ahLst/>
            <a:cxnLst/>
            <a:rect l="l" t="t" r="r" b="b"/>
            <a:pathLst>
              <a:path w="9941" h="9656" extrusionOk="0">
                <a:moveTo>
                  <a:pt x="5005" y="0"/>
                </a:moveTo>
                <a:cubicBezTo>
                  <a:pt x="4905" y="0"/>
                  <a:pt x="4805" y="3"/>
                  <a:pt x="4704" y="9"/>
                </a:cubicBezTo>
                <a:cubicBezTo>
                  <a:pt x="2035" y="143"/>
                  <a:pt x="0" y="2411"/>
                  <a:pt x="134" y="5080"/>
                </a:cubicBezTo>
                <a:cubicBezTo>
                  <a:pt x="295" y="7665"/>
                  <a:pt x="2430" y="9656"/>
                  <a:pt x="4990" y="9656"/>
                </a:cubicBezTo>
                <a:cubicBezTo>
                  <a:pt x="5072" y="9656"/>
                  <a:pt x="5154" y="9654"/>
                  <a:pt x="5237" y="9650"/>
                </a:cubicBezTo>
                <a:cubicBezTo>
                  <a:pt x="7906" y="9483"/>
                  <a:pt x="9941" y="7215"/>
                  <a:pt x="9774" y="4546"/>
                </a:cubicBezTo>
                <a:cubicBezTo>
                  <a:pt x="9646" y="2011"/>
                  <a:pt x="7541" y="0"/>
                  <a:pt x="50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44"/>
          <p:cNvSpPr/>
          <p:nvPr/>
        </p:nvSpPr>
        <p:spPr>
          <a:xfrm>
            <a:off x="6342600" y="3997310"/>
            <a:ext cx="241875" cy="241025"/>
          </a:xfrm>
          <a:custGeom>
            <a:avLst/>
            <a:gdLst/>
            <a:ahLst/>
            <a:cxnLst/>
            <a:rect l="l" t="t" r="r" b="b"/>
            <a:pathLst>
              <a:path w="9675" h="9641" extrusionOk="0">
                <a:moveTo>
                  <a:pt x="4838" y="0"/>
                </a:moveTo>
                <a:cubicBezTo>
                  <a:pt x="2169" y="0"/>
                  <a:pt x="1" y="2168"/>
                  <a:pt x="1" y="4837"/>
                </a:cubicBezTo>
                <a:cubicBezTo>
                  <a:pt x="1" y="7505"/>
                  <a:pt x="2169" y="9640"/>
                  <a:pt x="4838" y="9640"/>
                </a:cubicBezTo>
                <a:cubicBezTo>
                  <a:pt x="7506" y="9640"/>
                  <a:pt x="9674" y="7505"/>
                  <a:pt x="9674" y="4837"/>
                </a:cubicBezTo>
                <a:cubicBezTo>
                  <a:pt x="9674" y="2168"/>
                  <a:pt x="7506" y="0"/>
                  <a:pt x="48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44"/>
          <p:cNvSpPr/>
          <p:nvPr/>
        </p:nvSpPr>
        <p:spPr>
          <a:xfrm>
            <a:off x="6339275" y="4308636"/>
            <a:ext cx="248525" cy="241350"/>
          </a:xfrm>
          <a:custGeom>
            <a:avLst/>
            <a:gdLst/>
            <a:ahLst/>
            <a:cxnLst/>
            <a:rect l="l" t="t" r="r" b="b"/>
            <a:pathLst>
              <a:path w="9941" h="9654" extrusionOk="0">
                <a:moveTo>
                  <a:pt x="4952" y="0"/>
                </a:moveTo>
                <a:cubicBezTo>
                  <a:pt x="4869" y="0"/>
                  <a:pt x="4787" y="3"/>
                  <a:pt x="4704" y="7"/>
                </a:cubicBezTo>
                <a:cubicBezTo>
                  <a:pt x="2035" y="140"/>
                  <a:pt x="0" y="2442"/>
                  <a:pt x="134" y="5077"/>
                </a:cubicBezTo>
                <a:cubicBezTo>
                  <a:pt x="295" y="7663"/>
                  <a:pt x="2430" y="9653"/>
                  <a:pt x="4990" y="9653"/>
                </a:cubicBezTo>
                <a:cubicBezTo>
                  <a:pt x="5072" y="9653"/>
                  <a:pt x="5154" y="9651"/>
                  <a:pt x="5237" y="9647"/>
                </a:cubicBezTo>
                <a:cubicBezTo>
                  <a:pt x="7906" y="9480"/>
                  <a:pt x="9941" y="7212"/>
                  <a:pt x="9774" y="4543"/>
                </a:cubicBezTo>
                <a:cubicBezTo>
                  <a:pt x="9645" y="1990"/>
                  <a:pt x="7511" y="0"/>
                  <a:pt x="49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44"/>
          <p:cNvSpPr txBox="1"/>
          <p:nvPr/>
        </p:nvSpPr>
        <p:spPr>
          <a:xfrm>
            <a:off x="710100" y="1078950"/>
            <a:ext cx="16212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Questrial"/>
                <a:ea typeface="Questrial"/>
                <a:cs typeface="Questrial"/>
                <a:sym typeface="Questrial"/>
              </a:rPr>
              <a:t>WANTS PRIVACY</a:t>
            </a:r>
            <a:endParaRPr>
              <a:latin typeface="Questrial"/>
              <a:ea typeface="Questrial"/>
              <a:cs typeface="Questrial"/>
              <a:sym typeface="Questrial"/>
            </a:endParaRPr>
          </a:p>
        </p:txBody>
      </p:sp>
      <p:sp>
        <p:nvSpPr>
          <p:cNvPr id="3016" name="Google Shape;3016;p44"/>
          <p:cNvSpPr txBox="1"/>
          <p:nvPr/>
        </p:nvSpPr>
        <p:spPr>
          <a:xfrm>
            <a:off x="6149450" y="3344450"/>
            <a:ext cx="22746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Questrial"/>
                <a:ea typeface="Questrial"/>
                <a:cs typeface="Questrial"/>
                <a:sym typeface="Questrial"/>
              </a:rPr>
              <a:t>INTERESTS</a:t>
            </a:r>
            <a:endParaRPr>
              <a:latin typeface="Questrial"/>
              <a:ea typeface="Questrial"/>
              <a:cs typeface="Questrial"/>
              <a:sym typeface="Questrial"/>
            </a:endParaRPr>
          </a:p>
        </p:txBody>
      </p:sp>
      <p:sp>
        <p:nvSpPr>
          <p:cNvPr id="3017" name="Google Shape;3017;p44"/>
          <p:cNvSpPr txBox="1"/>
          <p:nvPr/>
        </p:nvSpPr>
        <p:spPr>
          <a:xfrm>
            <a:off x="6115800" y="1072850"/>
            <a:ext cx="2308200" cy="233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latin typeface="Questrial"/>
                <a:ea typeface="Questrial"/>
                <a:cs typeface="Questrial"/>
                <a:sym typeface="Questrial"/>
              </a:rPr>
              <a:t>PRODUCT EXPERIENCES</a:t>
            </a:r>
            <a:endParaRPr>
              <a:latin typeface="Questrial"/>
              <a:ea typeface="Questrial"/>
              <a:cs typeface="Questrial"/>
              <a:sym typeface="Questrial"/>
            </a:endParaRPr>
          </a:p>
        </p:txBody>
      </p:sp>
      <p:sp>
        <p:nvSpPr>
          <p:cNvPr id="3018" name="Google Shape;3018;p44"/>
          <p:cNvSpPr txBox="1"/>
          <p:nvPr/>
        </p:nvSpPr>
        <p:spPr>
          <a:xfrm>
            <a:off x="720000" y="2615975"/>
            <a:ext cx="11619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Questrial"/>
                <a:ea typeface="Questrial"/>
                <a:cs typeface="Questrial"/>
                <a:sym typeface="Questrial"/>
              </a:rPr>
              <a:t>OWNS A PROPERTY</a:t>
            </a:r>
            <a:endParaRPr>
              <a:latin typeface="Questrial"/>
              <a:ea typeface="Questrial"/>
              <a:cs typeface="Questrial"/>
              <a:sym typeface="Questrial"/>
            </a:endParaRPr>
          </a:p>
        </p:txBody>
      </p:sp>
      <p:sp>
        <p:nvSpPr>
          <p:cNvPr id="3019" name="Google Shape;3019;p44"/>
          <p:cNvSpPr txBox="1"/>
          <p:nvPr/>
        </p:nvSpPr>
        <p:spPr>
          <a:xfrm>
            <a:off x="700475" y="3123175"/>
            <a:ext cx="19872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Questrial"/>
                <a:ea typeface="Questrial"/>
                <a:cs typeface="Questrial"/>
                <a:sym typeface="Questrial"/>
              </a:rPr>
              <a:t>SHOPPING CHOICES</a:t>
            </a:r>
            <a:endParaRPr>
              <a:latin typeface="Questrial"/>
              <a:ea typeface="Questrial"/>
              <a:cs typeface="Questrial"/>
              <a:sym typeface="Questrial"/>
            </a:endParaRPr>
          </a:p>
        </p:txBody>
      </p:sp>
      <p:sp>
        <p:nvSpPr>
          <p:cNvPr id="3020" name="Google Shape;3020;p44"/>
          <p:cNvSpPr txBox="1"/>
          <p:nvPr/>
        </p:nvSpPr>
        <p:spPr>
          <a:xfrm>
            <a:off x="6647925" y="1476025"/>
            <a:ext cx="1807200" cy="369600"/>
          </a:xfrm>
          <a:prstGeom prst="rect">
            <a:avLst/>
          </a:prstGeom>
          <a:noFill/>
          <a:ln>
            <a:noFill/>
          </a:ln>
        </p:spPr>
        <p:txBody>
          <a:bodyPr spcFirstLastPara="1" wrap="square" lIns="91425" tIns="91425" rIns="91425" bIns="91425" anchor="ctr" anchorCtr="0">
            <a:noAutofit/>
          </a:bodyPr>
          <a:lstStyle/>
          <a:p>
            <a:pPr marL="0" lvl="0" indent="0" algn="l" rtl="0">
              <a:spcBef>
                <a:spcPts val="100"/>
              </a:spcBef>
              <a:spcAft>
                <a:spcPts val="0"/>
              </a:spcAft>
              <a:buClr>
                <a:srgbClr val="000000"/>
              </a:buClr>
              <a:buFont typeface="Arial"/>
              <a:buNone/>
            </a:pPr>
            <a:r>
              <a:rPr lang="en">
                <a:solidFill>
                  <a:srgbClr val="000000"/>
                </a:solidFill>
                <a:latin typeface="Abel"/>
                <a:ea typeface="Abel"/>
                <a:cs typeface="Abel"/>
                <a:sym typeface="Abel"/>
              </a:rPr>
              <a:t>Venus is the second planet from the Sun</a:t>
            </a:r>
            <a:endParaRPr>
              <a:latin typeface="Abel"/>
              <a:ea typeface="Abel"/>
              <a:cs typeface="Abel"/>
              <a:sym typeface="Abel"/>
            </a:endParaRPr>
          </a:p>
        </p:txBody>
      </p:sp>
      <p:sp>
        <p:nvSpPr>
          <p:cNvPr id="3021" name="Google Shape;3021;p44"/>
          <p:cNvSpPr txBox="1"/>
          <p:nvPr/>
        </p:nvSpPr>
        <p:spPr>
          <a:xfrm>
            <a:off x="3392425" y="1088875"/>
            <a:ext cx="2385900" cy="233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Questrial"/>
                <a:ea typeface="Questrial"/>
                <a:cs typeface="Questrial"/>
                <a:sym typeface="Questrial"/>
              </a:rPr>
              <a:t>BECKY ROGERS</a:t>
            </a:r>
            <a:endParaRPr>
              <a:latin typeface="Questrial"/>
              <a:ea typeface="Questrial"/>
              <a:cs typeface="Questrial"/>
              <a:sym typeface="Questrial"/>
            </a:endParaRPr>
          </a:p>
        </p:txBody>
      </p:sp>
      <p:sp>
        <p:nvSpPr>
          <p:cNvPr id="3022" name="Google Shape;3022;p44"/>
          <p:cNvSpPr txBox="1"/>
          <p:nvPr/>
        </p:nvSpPr>
        <p:spPr>
          <a:xfrm>
            <a:off x="1207571" y="2054700"/>
            <a:ext cx="18072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Blocks ads</a:t>
            </a:r>
            <a:endParaRPr>
              <a:latin typeface="Abel"/>
              <a:ea typeface="Abel"/>
              <a:cs typeface="Abel"/>
              <a:sym typeface="Abel"/>
            </a:endParaRPr>
          </a:p>
        </p:txBody>
      </p:sp>
      <p:sp>
        <p:nvSpPr>
          <p:cNvPr id="3023" name="Google Shape;3023;p44"/>
          <p:cNvSpPr txBox="1"/>
          <p:nvPr/>
        </p:nvSpPr>
        <p:spPr>
          <a:xfrm>
            <a:off x="1206025" y="1598925"/>
            <a:ext cx="18072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Doesn’t share location</a:t>
            </a:r>
            <a:endParaRPr>
              <a:latin typeface="Abel"/>
              <a:ea typeface="Abel"/>
              <a:cs typeface="Abel"/>
              <a:sym typeface="Abel"/>
            </a:endParaRPr>
          </a:p>
        </p:txBody>
      </p:sp>
      <p:sp>
        <p:nvSpPr>
          <p:cNvPr id="3024" name="Google Shape;3024;p44"/>
          <p:cNvSpPr txBox="1"/>
          <p:nvPr/>
        </p:nvSpPr>
        <p:spPr>
          <a:xfrm>
            <a:off x="6567126" y="3686775"/>
            <a:ext cx="20304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Aware of climate change</a:t>
            </a:r>
            <a:endParaRPr>
              <a:latin typeface="Abel"/>
              <a:ea typeface="Abel"/>
              <a:cs typeface="Abel"/>
              <a:sym typeface="Abel"/>
            </a:endParaRPr>
          </a:p>
        </p:txBody>
      </p:sp>
      <p:sp>
        <p:nvSpPr>
          <p:cNvPr id="3025" name="Google Shape;3025;p44"/>
          <p:cNvSpPr txBox="1"/>
          <p:nvPr/>
        </p:nvSpPr>
        <p:spPr>
          <a:xfrm>
            <a:off x="6567126" y="4008025"/>
            <a:ext cx="20304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Loves animals</a:t>
            </a:r>
            <a:endParaRPr>
              <a:latin typeface="Abel"/>
              <a:ea typeface="Abel"/>
              <a:cs typeface="Abel"/>
              <a:sym typeface="Abel"/>
            </a:endParaRPr>
          </a:p>
        </p:txBody>
      </p:sp>
      <p:sp>
        <p:nvSpPr>
          <p:cNvPr id="3026" name="Google Shape;3026;p44"/>
          <p:cNvSpPr txBox="1"/>
          <p:nvPr/>
        </p:nvSpPr>
        <p:spPr>
          <a:xfrm>
            <a:off x="6567126" y="4329275"/>
            <a:ext cx="20304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Has plants</a:t>
            </a:r>
            <a:endParaRPr>
              <a:latin typeface="Abel"/>
              <a:ea typeface="Abel"/>
              <a:cs typeface="Abel"/>
              <a:sym typeface="Abel"/>
            </a:endParaRPr>
          </a:p>
        </p:txBody>
      </p:sp>
      <p:sp>
        <p:nvSpPr>
          <p:cNvPr id="3027" name="Google Shape;3027;p44"/>
          <p:cNvSpPr txBox="1"/>
          <p:nvPr/>
        </p:nvSpPr>
        <p:spPr>
          <a:xfrm>
            <a:off x="751300" y="4362625"/>
            <a:ext cx="612900" cy="233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Abel"/>
                <a:ea typeface="Abel"/>
                <a:cs typeface="Abel"/>
                <a:sym typeface="Abel"/>
              </a:rPr>
              <a:t>Online</a:t>
            </a:r>
            <a:endParaRPr>
              <a:latin typeface="Abel"/>
              <a:ea typeface="Abel"/>
              <a:cs typeface="Abel"/>
              <a:sym typeface="Abel"/>
            </a:endParaRPr>
          </a:p>
        </p:txBody>
      </p:sp>
      <p:sp>
        <p:nvSpPr>
          <p:cNvPr id="3028" name="Google Shape;3028;p44"/>
          <p:cNvSpPr txBox="1"/>
          <p:nvPr/>
        </p:nvSpPr>
        <p:spPr>
          <a:xfrm>
            <a:off x="3965960" y="1378575"/>
            <a:ext cx="13662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Genre: Female</a:t>
            </a:r>
            <a:endParaRPr>
              <a:latin typeface="Abel"/>
              <a:ea typeface="Abel"/>
              <a:cs typeface="Abel"/>
              <a:sym typeface="Abel"/>
            </a:endParaRPr>
          </a:p>
        </p:txBody>
      </p:sp>
      <p:sp>
        <p:nvSpPr>
          <p:cNvPr id="3029" name="Google Shape;3029;p44"/>
          <p:cNvSpPr txBox="1"/>
          <p:nvPr/>
        </p:nvSpPr>
        <p:spPr>
          <a:xfrm>
            <a:off x="3965960" y="1612313"/>
            <a:ext cx="13662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Age: 20-30</a:t>
            </a:r>
            <a:endParaRPr>
              <a:latin typeface="Abel"/>
              <a:ea typeface="Abel"/>
              <a:cs typeface="Abel"/>
              <a:sym typeface="Abel"/>
            </a:endParaRPr>
          </a:p>
        </p:txBody>
      </p:sp>
      <p:sp>
        <p:nvSpPr>
          <p:cNvPr id="3030" name="Google Shape;3030;p44"/>
          <p:cNvSpPr txBox="1"/>
          <p:nvPr/>
        </p:nvSpPr>
        <p:spPr>
          <a:xfrm>
            <a:off x="3965960" y="1846050"/>
            <a:ext cx="13662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Country: UK</a:t>
            </a:r>
            <a:endParaRPr>
              <a:latin typeface="Abel"/>
              <a:ea typeface="Abel"/>
              <a:cs typeface="Abel"/>
              <a:sym typeface="Abel"/>
            </a:endParaRPr>
          </a:p>
        </p:txBody>
      </p:sp>
      <p:sp>
        <p:nvSpPr>
          <p:cNvPr id="3031" name="Google Shape;3031;p44"/>
          <p:cNvSpPr txBox="1"/>
          <p:nvPr/>
        </p:nvSpPr>
        <p:spPr>
          <a:xfrm>
            <a:off x="6660286" y="2089118"/>
            <a:ext cx="1807200" cy="369600"/>
          </a:xfrm>
          <a:prstGeom prst="rect">
            <a:avLst/>
          </a:prstGeom>
          <a:noFill/>
          <a:ln>
            <a:noFill/>
          </a:ln>
        </p:spPr>
        <p:txBody>
          <a:bodyPr spcFirstLastPara="1" wrap="square" lIns="91425" tIns="91425" rIns="91425" bIns="91425" anchor="ctr" anchorCtr="0">
            <a:noAutofit/>
          </a:bodyPr>
          <a:lstStyle/>
          <a:p>
            <a:pPr marL="0" lvl="0" indent="0" algn="l" rtl="0">
              <a:spcBef>
                <a:spcPts val="100"/>
              </a:spcBef>
              <a:spcAft>
                <a:spcPts val="0"/>
              </a:spcAft>
              <a:buNone/>
            </a:pPr>
            <a:r>
              <a:rPr lang="en">
                <a:solidFill>
                  <a:srgbClr val="000000"/>
                </a:solidFill>
                <a:latin typeface="Abel"/>
                <a:ea typeface="Abel"/>
                <a:cs typeface="Abel"/>
                <a:sym typeface="Abel"/>
              </a:rPr>
              <a:t>Despite being red, Mars is a very cold place</a:t>
            </a:r>
            <a:endParaRPr>
              <a:latin typeface="Abel"/>
              <a:ea typeface="Abel"/>
              <a:cs typeface="Abel"/>
              <a:sym typeface="Abel"/>
            </a:endParaRPr>
          </a:p>
        </p:txBody>
      </p:sp>
      <p:sp>
        <p:nvSpPr>
          <p:cNvPr id="3032" name="Google Shape;3032;p44"/>
          <p:cNvSpPr txBox="1"/>
          <p:nvPr/>
        </p:nvSpPr>
        <p:spPr>
          <a:xfrm>
            <a:off x="6668255" y="2685675"/>
            <a:ext cx="1807200" cy="369600"/>
          </a:xfrm>
          <a:prstGeom prst="rect">
            <a:avLst/>
          </a:prstGeom>
          <a:noFill/>
          <a:ln>
            <a:noFill/>
          </a:ln>
        </p:spPr>
        <p:txBody>
          <a:bodyPr spcFirstLastPara="1" wrap="square" lIns="91425" tIns="91425" rIns="91425" bIns="91425" anchor="ctr" anchorCtr="0">
            <a:noAutofit/>
          </a:bodyPr>
          <a:lstStyle/>
          <a:p>
            <a:pPr marL="0" lvl="0" indent="0" algn="l" rtl="0">
              <a:spcBef>
                <a:spcPts val="100"/>
              </a:spcBef>
              <a:spcAft>
                <a:spcPts val="0"/>
              </a:spcAft>
              <a:buNone/>
            </a:pPr>
            <a:r>
              <a:rPr lang="en">
                <a:solidFill>
                  <a:srgbClr val="000000"/>
                </a:solidFill>
                <a:latin typeface="Abel"/>
                <a:ea typeface="Abel"/>
                <a:cs typeface="Abel"/>
                <a:sym typeface="Abel"/>
              </a:rPr>
              <a:t>Mercury is the closest planet to the Sun</a:t>
            </a:r>
            <a:endParaRPr>
              <a:latin typeface="Abel"/>
              <a:ea typeface="Abel"/>
              <a:cs typeface="Abel"/>
              <a:sym typeface="Abel"/>
            </a:endParaRPr>
          </a:p>
        </p:txBody>
      </p:sp>
      <p:sp>
        <p:nvSpPr>
          <p:cNvPr id="3033" name="Google Shape;3033;p44"/>
          <p:cNvSpPr txBox="1"/>
          <p:nvPr/>
        </p:nvSpPr>
        <p:spPr>
          <a:xfrm>
            <a:off x="739850" y="4091950"/>
            <a:ext cx="612900" cy="233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Abel"/>
                <a:ea typeface="Abel"/>
                <a:cs typeface="Abel"/>
                <a:sym typeface="Abel"/>
              </a:rPr>
              <a:t>43%</a:t>
            </a:r>
            <a:endParaRPr>
              <a:latin typeface="Abel"/>
              <a:ea typeface="Abel"/>
              <a:cs typeface="Abel"/>
              <a:sym typeface="Abel"/>
            </a:endParaRPr>
          </a:p>
        </p:txBody>
      </p:sp>
      <p:sp>
        <p:nvSpPr>
          <p:cNvPr id="3034" name="Google Shape;3034;p44"/>
          <p:cNvSpPr/>
          <p:nvPr/>
        </p:nvSpPr>
        <p:spPr>
          <a:xfrm flipH="1">
            <a:off x="6319279" y="2622075"/>
            <a:ext cx="266837" cy="487855"/>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44"/>
          <p:cNvSpPr/>
          <p:nvPr/>
        </p:nvSpPr>
        <p:spPr>
          <a:xfrm flipH="1">
            <a:off x="6319283" y="2011989"/>
            <a:ext cx="270819" cy="495140"/>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44"/>
          <p:cNvSpPr/>
          <p:nvPr/>
        </p:nvSpPr>
        <p:spPr>
          <a:xfrm flipH="1">
            <a:off x="6319287" y="1417825"/>
            <a:ext cx="262321" cy="479529"/>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44"/>
          <p:cNvSpPr/>
          <p:nvPr/>
        </p:nvSpPr>
        <p:spPr>
          <a:xfrm flipH="1">
            <a:off x="6338003" y="1426629"/>
            <a:ext cx="262321" cy="479529"/>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44"/>
          <p:cNvSpPr/>
          <p:nvPr/>
        </p:nvSpPr>
        <p:spPr>
          <a:xfrm>
            <a:off x="6415341" y="1533464"/>
            <a:ext cx="95860" cy="259849"/>
          </a:xfrm>
          <a:custGeom>
            <a:avLst/>
            <a:gdLst/>
            <a:ahLst/>
            <a:cxnLst/>
            <a:rect l="l" t="t" r="r" b="b"/>
            <a:pathLst>
              <a:path w="22542" h="61105" extrusionOk="0">
                <a:moveTo>
                  <a:pt x="21578" y="0"/>
                </a:moveTo>
                <a:cubicBezTo>
                  <a:pt x="21243" y="0"/>
                  <a:pt x="20817" y="156"/>
                  <a:pt x="20291" y="463"/>
                </a:cubicBezTo>
                <a:lnTo>
                  <a:pt x="2219" y="10901"/>
                </a:lnTo>
                <a:cubicBezTo>
                  <a:pt x="686" y="11782"/>
                  <a:pt x="1" y="13022"/>
                  <a:pt x="1" y="14914"/>
                </a:cubicBezTo>
                <a:lnTo>
                  <a:pt x="1" y="24145"/>
                </a:lnTo>
                <a:cubicBezTo>
                  <a:pt x="1" y="25426"/>
                  <a:pt x="304" y="26027"/>
                  <a:pt x="959" y="26027"/>
                </a:cubicBezTo>
                <a:cubicBezTo>
                  <a:pt x="1288" y="26027"/>
                  <a:pt x="1706" y="25875"/>
                  <a:pt x="2219" y="25580"/>
                </a:cubicBezTo>
                <a:lnTo>
                  <a:pt x="7993" y="22253"/>
                </a:lnTo>
                <a:lnTo>
                  <a:pt x="7993" y="59375"/>
                </a:lnTo>
                <a:cubicBezTo>
                  <a:pt x="7993" y="60390"/>
                  <a:pt x="8801" y="61104"/>
                  <a:pt x="9690" y="61104"/>
                </a:cubicBezTo>
                <a:cubicBezTo>
                  <a:pt x="9972" y="61104"/>
                  <a:pt x="10262" y="61032"/>
                  <a:pt x="10537" y="60875"/>
                </a:cubicBezTo>
                <a:lnTo>
                  <a:pt x="20649" y="55036"/>
                </a:lnTo>
                <a:cubicBezTo>
                  <a:pt x="21856" y="54351"/>
                  <a:pt x="22541" y="53144"/>
                  <a:pt x="22541" y="51774"/>
                </a:cubicBezTo>
                <a:lnTo>
                  <a:pt x="22541" y="1866"/>
                </a:lnTo>
                <a:cubicBezTo>
                  <a:pt x="22541" y="609"/>
                  <a:pt x="22239" y="0"/>
                  <a:pt x="21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44"/>
          <p:cNvSpPr/>
          <p:nvPr/>
        </p:nvSpPr>
        <p:spPr>
          <a:xfrm flipH="1">
            <a:off x="6335208" y="2021078"/>
            <a:ext cx="270819" cy="495140"/>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44"/>
          <p:cNvSpPr/>
          <p:nvPr/>
        </p:nvSpPr>
        <p:spPr>
          <a:xfrm>
            <a:off x="6397116" y="2127612"/>
            <a:ext cx="147115" cy="298216"/>
          </a:xfrm>
          <a:custGeom>
            <a:avLst/>
            <a:gdLst/>
            <a:ahLst/>
            <a:cxnLst/>
            <a:rect l="l" t="t" r="r" b="b"/>
            <a:pathLst>
              <a:path w="31740" h="64340" extrusionOk="0">
                <a:moveTo>
                  <a:pt x="26896" y="0"/>
                </a:moveTo>
                <a:cubicBezTo>
                  <a:pt x="25394" y="0"/>
                  <a:pt x="23544" y="620"/>
                  <a:pt x="21366" y="1865"/>
                </a:cubicBezTo>
                <a:lnTo>
                  <a:pt x="4274" y="11749"/>
                </a:lnTo>
                <a:cubicBezTo>
                  <a:pt x="2871" y="12597"/>
                  <a:pt x="2219" y="13738"/>
                  <a:pt x="2219" y="15500"/>
                </a:cubicBezTo>
                <a:lnTo>
                  <a:pt x="2219" y="23753"/>
                </a:lnTo>
                <a:cubicBezTo>
                  <a:pt x="2219" y="24932"/>
                  <a:pt x="2482" y="25526"/>
                  <a:pt x="3096" y="25526"/>
                </a:cubicBezTo>
                <a:cubicBezTo>
                  <a:pt x="3399" y="25526"/>
                  <a:pt x="3788" y="25381"/>
                  <a:pt x="4274" y="25090"/>
                </a:cubicBezTo>
                <a:lnTo>
                  <a:pt x="16865" y="17848"/>
                </a:lnTo>
                <a:cubicBezTo>
                  <a:pt x="17279" y="17612"/>
                  <a:pt x="17595" y="17482"/>
                  <a:pt x="17829" y="17482"/>
                </a:cubicBezTo>
                <a:cubicBezTo>
                  <a:pt x="18239" y="17482"/>
                  <a:pt x="18398" y="17880"/>
                  <a:pt x="18398" y="18794"/>
                </a:cubicBezTo>
                <a:cubicBezTo>
                  <a:pt x="18398" y="20360"/>
                  <a:pt x="18072" y="21110"/>
                  <a:pt x="16865" y="22252"/>
                </a:cubicBezTo>
                <a:lnTo>
                  <a:pt x="9101" y="29722"/>
                </a:lnTo>
                <a:cubicBezTo>
                  <a:pt x="3752" y="34778"/>
                  <a:pt x="0" y="39443"/>
                  <a:pt x="0" y="50436"/>
                </a:cubicBezTo>
                <a:lnTo>
                  <a:pt x="0" y="62570"/>
                </a:lnTo>
                <a:cubicBezTo>
                  <a:pt x="0" y="63760"/>
                  <a:pt x="283" y="64339"/>
                  <a:pt x="918" y="64339"/>
                </a:cubicBezTo>
                <a:cubicBezTo>
                  <a:pt x="1224" y="64339"/>
                  <a:pt x="1611" y="64205"/>
                  <a:pt x="2088" y="63940"/>
                </a:cubicBezTo>
                <a:lnTo>
                  <a:pt x="29652" y="47989"/>
                </a:lnTo>
                <a:cubicBezTo>
                  <a:pt x="31087" y="47109"/>
                  <a:pt x="31740" y="45999"/>
                  <a:pt x="31740" y="44238"/>
                </a:cubicBezTo>
                <a:lnTo>
                  <a:pt x="31740" y="35953"/>
                </a:lnTo>
                <a:cubicBezTo>
                  <a:pt x="31740" y="34773"/>
                  <a:pt x="31462" y="34208"/>
                  <a:pt x="30838" y="34208"/>
                </a:cubicBezTo>
                <a:cubicBezTo>
                  <a:pt x="30529" y="34208"/>
                  <a:pt x="30137" y="34346"/>
                  <a:pt x="29652" y="34615"/>
                </a:cubicBezTo>
                <a:lnTo>
                  <a:pt x="13146" y="44140"/>
                </a:lnTo>
                <a:lnTo>
                  <a:pt x="13146" y="42672"/>
                </a:lnTo>
                <a:cubicBezTo>
                  <a:pt x="13146" y="41139"/>
                  <a:pt x="13505" y="40813"/>
                  <a:pt x="14647" y="39704"/>
                </a:cubicBezTo>
                <a:lnTo>
                  <a:pt x="22508" y="32071"/>
                </a:lnTo>
                <a:cubicBezTo>
                  <a:pt x="28151" y="26688"/>
                  <a:pt x="31576" y="21469"/>
                  <a:pt x="31576" y="14358"/>
                </a:cubicBezTo>
                <a:lnTo>
                  <a:pt x="31576" y="7704"/>
                </a:lnTo>
                <a:cubicBezTo>
                  <a:pt x="31576" y="2581"/>
                  <a:pt x="29960" y="0"/>
                  <a:pt x="2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44"/>
          <p:cNvSpPr/>
          <p:nvPr/>
        </p:nvSpPr>
        <p:spPr>
          <a:xfrm flipH="1">
            <a:off x="6336731" y="2631031"/>
            <a:ext cx="266837" cy="487855"/>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44"/>
          <p:cNvSpPr/>
          <p:nvPr/>
        </p:nvSpPr>
        <p:spPr>
          <a:xfrm>
            <a:off x="6396028" y="2736359"/>
            <a:ext cx="148314" cy="293085"/>
          </a:xfrm>
          <a:custGeom>
            <a:avLst/>
            <a:gdLst/>
            <a:ahLst/>
            <a:cxnLst/>
            <a:rect l="l" t="t" r="r" b="b"/>
            <a:pathLst>
              <a:path w="33273" h="65751" extrusionOk="0">
                <a:moveTo>
                  <a:pt x="24820" y="1"/>
                </a:moveTo>
                <a:cubicBezTo>
                  <a:pt x="23338" y="1"/>
                  <a:pt x="21473" y="620"/>
                  <a:pt x="19213" y="1930"/>
                </a:cubicBezTo>
                <a:lnTo>
                  <a:pt x="2186" y="11716"/>
                </a:lnTo>
                <a:cubicBezTo>
                  <a:pt x="653" y="12630"/>
                  <a:pt x="0" y="13804"/>
                  <a:pt x="0" y="15696"/>
                </a:cubicBezTo>
                <a:lnTo>
                  <a:pt x="0" y="24438"/>
                </a:lnTo>
                <a:cubicBezTo>
                  <a:pt x="0" y="25704"/>
                  <a:pt x="307" y="26328"/>
                  <a:pt x="960" y="26328"/>
                </a:cubicBezTo>
                <a:cubicBezTo>
                  <a:pt x="1282" y="26328"/>
                  <a:pt x="1689" y="26175"/>
                  <a:pt x="2186" y="25873"/>
                </a:cubicBezTo>
                <a:lnTo>
                  <a:pt x="13537" y="19349"/>
                </a:lnTo>
                <a:cubicBezTo>
                  <a:pt x="14187" y="18970"/>
                  <a:pt x="14661" y="18811"/>
                  <a:pt x="15004" y="18811"/>
                </a:cubicBezTo>
                <a:cubicBezTo>
                  <a:pt x="15693" y="18811"/>
                  <a:pt x="15853" y="19457"/>
                  <a:pt x="15853" y="20263"/>
                </a:cubicBezTo>
                <a:lnTo>
                  <a:pt x="15853" y="21339"/>
                </a:lnTo>
                <a:cubicBezTo>
                  <a:pt x="15853" y="22579"/>
                  <a:pt x="15495" y="23786"/>
                  <a:pt x="13537" y="24927"/>
                </a:cubicBezTo>
                <a:lnTo>
                  <a:pt x="7144" y="28646"/>
                </a:lnTo>
                <a:cubicBezTo>
                  <a:pt x="5578" y="29559"/>
                  <a:pt x="4926" y="30734"/>
                  <a:pt x="4926" y="32593"/>
                </a:cubicBezTo>
                <a:lnTo>
                  <a:pt x="4926" y="40552"/>
                </a:lnTo>
                <a:cubicBezTo>
                  <a:pt x="4926" y="41819"/>
                  <a:pt x="5233" y="42427"/>
                  <a:pt x="5895" y="42427"/>
                </a:cubicBezTo>
                <a:cubicBezTo>
                  <a:pt x="6223" y="42427"/>
                  <a:pt x="6637" y="42279"/>
                  <a:pt x="7144" y="41988"/>
                </a:cubicBezTo>
                <a:lnTo>
                  <a:pt x="17484" y="35986"/>
                </a:lnTo>
                <a:cubicBezTo>
                  <a:pt x="18157" y="35593"/>
                  <a:pt x="18641" y="35428"/>
                  <a:pt x="18986" y="35428"/>
                </a:cubicBezTo>
                <a:cubicBezTo>
                  <a:pt x="19646" y="35428"/>
                  <a:pt x="19800" y="36030"/>
                  <a:pt x="19800" y="36801"/>
                </a:cubicBezTo>
                <a:lnTo>
                  <a:pt x="19800" y="38791"/>
                </a:lnTo>
                <a:cubicBezTo>
                  <a:pt x="19800" y="40030"/>
                  <a:pt x="19442" y="41237"/>
                  <a:pt x="17484" y="42379"/>
                </a:cubicBezTo>
                <a:lnTo>
                  <a:pt x="2186" y="51252"/>
                </a:lnTo>
                <a:cubicBezTo>
                  <a:pt x="653" y="52132"/>
                  <a:pt x="0" y="53307"/>
                  <a:pt x="0" y="55199"/>
                </a:cubicBezTo>
                <a:lnTo>
                  <a:pt x="0" y="63876"/>
                </a:lnTo>
                <a:cubicBezTo>
                  <a:pt x="0" y="65142"/>
                  <a:pt x="307" y="65751"/>
                  <a:pt x="960" y="65751"/>
                </a:cubicBezTo>
                <a:cubicBezTo>
                  <a:pt x="1283" y="65751"/>
                  <a:pt x="1690" y="65602"/>
                  <a:pt x="2186" y="65311"/>
                </a:cubicBezTo>
                <a:lnTo>
                  <a:pt x="21431" y="54187"/>
                </a:lnTo>
                <a:cubicBezTo>
                  <a:pt x="29228" y="49686"/>
                  <a:pt x="33272" y="42673"/>
                  <a:pt x="33272" y="35007"/>
                </a:cubicBezTo>
                <a:lnTo>
                  <a:pt x="33272" y="27602"/>
                </a:lnTo>
                <a:cubicBezTo>
                  <a:pt x="33272" y="22766"/>
                  <a:pt x="32253" y="20232"/>
                  <a:pt x="29428" y="20232"/>
                </a:cubicBezTo>
                <a:cubicBezTo>
                  <a:pt x="28404" y="20232"/>
                  <a:pt x="27143" y="20565"/>
                  <a:pt x="25607" y="21241"/>
                </a:cubicBezTo>
                <a:cubicBezTo>
                  <a:pt x="28282" y="18240"/>
                  <a:pt x="29195" y="14913"/>
                  <a:pt x="29195" y="11129"/>
                </a:cubicBezTo>
                <a:lnTo>
                  <a:pt x="29195" y="6791"/>
                </a:lnTo>
                <a:cubicBezTo>
                  <a:pt x="29195" y="2450"/>
                  <a:pt x="27765" y="1"/>
                  <a:pt x="248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3" name="Google Shape;3043;p44"/>
          <p:cNvGrpSpPr/>
          <p:nvPr/>
        </p:nvGrpSpPr>
        <p:grpSpPr>
          <a:xfrm>
            <a:off x="710099" y="1956224"/>
            <a:ext cx="428306" cy="427083"/>
            <a:chOff x="6707406" y="2945444"/>
            <a:chExt cx="398498" cy="397361"/>
          </a:xfrm>
        </p:grpSpPr>
        <p:sp>
          <p:nvSpPr>
            <p:cNvPr id="3044" name="Google Shape;3044;p44"/>
            <p:cNvSpPr/>
            <p:nvPr/>
          </p:nvSpPr>
          <p:spPr>
            <a:xfrm>
              <a:off x="6707406" y="2945444"/>
              <a:ext cx="322803" cy="296935"/>
            </a:xfrm>
            <a:custGeom>
              <a:avLst/>
              <a:gdLst/>
              <a:ahLst/>
              <a:cxnLst/>
              <a:rect l="l" t="t" r="r" b="b"/>
              <a:pathLst>
                <a:path w="9646" h="8873" extrusionOk="0">
                  <a:moveTo>
                    <a:pt x="4418" y="374"/>
                  </a:moveTo>
                  <a:cubicBezTo>
                    <a:pt x="4451" y="374"/>
                    <a:pt x="4478" y="395"/>
                    <a:pt x="4525" y="395"/>
                  </a:cubicBezTo>
                  <a:cubicBezTo>
                    <a:pt x="4597" y="442"/>
                    <a:pt x="4668" y="562"/>
                    <a:pt x="4597" y="657"/>
                  </a:cubicBezTo>
                  <a:lnTo>
                    <a:pt x="3025" y="3800"/>
                  </a:lnTo>
                  <a:cubicBezTo>
                    <a:pt x="2974" y="3869"/>
                    <a:pt x="2898" y="3925"/>
                    <a:pt x="2833" y="3925"/>
                  </a:cubicBezTo>
                  <a:cubicBezTo>
                    <a:pt x="2807" y="3925"/>
                    <a:pt x="2783" y="3916"/>
                    <a:pt x="2763" y="3896"/>
                  </a:cubicBezTo>
                  <a:cubicBezTo>
                    <a:pt x="2668" y="3848"/>
                    <a:pt x="2644" y="3729"/>
                    <a:pt x="2668" y="3634"/>
                  </a:cubicBezTo>
                  <a:lnTo>
                    <a:pt x="4240" y="466"/>
                  </a:lnTo>
                  <a:cubicBezTo>
                    <a:pt x="4287" y="419"/>
                    <a:pt x="4311" y="395"/>
                    <a:pt x="4359" y="395"/>
                  </a:cubicBezTo>
                  <a:cubicBezTo>
                    <a:pt x="4382" y="379"/>
                    <a:pt x="4401" y="374"/>
                    <a:pt x="4418" y="374"/>
                  </a:cubicBezTo>
                  <a:close/>
                  <a:moveTo>
                    <a:pt x="5192" y="371"/>
                  </a:moveTo>
                  <a:cubicBezTo>
                    <a:pt x="5264" y="371"/>
                    <a:pt x="5359" y="395"/>
                    <a:pt x="5383" y="466"/>
                  </a:cubicBezTo>
                  <a:lnTo>
                    <a:pt x="6954" y="3634"/>
                  </a:lnTo>
                  <a:cubicBezTo>
                    <a:pt x="6978" y="3729"/>
                    <a:pt x="6954" y="3848"/>
                    <a:pt x="6859" y="3896"/>
                  </a:cubicBezTo>
                  <a:cubicBezTo>
                    <a:pt x="6838" y="3916"/>
                    <a:pt x="6813" y="3925"/>
                    <a:pt x="6786" y="3925"/>
                  </a:cubicBezTo>
                  <a:cubicBezTo>
                    <a:pt x="6722" y="3925"/>
                    <a:pt x="6648" y="3875"/>
                    <a:pt x="6597" y="3824"/>
                  </a:cubicBezTo>
                  <a:lnTo>
                    <a:pt x="5025" y="657"/>
                  </a:lnTo>
                  <a:cubicBezTo>
                    <a:pt x="4954" y="562"/>
                    <a:pt x="5025" y="442"/>
                    <a:pt x="5121" y="395"/>
                  </a:cubicBezTo>
                  <a:cubicBezTo>
                    <a:pt x="5144" y="395"/>
                    <a:pt x="5168" y="371"/>
                    <a:pt x="5192" y="371"/>
                  </a:cubicBezTo>
                  <a:close/>
                  <a:moveTo>
                    <a:pt x="4811" y="1014"/>
                  </a:moveTo>
                  <a:lnTo>
                    <a:pt x="6264" y="3943"/>
                  </a:lnTo>
                  <a:cubicBezTo>
                    <a:pt x="6311" y="3991"/>
                    <a:pt x="6335" y="4015"/>
                    <a:pt x="6359" y="4086"/>
                  </a:cubicBezTo>
                  <a:lnTo>
                    <a:pt x="3263" y="4086"/>
                  </a:lnTo>
                  <a:cubicBezTo>
                    <a:pt x="3287" y="4038"/>
                    <a:pt x="3335" y="3991"/>
                    <a:pt x="3358" y="3943"/>
                  </a:cubicBezTo>
                  <a:lnTo>
                    <a:pt x="3477" y="3657"/>
                  </a:lnTo>
                  <a:lnTo>
                    <a:pt x="5406" y="3657"/>
                  </a:lnTo>
                  <a:cubicBezTo>
                    <a:pt x="5502" y="3657"/>
                    <a:pt x="5597" y="3586"/>
                    <a:pt x="5597" y="3491"/>
                  </a:cubicBezTo>
                  <a:cubicBezTo>
                    <a:pt x="5597" y="3395"/>
                    <a:pt x="5502" y="3300"/>
                    <a:pt x="5406" y="3300"/>
                  </a:cubicBezTo>
                  <a:lnTo>
                    <a:pt x="3620" y="3300"/>
                  </a:lnTo>
                  <a:lnTo>
                    <a:pt x="4811" y="1014"/>
                  </a:lnTo>
                  <a:close/>
                  <a:moveTo>
                    <a:pt x="9098" y="3681"/>
                  </a:moveTo>
                  <a:cubicBezTo>
                    <a:pt x="9217" y="3681"/>
                    <a:pt x="9312" y="3776"/>
                    <a:pt x="9312" y="3896"/>
                  </a:cubicBezTo>
                  <a:cubicBezTo>
                    <a:pt x="9288" y="3991"/>
                    <a:pt x="9193" y="4086"/>
                    <a:pt x="9098" y="4086"/>
                  </a:cubicBezTo>
                  <a:lnTo>
                    <a:pt x="7169" y="4086"/>
                  </a:lnTo>
                  <a:cubicBezTo>
                    <a:pt x="7264" y="3967"/>
                    <a:pt x="7312" y="3848"/>
                    <a:pt x="7312" y="3681"/>
                  </a:cubicBezTo>
                  <a:close/>
                  <a:moveTo>
                    <a:pt x="2406" y="4443"/>
                  </a:moveTo>
                  <a:lnTo>
                    <a:pt x="2501" y="5563"/>
                  </a:lnTo>
                  <a:lnTo>
                    <a:pt x="905" y="5563"/>
                  </a:lnTo>
                  <a:lnTo>
                    <a:pt x="739" y="4443"/>
                  </a:lnTo>
                  <a:close/>
                  <a:moveTo>
                    <a:pt x="4668" y="4443"/>
                  </a:moveTo>
                  <a:lnTo>
                    <a:pt x="4668" y="5563"/>
                  </a:lnTo>
                  <a:lnTo>
                    <a:pt x="2882" y="5563"/>
                  </a:lnTo>
                  <a:lnTo>
                    <a:pt x="2787" y="4443"/>
                  </a:lnTo>
                  <a:close/>
                  <a:moveTo>
                    <a:pt x="6859" y="4443"/>
                  </a:moveTo>
                  <a:lnTo>
                    <a:pt x="6740" y="5563"/>
                  </a:lnTo>
                  <a:lnTo>
                    <a:pt x="5002" y="5563"/>
                  </a:lnTo>
                  <a:lnTo>
                    <a:pt x="5002" y="4443"/>
                  </a:lnTo>
                  <a:close/>
                  <a:moveTo>
                    <a:pt x="8860" y="4443"/>
                  </a:moveTo>
                  <a:lnTo>
                    <a:pt x="8693" y="5563"/>
                  </a:lnTo>
                  <a:lnTo>
                    <a:pt x="7097" y="5563"/>
                  </a:lnTo>
                  <a:lnTo>
                    <a:pt x="7192" y="4443"/>
                  </a:lnTo>
                  <a:close/>
                  <a:moveTo>
                    <a:pt x="2549" y="5920"/>
                  </a:moveTo>
                  <a:lnTo>
                    <a:pt x="2644" y="7063"/>
                  </a:lnTo>
                  <a:lnTo>
                    <a:pt x="1191" y="7063"/>
                  </a:lnTo>
                  <a:lnTo>
                    <a:pt x="1001" y="5920"/>
                  </a:lnTo>
                  <a:close/>
                  <a:moveTo>
                    <a:pt x="4644" y="5920"/>
                  </a:moveTo>
                  <a:lnTo>
                    <a:pt x="4644" y="7063"/>
                  </a:lnTo>
                  <a:lnTo>
                    <a:pt x="3001" y="7063"/>
                  </a:lnTo>
                  <a:lnTo>
                    <a:pt x="2906" y="5920"/>
                  </a:lnTo>
                  <a:close/>
                  <a:moveTo>
                    <a:pt x="2644" y="7372"/>
                  </a:moveTo>
                  <a:lnTo>
                    <a:pt x="2739" y="8516"/>
                  </a:lnTo>
                  <a:lnTo>
                    <a:pt x="1739" y="8516"/>
                  </a:lnTo>
                  <a:lnTo>
                    <a:pt x="1739" y="8539"/>
                  </a:lnTo>
                  <a:cubicBezTo>
                    <a:pt x="1572" y="8539"/>
                    <a:pt x="1382" y="8396"/>
                    <a:pt x="1358" y="8230"/>
                  </a:cubicBezTo>
                  <a:lnTo>
                    <a:pt x="1215" y="7372"/>
                  </a:lnTo>
                  <a:close/>
                  <a:moveTo>
                    <a:pt x="4644" y="7420"/>
                  </a:moveTo>
                  <a:lnTo>
                    <a:pt x="4644" y="8539"/>
                  </a:lnTo>
                  <a:lnTo>
                    <a:pt x="3120" y="8539"/>
                  </a:lnTo>
                  <a:lnTo>
                    <a:pt x="3025" y="7420"/>
                  </a:lnTo>
                  <a:close/>
                  <a:moveTo>
                    <a:pt x="5171" y="0"/>
                  </a:moveTo>
                  <a:cubicBezTo>
                    <a:pt x="5089" y="0"/>
                    <a:pt x="5007" y="20"/>
                    <a:pt x="4930" y="61"/>
                  </a:cubicBezTo>
                  <a:cubicBezTo>
                    <a:pt x="4882" y="85"/>
                    <a:pt x="4835" y="109"/>
                    <a:pt x="4811" y="157"/>
                  </a:cubicBezTo>
                  <a:cubicBezTo>
                    <a:pt x="4787" y="109"/>
                    <a:pt x="4716" y="85"/>
                    <a:pt x="4692" y="61"/>
                  </a:cubicBezTo>
                  <a:cubicBezTo>
                    <a:pt x="4617" y="31"/>
                    <a:pt x="4532" y="1"/>
                    <a:pt x="4444" y="1"/>
                  </a:cubicBezTo>
                  <a:cubicBezTo>
                    <a:pt x="4392" y="1"/>
                    <a:pt x="4340" y="11"/>
                    <a:pt x="4287" y="38"/>
                  </a:cubicBezTo>
                  <a:cubicBezTo>
                    <a:pt x="4120" y="85"/>
                    <a:pt x="4049" y="180"/>
                    <a:pt x="3954" y="300"/>
                  </a:cubicBezTo>
                  <a:lnTo>
                    <a:pt x="2382" y="3443"/>
                  </a:lnTo>
                  <a:cubicBezTo>
                    <a:pt x="2263" y="3657"/>
                    <a:pt x="2311" y="3943"/>
                    <a:pt x="2453" y="4086"/>
                  </a:cubicBezTo>
                  <a:lnTo>
                    <a:pt x="524" y="4086"/>
                  </a:lnTo>
                  <a:cubicBezTo>
                    <a:pt x="405" y="4086"/>
                    <a:pt x="310" y="3991"/>
                    <a:pt x="310" y="3872"/>
                  </a:cubicBezTo>
                  <a:cubicBezTo>
                    <a:pt x="310" y="3753"/>
                    <a:pt x="405" y="3657"/>
                    <a:pt x="524" y="3657"/>
                  </a:cubicBezTo>
                  <a:lnTo>
                    <a:pt x="1787" y="3657"/>
                  </a:lnTo>
                  <a:cubicBezTo>
                    <a:pt x="1858" y="3657"/>
                    <a:pt x="1953" y="3586"/>
                    <a:pt x="1953" y="3491"/>
                  </a:cubicBezTo>
                  <a:cubicBezTo>
                    <a:pt x="1953" y="3395"/>
                    <a:pt x="1858" y="3300"/>
                    <a:pt x="1787" y="3300"/>
                  </a:cubicBezTo>
                  <a:lnTo>
                    <a:pt x="524" y="3300"/>
                  </a:lnTo>
                  <a:cubicBezTo>
                    <a:pt x="239" y="3300"/>
                    <a:pt x="1" y="3538"/>
                    <a:pt x="1" y="3848"/>
                  </a:cubicBezTo>
                  <a:cubicBezTo>
                    <a:pt x="1" y="4086"/>
                    <a:pt x="167" y="4277"/>
                    <a:pt x="382" y="4372"/>
                  </a:cubicBezTo>
                  <a:lnTo>
                    <a:pt x="1025" y="8254"/>
                  </a:lnTo>
                  <a:cubicBezTo>
                    <a:pt x="1096" y="8611"/>
                    <a:pt x="1382" y="8873"/>
                    <a:pt x="1739" y="8873"/>
                  </a:cubicBezTo>
                  <a:lnTo>
                    <a:pt x="5907" y="8873"/>
                  </a:lnTo>
                  <a:cubicBezTo>
                    <a:pt x="6002" y="8873"/>
                    <a:pt x="6097" y="8777"/>
                    <a:pt x="6097" y="8706"/>
                  </a:cubicBezTo>
                  <a:cubicBezTo>
                    <a:pt x="6097" y="8611"/>
                    <a:pt x="6002" y="8516"/>
                    <a:pt x="5907" y="8516"/>
                  </a:cubicBezTo>
                  <a:lnTo>
                    <a:pt x="4954" y="8516"/>
                  </a:lnTo>
                  <a:lnTo>
                    <a:pt x="4954" y="7372"/>
                  </a:lnTo>
                  <a:lnTo>
                    <a:pt x="5716" y="7372"/>
                  </a:lnTo>
                  <a:cubicBezTo>
                    <a:pt x="5787" y="7372"/>
                    <a:pt x="5883" y="7301"/>
                    <a:pt x="5883" y="7206"/>
                  </a:cubicBezTo>
                  <a:cubicBezTo>
                    <a:pt x="5883" y="7110"/>
                    <a:pt x="5787" y="7015"/>
                    <a:pt x="5716" y="7015"/>
                  </a:cubicBezTo>
                  <a:lnTo>
                    <a:pt x="4954" y="7015"/>
                  </a:lnTo>
                  <a:lnTo>
                    <a:pt x="4954" y="5896"/>
                  </a:lnTo>
                  <a:lnTo>
                    <a:pt x="6692" y="5896"/>
                  </a:lnTo>
                  <a:lnTo>
                    <a:pt x="6669" y="6301"/>
                  </a:lnTo>
                  <a:cubicBezTo>
                    <a:pt x="6669" y="6396"/>
                    <a:pt x="6716" y="6491"/>
                    <a:pt x="6811" y="6491"/>
                  </a:cubicBezTo>
                  <a:lnTo>
                    <a:pt x="6835" y="6491"/>
                  </a:lnTo>
                  <a:cubicBezTo>
                    <a:pt x="6931" y="6491"/>
                    <a:pt x="7026" y="6420"/>
                    <a:pt x="7026" y="6348"/>
                  </a:cubicBezTo>
                  <a:lnTo>
                    <a:pt x="7050" y="5896"/>
                  </a:lnTo>
                  <a:lnTo>
                    <a:pt x="8812" y="5896"/>
                  </a:lnTo>
                  <a:cubicBezTo>
                    <a:pt x="8883" y="5896"/>
                    <a:pt x="8955" y="5825"/>
                    <a:pt x="8979" y="5753"/>
                  </a:cubicBezTo>
                  <a:lnTo>
                    <a:pt x="9217" y="4372"/>
                  </a:lnTo>
                  <a:cubicBezTo>
                    <a:pt x="9455" y="4324"/>
                    <a:pt x="9598" y="4110"/>
                    <a:pt x="9598" y="3848"/>
                  </a:cubicBezTo>
                  <a:cubicBezTo>
                    <a:pt x="9645" y="3610"/>
                    <a:pt x="9407" y="3348"/>
                    <a:pt x="9098" y="3348"/>
                  </a:cubicBezTo>
                  <a:lnTo>
                    <a:pt x="7192" y="3348"/>
                  </a:lnTo>
                  <a:lnTo>
                    <a:pt x="5668" y="300"/>
                  </a:lnTo>
                  <a:cubicBezTo>
                    <a:pt x="5567" y="114"/>
                    <a:pt x="5371" y="0"/>
                    <a:pt x="51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44"/>
            <p:cNvSpPr/>
            <p:nvPr/>
          </p:nvSpPr>
          <p:spPr>
            <a:xfrm>
              <a:off x="6919404" y="3157877"/>
              <a:ext cx="186500" cy="184928"/>
            </a:xfrm>
            <a:custGeom>
              <a:avLst/>
              <a:gdLst/>
              <a:ahLst/>
              <a:cxnLst/>
              <a:rect l="l" t="t" r="r" b="b"/>
              <a:pathLst>
                <a:path w="5573" h="5526" extrusionOk="0">
                  <a:moveTo>
                    <a:pt x="2763" y="358"/>
                  </a:moveTo>
                  <a:lnTo>
                    <a:pt x="5216" y="1048"/>
                  </a:lnTo>
                  <a:cubicBezTo>
                    <a:pt x="5168" y="1286"/>
                    <a:pt x="5144" y="1882"/>
                    <a:pt x="4930" y="2525"/>
                  </a:cubicBezTo>
                  <a:cubicBezTo>
                    <a:pt x="4763" y="3072"/>
                    <a:pt x="4525" y="3549"/>
                    <a:pt x="4192" y="3954"/>
                  </a:cubicBezTo>
                  <a:cubicBezTo>
                    <a:pt x="3810" y="4454"/>
                    <a:pt x="3334" y="4859"/>
                    <a:pt x="2763" y="5168"/>
                  </a:cubicBezTo>
                  <a:cubicBezTo>
                    <a:pt x="1691" y="4573"/>
                    <a:pt x="977" y="3692"/>
                    <a:pt x="596" y="2525"/>
                  </a:cubicBezTo>
                  <a:cubicBezTo>
                    <a:pt x="381" y="1834"/>
                    <a:pt x="334" y="1286"/>
                    <a:pt x="334" y="1048"/>
                  </a:cubicBezTo>
                  <a:lnTo>
                    <a:pt x="2763" y="358"/>
                  </a:lnTo>
                  <a:close/>
                  <a:moveTo>
                    <a:pt x="2739" y="0"/>
                  </a:moveTo>
                  <a:lnTo>
                    <a:pt x="143" y="739"/>
                  </a:lnTo>
                  <a:cubicBezTo>
                    <a:pt x="72" y="762"/>
                    <a:pt x="24" y="834"/>
                    <a:pt x="24" y="882"/>
                  </a:cubicBezTo>
                  <a:cubicBezTo>
                    <a:pt x="24" y="929"/>
                    <a:pt x="0" y="1667"/>
                    <a:pt x="286" y="2620"/>
                  </a:cubicBezTo>
                  <a:cubicBezTo>
                    <a:pt x="596" y="3477"/>
                    <a:pt x="1239" y="4692"/>
                    <a:pt x="2715" y="5502"/>
                  </a:cubicBezTo>
                  <a:cubicBezTo>
                    <a:pt x="2739" y="5502"/>
                    <a:pt x="2763" y="5525"/>
                    <a:pt x="2786" y="5525"/>
                  </a:cubicBezTo>
                  <a:cubicBezTo>
                    <a:pt x="2834" y="5525"/>
                    <a:pt x="2858" y="5525"/>
                    <a:pt x="2882" y="5502"/>
                  </a:cubicBezTo>
                  <a:cubicBezTo>
                    <a:pt x="4358" y="4739"/>
                    <a:pt x="5025" y="3549"/>
                    <a:pt x="5335" y="2644"/>
                  </a:cubicBezTo>
                  <a:cubicBezTo>
                    <a:pt x="5573" y="1691"/>
                    <a:pt x="5525" y="905"/>
                    <a:pt x="5525" y="882"/>
                  </a:cubicBezTo>
                  <a:cubicBezTo>
                    <a:pt x="5525" y="834"/>
                    <a:pt x="5478" y="739"/>
                    <a:pt x="5406" y="739"/>
                  </a:cubicBezTo>
                  <a:lnTo>
                    <a:pt x="283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44"/>
            <p:cNvSpPr/>
            <p:nvPr/>
          </p:nvSpPr>
          <p:spPr>
            <a:xfrm>
              <a:off x="6943298" y="3182574"/>
              <a:ext cx="135533" cy="131551"/>
            </a:xfrm>
            <a:custGeom>
              <a:avLst/>
              <a:gdLst/>
              <a:ahLst/>
              <a:cxnLst/>
              <a:rect l="l" t="t" r="r" b="b"/>
              <a:pathLst>
                <a:path w="4050" h="3931" extrusionOk="0">
                  <a:moveTo>
                    <a:pt x="2049" y="358"/>
                  </a:moveTo>
                  <a:lnTo>
                    <a:pt x="3692" y="834"/>
                  </a:lnTo>
                  <a:cubicBezTo>
                    <a:pt x="3573" y="1572"/>
                    <a:pt x="3216" y="2739"/>
                    <a:pt x="2049" y="3549"/>
                  </a:cubicBezTo>
                  <a:cubicBezTo>
                    <a:pt x="858" y="2716"/>
                    <a:pt x="501" y="1549"/>
                    <a:pt x="405" y="834"/>
                  </a:cubicBezTo>
                  <a:lnTo>
                    <a:pt x="2049" y="358"/>
                  </a:lnTo>
                  <a:close/>
                  <a:moveTo>
                    <a:pt x="2001" y="1"/>
                  </a:moveTo>
                  <a:lnTo>
                    <a:pt x="143" y="548"/>
                  </a:lnTo>
                  <a:cubicBezTo>
                    <a:pt x="48" y="572"/>
                    <a:pt x="1" y="620"/>
                    <a:pt x="24" y="715"/>
                  </a:cubicBezTo>
                  <a:cubicBezTo>
                    <a:pt x="120" y="1501"/>
                    <a:pt x="477" y="2930"/>
                    <a:pt x="1930" y="3906"/>
                  </a:cubicBezTo>
                  <a:cubicBezTo>
                    <a:pt x="1953" y="3930"/>
                    <a:pt x="2001" y="3930"/>
                    <a:pt x="2025" y="3930"/>
                  </a:cubicBezTo>
                  <a:cubicBezTo>
                    <a:pt x="2049" y="3930"/>
                    <a:pt x="2072" y="3930"/>
                    <a:pt x="2096" y="3906"/>
                  </a:cubicBezTo>
                  <a:cubicBezTo>
                    <a:pt x="3573" y="2977"/>
                    <a:pt x="3930" y="1525"/>
                    <a:pt x="4001" y="715"/>
                  </a:cubicBezTo>
                  <a:cubicBezTo>
                    <a:pt x="4049" y="667"/>
                    <a:pt x="4025" y="572"/>
                    <a:pt x="3930" y="548"/>
                  </a:cubicBezTo>
                  <a:lnTo>
                    <a:pt x="2072"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7" name="Google Shape;3047;p44"/>
          <p:cNvGrpSpPr/>
          <p:nvPr/>
        </p:nvGrpSpPr>
        <p:grpSpPr>
          <a:xfrm>
            <a:off x="740424" y="1566375"/>
            <a:ext cx="367662" cy="298423"/>
            <a:chOff x="928124" y="1452875"/>
            <a:chExt cx="367662" cy="298423"/>
          </a:xfrm>
        </p:grpSpPr>
        <p:sp>
          <p:nvSpPr>
            <p:cNvPr id="3048" name="Google Shape;3048;p44"/>
            <p:cNvSpPr/>
            <p:nvPr/>
          </p:nvSpPr>
          <p:spPr>
            <a:xfrm>
              <a:off x="928124" y="1452875"/>
              <a:ext cx="367662" cy="298423"/>
            </a:xfrm>
            <a:custGeom>
              <a:avLst/>
              <a:gdLst/>
              <a:ahLst/>
              <a:cxnLst/>
              <a:rect l="l" t="t" r="r" b="b"/>
              <a:pathLst>
                <a:path w="11885" h="9646" extrusionOk="0">
                  <a:moveTo>
                    <a:pt x="5740" y="2954"/>
                  </a:moveTo>
                  <a:cubicBezTo>
                    <a:pt x="5669" y="3573"/>
                    <a:pt x="5121" y="4049"/>
                    <a:pt x="4502" y="4049"/>
                  </a:cubicBezTo>
                  <a:cubicBezTo>
                    <a:pt x="3882" y="4049"/>
                    <a:pt x="3335" y="3573"/>
                    <a:pt x="3239" y="2954"/>
                  </a:cubicBezTo>
                  <a:close/>
                  <a:moveTo>
                    <a:pt x="8645" y="2954"/>
                  </a:moveTo>
                  <a:cubicBezTo>
                    <a:pt x="8550" y="3573"/>
                    <a:pt x="8002" y="4049"/>
                    <a:pt x="7383" y="4049"/>
                  </a:cubicBezTo>
                  <a:cubicBezTo>
                    <a:pt x="6764" y="4049"/>
                    <a:pt x="6216" y="3573"/>
                    <a:pt x="6145" y="2954"/>
                  </a:cubicBezTo>
                  <a:close/>
                  <a:moveTo>
                    <a:pt x="10003" y="358"/>
                  </a:moveTo>
                  <a:cubicBezTo>
                    <a:pt x="10074" y="358"/>
                    <a:pt x="10146" y="382"/>
                    <a:pt x="10193" y="453"/>
                  </a:cubicBezTo>
                  <a:lnTo>
                    <a:pt x="11408" y="2597"/>
                  </a:lnTo>
                  <a:lnTo>
                    <a:pt x="10955" y="2597"/>
                  </a:lnTo>
                  <a:cubicBezTo>
                    <a:pt x="10860" y="2597"/>
                    <a:pt x="10789" y="2668"/>
                    <a:pt x="10789" y="2763"/>
                  </a:cubicBezTo>
                  <a:cubicBezTo>
                    <a:pt x="10789" y="2859"/>
                    <a:pt x="10860" y="2954"/>
                    <a:pt x="10955" y="2954"/>
                  </a:cubicBezTo>
                  <a:lnTo>
                    <a:pt x="11527" y="2954"/>
                  </a:lnTo>
                  <a:cubicBezTo>
                    <a:pt x="11432" y="3573"/>
                    <a:pt x="10908" y="4049"/>
                    <a:pt x="10265" y="4049"/>
                  </a:cubicBezTo>
                  <a:cubicBezTo>
                    <a:pt x="9646" y="4049"/>
                    <a:pt x="9122" y="3573"/>
                    <a:pt x="9026" y="2954"/>
                  </a:cubicBezTo>
                  <a:lnTo>
                    <a:pt x="10241" y="2954"/>
                  </a:lnTo>
                  <a:cubicBezTo>
                    <a:pt x="10336" y="2954"/>
                    <a:pt x="10431" y="2859"/>
                    <a:pt x="10431" y="2763"/>
                  </a:cubicBezTo>
                  <a:cubicBezTo>
                    <a:pt x="10431" y="2668"/>
                    <a:pt x="10336" y="2597"/>
                    <a:pt x="10241" y="2597"/>
                  </a:cubicBezTo>
                  <a:lnTo>
                    <a:pt x="1692" y="2597"/>
                  </a:lnTo>
                  <a:cubicBezTo>
                    <a:pt x="1620" y="2597"/>
                    <a:pt x="1525" y="2668"/>
                    <a:pt x="1525" y="2763"/>
                  </a:cubicBezTo>
                  <a:cubicBezTo>
                    <a:pt x="1525" y="2859"/>
                    <a:pt x="1620" y="2954"/>
                    <a:pt x="1692" y="2954"/>
                  </a:cubicBezTo>
                  <a:lnTo>
                    <a:pt x="2930" y="2954"/>
                  </a:lnTo>
                  <a:cubicBezTo>
                    <a:pt x="2835" y="3573"/>
                    <a:pt x="2287" y="4049"/>
                    <a:pt x="1668" y="4049"/>
                  </a:cubicBezTo>
                  <a:cubicBezTo>
                    <a:pt x="977" y="4049"/>
                    <a:pt x="453" y="3573"/>
                    <a:pt x="358" y="2954"/>
                  </a:cubicBezTo>
                  <a:lnTo>
                    <a:pt x="929" y="2954"/>
                  </a:lnTo>
                  <a:cubicBezTo>
                    <a:pt x="1025" y="2954"/>
                    <a:pt x="1096" y="2859"/>
                    <a:pt x="1096" y="2763"/>
                  </a:cubicBezTo>
                  <a:cubicBezTo>
                    <a:pt x="1096" y="2668"/>
                    <a:pt x="1025" y="2597"/>
                    <a:pt x="929" y="2597"/>
                  </a:cubicBezTo>
                  <a:lnTo>
                    <a:pt x="477" y="2597"/>
                  </a:lnTo>
                  <a:lnTo>
                    <a:pt x="1692" y="453"/>
                  </a:lnTo>
                  <a:cubicBezTo>
                    <a:pt x="1739" y="382"/>
                    <a:pt x="1787" y="358"/>
                    <a:pt x="1882" y="358"/>
                  </a:cubicBezTo>
                  <a:close/>
                  <a:moveTo>
                    <a:pt x="9860" y="5192"/>
                  </a:moveTo>
                  <a:lnTo>
                    <a:pt x="9860" y="8360"/>
                  </a:lnTo>
                  <a:lnTo>
                    <a:pt x="7979" y="8360"/>
                  </a:lnTo>
                  <a:lnTo>
                    <a:pt x="7979" y="5192"/>
                  </a:lnTo>
                  <a:close/>
                  <a:moveTo>
                    <a:pt x="9860" y="8693"/>
                  </a:moveTo>
                  <a:lnTo>
                    <a:pt x="9860" y="9289"/>
                  </a:lnTo>
                  <a:lnTo>
                    <a:pt x="7979" y="9289"/>
                  </a:lnTo>
                  <a:lnTo>
                    <a:pt x="7979" y="8693"/>
                  </a:lnTo>
                  <a:close/>
                  <a:moveTo>
                    <a:pt x="8764" y="3478"/>
                  </a:moveTo>
                  <a:cubicBezTo>
                    <a:pt x="9026" y="4026"/>
                    <a:pt x="9550" y="4383"/>
                    <a:pt x="10170" y="4383"/>
                  </a:cubicBezTo>
                  <a:cubicBezTo>
                    <a:pt x="10360" y="4383"/>
                    <a:pt x="10551" y="4359"/>
                    <a:pt x="10717" y="4287"/>
                  </a:cubicBezTo>
                  <a:lnTo>
                    <a:pt x="10717" y="9289"/>
                  </a:lnTo>
                  <a:lnTo>
                    <a:pt x="10193" y="9289"/>
                  </a:lnTo>
                  <a:lnTo>
                    <a:pt x="10193" y="5002"/>
                  </a:lnTo>
                  <a:cubicBezTo>
                    <a:pt x="10193" y="4907"/>
                    <a:pt x="10098" y="4835"/>
                    <a:pt x="10003" y="4835"/>
                  </a:cubicBezTo>
                  <a:lnTo>
                    <a:pt x="7764" y="4835"/>
                  </a:lnTo>
                  <a:cubicBezTo>
                    <a:pt x="7693" y="4835"/>
                    <a:pt x="7598" y="4907"/>
                    <a:pt x="7598" y="5002"/>
                  </a:cubicBezTo>
                  <a:lnTo>
                    <a:pt x="7598" y="9289"/>
                  </a:lnTo>
                  <a:lnTo>
                    <a:pt x="1072" y="9289"/>
                  </a:lnTo>
                  <a:lnTo>
                    <a:pt x="1072" y="4287"/>
                  </a:lnTo>
                  <a:cubicBezTo>
                    <a:pt x="1263" y="4359"/>
                    <a:pt x="1406" y="4383"/>
                    <a:pt x="1620" y="4383"/>
                  </a:cubicBezTo>
                  <a:cubicBezTo>
                    <a:pt x="2239" y="4383"/>
                    <a:pt x="2763" y="4026"/>
                    <a:pt x="3049" y="3478"/>
                  </a:cubicBezTo>
                  <a:cubicBezTo>
                    <a:pt x="3311" y="4026"/>
                    <a:pt x="3835" y="4383"/>
                    <a:pt x="4478" y="4383"/>
                  </a:cubicBezTo>
                  <a:cubicBezTo>
                    <a:pt x="5097" y="4383"/>
                    <a:pt x="5621" y="4026"/>
                    <a:pt x="5907" y="3478"/>
                  </a:cubicBezTo>
                  <a:cubicBezTo>
                    <a:pt x="6169" y="4026"/>
                    <a:pt x="6693" y="4383"/>
                    <a:pt x="7336" y="4383"/>
                  </a:cubicBezTo>
                  <a:cubicBezTo>
                    <a:pt x="7955" y="4383"/>
                    <a:pt x="8479" y="4026"/>
                    <a:pt x="8764" y="3478"/>
                  </a:cubicBezTo>
                  <a:close/>
                  <a:moveTo>
                    <a:pt x="1882" y="1"/>
                  </a:moveTo>
                  <a:cubicBezTo>
                    <a:pt x="1668" y="1"/>
                    <a:pt x="1477" y="120"/>
                    <a:pt x="1406" y="263"/>
                  </a:cubicBezTo>
                  <a:lnTo>
                    <a:pt x="25" y="2668"/>
                  </a:lnTo>
                  <a:cubicBezTo>
                    <a:pt x="1" y="2716"/>
                    <a:pt x="1" y="2740"/>
                    <a:pt x="1" y="2763"/>
                  </a:cubicBezTo>
                  <a:cubicBezTo>
                    <a:pt x="1" y="3335"/>
                    <a:pt x="286" y="3835"/>
                    <a:pt x="739" y="4145"/>
                  </a:cubicBezTo>
                  <a:lnTo>
                    <a:pt x="739" y="9289"/>
                  </a:lnTo>
                  <a:lnTo>
                    <a:pt x="525" y="9289"/>
                  </a:lnTo>
                  <a:cubicBezTo>
                    <a:pt x="453" y="9289"/>
                    <a:pt x="358" y="9384"/>
                    <a:pt x="358" y="9479"/>
                  </a:cubicBezTo>
                  <a:cubicBezTo>
                    <a:pt x="358" y="9550"/>
                    <a:pt x="453" y="9646"/>
                    <a:pt x="525" y="9646"/>
                  </a:cubicBezTo>
                  <a:lnTo>
                    <a:pt x="11313" y="9646"/>
                  </a:lnTo>
                  <a:cubicBezTo>
                    <a:pt x="11408" y="9646"/>
                    <a:pt x="11479" y="9550"/>
                    <a:pt x="11479" y="9479"/>
                  </a:cubicBezTo>
                  <a:cubicBezTo>
                    <a:pt x="11503" y="9384"/>
                    <a:pt x="11432" y="9289"/>
                    <a:pt x="11336" y="9289"/>
                  </a:cubicBezTo>
                  <a:lnTo>
                    <a:pt x="11146" y="9289"/>
                  </a:lnTo>
                  <a:lnTo>
                    <a:pt x="11146" y="4145"/>
                  </a:lnTo>
                  <a:cubicBezTo>
                    <a:pt x="11575" y="3835"/>
                    <a:pt x="11884" y="3335"/>
                    <a:pt x="11884" y="2763"/>
                  </a:cubicBezTo>
                  <a:cubicBezTo>
                    <a:pt x="11884" y="2740"/>
                    <a:pt x="11884" y="2716"/>
                    <a:pt x="11837" y="2668"/>
                  </a:cubicBezTo>
                  <a:lnTo>
                    <a:pt x="10479" y="263"/>
                  </a:lnTo>
                  <a:cubicBezTo>
                    <a:pt x="10384" y="96"/>
                    <a:pt x="10217" y="1"/>
                    <a:pt x="10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44"/>
            <p:cNvSpPr/>
            <p:nvPr/>
          </p:nvSpPr>
          <p:spPr>
            <a:xfrm>
              <a:off x="979694" y="1602457"/>
              <a:ext cx="166523" cy="120099"/>
            </a:xfrm>
            <a:custGeom>
              <a:avLst/>
              <a:gdLst/>
              <a:ahLst/>
              <a:cxnLst/>
              <a:rect l="l" t="t" r="r" b="b"/>
              <a:pathLst>
                <a:path w="5383" h="3882" extrusionOk="0">
                  <a:moveTo>
                    <a:pt x="5026" y="357"/>
                  </a:moveTo>
                  <a:lnTo>
                    <a:pt x="5026" y="3525"/>
                  </a:lnTo>
                  <a:lnTo>
                    <a:pt x="358" y="3525"/>
                  </a:lnTo>
                  <a:lnTo>
                    <a:pt x="358" y="357"/>
                  </a:lnTo>
                  <a:close/>
                  <a:moveTo>
                    <a:pt x="191" y="0"/>
                  </a:moveTo>
                  <a:cubicBezTo>
                    <a:pt x="96" y="0"/>
                    <a:pt x="1" y="72"/>
                    <a:pt x="1" y="167"/>
                  </a:cubicBezTo>
                  <a:lnTo>
                    <a:pt x="1" y="3715"/>
                  </a:lnTo>
                  <a:cubicBezTo>
                    <a:pt x="1" y="3811"/>
                    <a:pt x="96" y="3882"/>
                    <a:pt x="191" y="3882"/>
                  </a:cubicBezTo>
                  <a:lnTo>
                    <a:pt x="5216" y="3882"/>
                  </a:lnTo>
                  <a:cubicBezTo>
                    <a:pt x="5311" y="3882"/>
                    <a:pt x="5383" y="3811"/>
                    <a:pt x="5383" y="3715"/>
                  </a:cubicBezTo>
                  <a:lnTo>
                    <a:pt x="5383" y="167"/>
                  </a:lnTo>
                  <a:cubicBezTo>
                    <a:pt x="5383" y="72"/>
                    <a:pt x="5311" y="0"/>
                    <a:pt x="5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0" name="Google Shape;3050;p44"/>
          <p:cNvGrpSpPr/>
          <p:nvPr/>
        </p:nvGrpSpPr>
        <p:grpSpPr>
          <a:xfrm>
            <a:off x="1601661" y="3468030"/>
            <a:ext cx="197260" cy="350920"/>
            <a:chOff x="8121986" y="1720205"/>
            <a:chExt cx="223981" cy="398501"/>
          </a:xfrm>
        </p:grpSpPr>
        <p:sp>
          <p:nvSpPr>
            <p:cNvPr id="3051" name="Google Shape;3051;p44"/>
            <p:cNvSpPr/>
            <p:nvPr/>
          </p:nvSpPr>
          <p:spPr>
            <a:xfrm>
              <a:off x="8121986" y="1720205"/>
              <a:ext cx="223981" cy="398501"/>
            </a:xfrm>
            <a:custGeom>
              <a:avLst/>
              <a:gdLst/>
              <a:ahLst/>
              <a:cxnLst/>
              <a:rect l="l" t="t" r="r" b="b"/>
              <a:pathLst>
                <a:path w="6693" h="11908" extrusionOk="0">
                  <a:moveTo>
                    <a:pt x="5954" y="334"/>
                  </a:moveTo>
                  <a:cubicBezTo>
                    <a:pt x="6144" y="334"/>
                    <a:pt x="6335" y="500"/>
                    <a:pt x="6335" y="715"/>
                  </a:cubicBezTo>
                  <a:lnTo>
                    <a:pt x="6335" y="11145"/>
                  </a:lnTo>
                  <a:cubicBezTo>
                    <a:pt x="6335" y="11336"/>
                    <a:pt x="6144" y="11526"/>
                    <a:pt x="5954" y="11526"/>
                  </a:cubicBezTo>
                  <a:lnTo>
                    <a:pt x="738" y="11526"/>
                  </a:lnTo>
                  <a:cubicBezTo>
                    <a:pt x="524" y="11526"/>
                    <a:pt x="357" y="11336"/>
                    <a:pt x="357" y="11145"/>
                  </a:cubicBezTo>
                  <a:lnTo>
                    <a:pt x="357" y="715"/>
                  </a:lnTo>
                  <a:cubicBezTo>
                    <a:pt x="357" y="500"/>
                    <a:pt x="524" y="334"/>
                    <a:pt x="738" y="334"/>
                  </a:cubicBezTo>
                  <a:close/>
                  <a:moveTo>
                    <a:pt x="738" y="0"/>
                  </a:moveTo>
                  <a:cubicBezTo>
                    <a:pt x="310" y="0"/>
                    <a:pt x="0" y="334"/>
                    <a:pt x="0" y="739"/>
                  </a:cubicBezTo>
                  <a:lnTo>
                    <a:pt x="0" y="11169"/>
                  </a:lnTo>
                  <a:cubicBezTo>
                    <a:pt x="0" y="11574"/>
                    <a:pt x="310" y="11907"/>
                    <a:pt x="738" y="11907"/>
                  </a:cubicBezTo>
                  <a:lnTo>
                    <a:pt x="5954" y="11907"/>
                  </a:lnTo>
                  <a:cubicBezTo>
                    <a:pt x="6359" y="11907"/>
                    <a:pt x="6692" y="11574"/>
                    <a:pt x="6692" y="11169"/>
                  </a:cubicBezTo>
                  <a:lnTo>
                    <a:pt x="6692" y="739"/>
                  </a:lnTo>
                  <a:cubicBezTo>
                    <a:pt x="6668" y="334"/>
                    <a:pt x="6335" y="0"/>
                    <a:pt x="595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44"/>
            <p:cNvSpPr/>
            <p:nvPr/>
          </p:nvSpPr>
          <p:spPr>
            <a:xfrm>
              <a:off x="8146682" y="2055721"/>
              <a:ext cx="172981" cy="11980"/>
            </a:xfrm>
            <a:custGeom>
              <a:avLst/>
              <a:gdLst/>
              <a:ahLst/>
              <a:cxnLst/>
              <a:rect l="l" t="t" r="r" b="b"/>
              <a:pathLst>
                <a:path w="5169" h="358" extrusionOk="0">
                  <a:moveTo>
                    <a:pt x="167" y="0"/>
                  </a:moveTo>
                  <a:cubicBezTo>
                    <a:pt x="96" y="0"/>
                    <a:pt x="0" y="95"/>
                    <a:pt x="0" y="191"/>
                  </a:cubicBezTo>
                  <a:cubicBezTo>
                    <a:pt x="0" y="286"/>
                    <a:pt x="72" y="357"/>
                    <a:pt x="167" y="357"/>
                  </a:cubicBezTo>
                  <a:lnTo>
                    <a:pt x="5002" y="357"/>
                  </a:lnTo>
                  <a:cubicBezTo>
                    <a:pt x="5073" y="357"/>
                    <a:pt x="5168" y="262"/>
                    <a:pt x="5168" y="191"/>
                  </a:cubicBezTo>
                  <a:cubicBezTo>
                    <a:pt x="5168" y="95"/>
                    <a:pt x="5121" y="0"/>
                    <a:pt x="500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44"/>
            <p:cNvSpPr/>
            <p:nvPr/>
          </p:nvSpPr>
          <p:spPr>
            <a:xfrm>
              <a:off x="8220806" y="2081221"/>
              <a:ext cx="24731" cy="11177"/>
            </a:xfrm>
            <a:custGeom>
              <a:avLst/>
              <a:gdLst/>
              <a:ahLst/>
              <a:cxnLst/>
              <a:rect l="l" t="t" r="r" b="b"/>
              <a:pathLst>
                <a:path w="739" h="334" extrusionOk="0">
                  <a:moveTo>
                    <a:pt x="191" y="0"/>
                  </a:moveTo>
                  <a:cubicBezTo>
                    <a:pt x="95" y="0"/>
                    <a:pt x="0" y="72"/>
                    <a:pt x="0" y="167"/>
                  </a:cubicBezTo>
                  <a:cubicBezTo>
                    <a:pt x="0" y="262"/>
                    <a:pt x="95" y="334"/>
                    <a:pt x="191" y="334"/>
                  </a:cubicBezTo>
                  <a:lnTo>
                    <a:pt x="548" y="334"/>
                  </a:lnTo>
                  <a:cubicBezTo>
                    <a:pt x="643" y="334"/>
                    <a:pt x="738" y="262"/>
                    <a:pt x="738" y="167"/>
                  </a:cubicBezTo>
                  <a:cubicBezTo>
                    <a:pt x="738" y="72"/>
                    <a:pt x="667" y="0"/>
                    <a:pt x="54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44"/>
            <p:cNvSpPr/>
            <p:nvPr/>
          </p:nvSpPr>
          <p:spPr>
            <a:xfrm>
              <a:off x="8165021" y="1812634"/>
              <a:ext cx="136303" cy="180945"/>
            </a:xfrm>
            <a:custGeom>
              <a:avLst/>
              <a:gdLst/>
              <a:ahLst/>
              <a:cxnLst/>
              <a:rect l="l" t="t" r="r" b="b"/>
              <a:pathLst>
                <a:path w="4073" h="5407" extrusionOk="0">
                  <a:moveTo>
                    <a:pt x="2048" y="358"/>
                  </a:moveTo>
                  <a:cubicBezTo>
                    <a:pt x="2239" y="358"/>
                    <a:pt x="2429" y="549"/>
                    <a:pt x="2429" y="763"/>
                  </a:cubicBezTo>
                  <a:lnTo>
                    <a:pt x="2429" y="953"/>
                  </a:lnTo>
                  <a:lnTo>
                    <a:pt x="1643" y="953"/>
                  </a:lnTo>
                  <a:lnTo>
                    <a:pt x="1643" y="763"/>
                  </a:lnTo>
                  <a:cubicBezTo>
                    <a:pt x="1643" y="549"/>
                    <a:pt x="1834" y="358"/>
                    <a:pt x="2048" y="358"/>
                  </a:cubicBezTo>
                  <a:close/>
                  <a:moveTo>
                    <a:pt x="3382" y="1311"/>
                  </a:moveTo>
                  <a:lnTo>
                    <a:pt x="3715" y="5049"/>
                  </a:lnTo>
                  <a:lnTo>
                    <a:pt x="357" y="5049"/>
                  </a:lnTo>
                  <a:lnTo>
                    <a:pt x="691" y="1311"/>
                  </a:lnTo>
                  <a:lnTo>
                    <a:pt x="1286" y="1311"/>
                  </a:lnTo>
                  <a:lnTo>
                    <a:pt x="1286" y="1715"/>
                  </a:lnTo>
                  <a:cubicBezTo>
                    <a:pt x="1286" y="1787"/>
                    <a:pt x="1381" y="1882"/>
                    <a:pt x="1477" y="1882"/>
                  </a:cubicBezTo>
                  <a:cubicBezTo>
                    <a:pt x="1548" y="1882"/>
                    <a:pt x="1643" y="1787"/>
                    <a:pt x="1643" y="1715"/>
                  </a:cubicBezTo>
                  <a:lnTo>
                    <a:pt x="1643" y="1311"/>
                  </a:lnTo>
                  <a:lnTo>
                    <a:pt x="2429" y="1311"/>
                  </a:lnTo>
                  <a:lnTo>
                    <a:pt x="2429" y="1715"/>
                  </a:lnTo>
                  <a:cubicBezTo>
                    <a:pt x="2429" y="1787"/>
                    <a:pt x="2525" y="1882"/>
                    <a:pt x="2596" y="1882"/>
                  </a:cubicBezTo>
                  <a:cubicBezTo>
                    <a:pt x="2691" y="1882"/>
                    <a:pt x="2787" y="1787"/>
                    <a:pt x="2787" y="1715"/>
                  </a:cubicBezTo>
                  <a:lnTo>
                    <a:pt x="2787" y="1311"/>
                  </a:lnTo>
                  <a:close/>
                  <a:moveTo>
                    <a:pt x="2048" y="1"/>
                  </a:moveTo>
                  <a:cubicBezTo>
                    <a:pt x="1620" y="1"/>
                    <a:pt x="1286" y="334"/>
                    <a:pt x="1286" y="763"/>
                  </a:cubicBezTo>
                  <a:lnTo>
                    <a:pt x="1286" y="953"/>
                  </a:lnTo>
                  <a:lnTo>
                    <a:pt x="691" y="953"/>
                  </a:lnTo>
                  <a:cubicBezTo>
                    <a:pt x="524" y="953"/>
                    <a:pt x="357" y="1120"/>
                    <a:pt x="334" y="1287"/>
                  </a:cubicBezTo>
                  <a:lnTo>
                    <a:pt x="0" y="5002"/>
                  </a:lnTo>
                  <a:cubicBezTo>
                    <a:pt x="0" y="5097"/>
                    <a:pt x="48" y="5216"/>
                    <a:pt x="95" y="5288"/>
                  </a:cubicBezTo>
                  <a:cubicBezTo>
                    <a:pt x="167" y="5359"/>
                    <a:pt x="286" y="5407"/>
                    <a:pt x="357" y="5407"/>
                  </a:cubicBezTo>
                  <a:lnTo>
                    <a:pt x="3668" y="5407"/>
                  </a:lnTo>
                  <a:cubicBezTo>
                    <a:pt x="3763" y="5407"/>
                    <a:pt x="3882" y="5359"/>
                    <a:pt x="3930" y="5288"/>
                  </a:cubicBezTo>
                  <a:cubicBezTo>
                    <a:pt x="4025" y="5216"/>
                    <a:pt x="4073" y="5097"/>
                    <a:pt x="4073" y="5002"/>
                  </a:cubicBezTo>
                  <a:lnTo>
                    <a:pt x="3739" y="1287"/>
                  </a:lnTo>
                  <a:cubicBezTo>
                    <a:pt x="3715" y="1120"/>
                    <a:pt x="3549" y="953"/>
                    <a:pt x="3382" y="953"/>
                  </a:cubicBezTo>
                  <a:lnTo>
                    <a:pt x="2787" y="953"/>
                  </a:lnTo>
                  <a:lnTo>
                    <a:pt x="2787" y="763"/>
                  </a:lnTo>
                  <a:cubicBezTo>
                    <a:pt x="2787" y="334"/>
                    <a:pt x="2453" y="1"/>
                    <a:pt x="20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5" name="Google Shape;3055;p44"/>
          <p:cNvSpPr/>
          <p:nvPr/>
        </p:nvSpPr>
        <p:spPr>
          <a:xfrm>
            <a:off x="1405288" y="4042199"/>
            <a:ext cx="612901" cy="284942"/>
          </a:xfrm>
          <a:custGeom>
            <a:avLst/>
            <a:gdLst/>
            <a:ahLst/>
            <a:cxnLst/>
            <a:rect l="l" t="t" r="r" b="b"/>
            <a:pathLst>
              <a:path w="7139" h="18181" extrusionOk="0">
                <a:moveTo>
                  <a:pt x="1" y="1"/>
                </a:moveTo>
                <a:lnTo>
                  <a:pt x="1" y="18180"/>
                </a:lnTo>
                <a:lnTo>
                  <a:pt x="7139" y="18180"/>
                </a:lnTo>
                <a:lnTo>
                  <a:pt x="71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44"/>
          <p:cNvSpPr txBox="1"/>
          <p:nvPr/>
        </p:nvSpPr>
        <p:spPr>
          <a:xfrm>
            <a:off x="1405288" y="4362625"/>
            <a:ext cx="612900" cy="233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Abel"/>
                <a:ea typeface="Abel"/>
                <a:cs typeface="Abel"/>
                <a:sym typeface="Abel"/>
              </a:rPr>
              <a:t>Phone</a:t>
            </a:r>
            <a:endParaRPr>
              <a:latin typeface="Abel"/>
              <a:ea typeface="Abel"/>
              <a:cs typeface="Abel"/>
              <a:sym typeface="Abel"/>
            </a:endParaRPr>
          </a:p>
        </p:txBody>
      </p:sp>
      <p:sp>
        <p:nvSpPr>
          <p:cNvPr id="3057" name="Google Shape;3057;p44"/>
          <p:cNvSpPr txBox="1"/>
          <p:nvPr/>
        </p:nvSpPr>
        <p:spPr>
          <a:xfrm>
            <a:off x="1393838" y="4091950"/>
            <a:ext cx="612900" cy="233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Abel"/>
                <a:ea typeface="Abel"/>
                <a:cs typeface="Abel"/>
                <a:sym typeface="Abel"/>
              </a:rPr>
              <a:t>20%</a:t>
            </a:r>
            <a:endParaRPr>
              <a:latin typeface="Abel"/>
              <a:ea typeface="Abel"/>
              <a:cs typeface="Abel"/>
              <a:sym typeface="Abel"/>
            </a:endParaRPr>
          </a:p>
        </p:txBody>
      </p:sp>
      <p:sp>
        <p:nvSpPr>
          <p:cNvPr id="3058" name="Google Shape;3058;p44"/>
          <p:cNvSpPr/>
          <p:nvPr/>
        </p:nvSpPr>
        <p:spPr>
          <a:xfrm>
            <a:off x="2070725" y="3957501"/>
            <a:ext cx="612901" cy="369620"/>
          </a:xfrm>
          <a:custGeom>
            <a:avLst/>
            <a:gdLst/>
            <a:ahLst/>
            <a:cxnLst/>
            <a:rect l="l" t="t" r="r" b="b"/>
            <a:pathLst>
              <a:path w="7139" h="18181" extrusionOk="0">
                <a:moveTo>
                  <a:pt x="1" y="1"/>
                </a:moveTo>
                <a:lnTo>
                  <a:pt x="1" y="18180"/>
                </a:lnTo>
                <a:lnTo>
                  <a:pt x="7139" y="18180"/>
                </a:lnTo>
                <a:lnTo>
                  <a:pt x="713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44"/>
          <p:cNvSpPr txBox="1"/>
          <p:nvPr/>
        </p:nvSpPr>
        <p:spPr>
          <a:xfrm>
            <a:off x="2070725" y="4362625"/>
            <a:ext cx="612900" cy="233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Abel"/>
                <a:ea typeface="Abel"/>
                <a:cs typeface="Abel"/>
                <a:sym typeface="Abel"/>
              </a:rPr>
              <a:t>Store</a:t>
            </a:r>
            <a:endParaRPr>
              <a:latin typeface="Abel"/>
              <a:ea typeface="Abel"/>
              <a:cs typeface="Abel"/>
              <a:sym typeface="Abel"/>
            </a:endParaRPr>
          </a:p>
        </p:txBody>
      </p:sp>
      <p:sp>
        <p:nvSpPr>
          <p:cNvPr id="3060" name="Google Shape;3060;p44"/>
          <p:cNvSpPr txBox="1"/>
          <p:nvPr/>
        </p:nvSpPr>
        <p:spPr>
          <a:xfrm>
            <a:off x="2059275" y="4091950"/>
            <a:ext cx="612900" cy="233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Abel"/>
                <a:ea typeface="Abel"/>
                <a:cs typeface="Abel"/>
                <a:sym typeface="Abel"/>
              </a:rPr>
              <a:t>37%</a:t>
            </a:r>
            <a:endParaRPr>
              <a:latin typeface="Abel"/>
              <a:ea typeface="Abel"/>
              <a:cs typeface="Abel"/>
              <a:sym typeface="Abel"/>
            </a:endParaRPr>
          </a:p>
        </p:txBody>
      </p:sp>
      <p:grpSp>
        <p:nvGrpSpPr>
          <p:cNvPr id="3061" name="Google Shape;3061;p44"/>
          <p:cNvGrpSpPr/>
          <p:nvPr/>
        </p:nvGrpSpPr>
        <p:grpSpPr>
          <a:xfrm>
            <a:off x="885001" y="3515729"/>
            <a:ext cx="322587" cy="255512"/>
            <a:chOff x="3358678" y="1770401"/>
            <a:chExt cx="398501" cy="315642"/>
          </a:xfrm>
        </p:grpSpPr>
        <p:sp>
          <p:nvSpPr>
            <p:cNvPr id="3062" name="Google Shape;3062;p44"/>
            <p:cNvSpPr/>
            <p:nvPr/>
          </p:nvSpPr>
          <p:spPr>
            <a:xfrm>
              <a:off x="3402483" y="1795098"/>
              <a:ext cx="310856" cy="12014"/>
            </a:xfrm>
            <a:custGeom>
              <a:avLst/>
              <a:gdLst/>
              <a:ahLst/>
              <a:cxnLst/>
              <a:rect l="l" t="t" r="r" b="b"/>
              <a:pathLst>
                <a:path w="9289" h="359" extrusionOk="0">
                  <a:moveTo>
                    <a:pt x="191" y="1"/>
                  </a:moveTo>
                  <a:cubicBezTo>
                    <a:pt x="96" y="1"/>
                    <a:pt x="1" y="96"/>
                    <a:pt x="1" y="168"/>
                  </a:cubicBezTo>
                  <a:cubicBezTo>
                    <a:pt x="1" y="263"/>
                    <a:pt x="96" y="358"/>
                    <a:pt x="191" y="358"/>
                  </a:cubicBezTo>
                  <a:lnTo>
                    <a:pt x="9122" y="358"/>
                  </a:lnTo>
                  <a:cubicBezTo>
                    <a:pt x="9217" y="358"/>
                    <a:pt x="9289" y="263"/>
                    <a:pt x="9289" y="168"/>
                  </a:cubicBezTo>
                  <a:cubicBezTo>
                    <a:pt x="9289" y="96"/>
                    <a:pt x="9241" y="1"/>
                    <a:pt x="91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44"/>
            <p:cNvSpPr/>
            <p:nvPr/>
          </p:nvSpPr>
          <p:spPr>
            <a:xfrm>
              <a:off x="3402483" y="2019043"/>
              <a:ext cx="310856" cy="11980"/>
            </a:xfrm>
            <a:custGeom>
              <a:avLst/>
              <a:gdLst/>
              <a:ahLst/>
              <a:cxnLst/>
              <a:rect l="l" t="t" r="r" b="b"/>
              <a:pathLst>
                <a:path w="9289" h="358" extrusionOk="0">
                  <a:moveTo>
                    <a:pt x="191" y="1"/>
                  </a:moveTo>
                  <a:cubicBezTo>
                    <a:pt x="96" y="1"/>
                    <a:pt x="1" y="96"/>
                    <a:pt x="1" y="191"/>
                  </a:cubicBezTo>
                  <a:cubicBezTo>
                    <a:pt x="1" y="263"/>
                    <a:pt x="96" y="358"/>
                    <a:pt x="191" y="358"/>
                  </a:cubicBezTo>
                  <a:lnTo>
                    <a:pt x="9122" y="358"/>
                  </a:lnTo>
                  <a:cubicBezTo>
                    <a:pt x="9217" y="358"/>
                    <a:pt x="9289" y="263"/>
                    <a:pt x="9289" y="191"/>
                  </a:cubicBezTo>
                  <a:cubicBezTo>
                    <a:pt x="9289" y="96"/>
                    <a:pt x="9241" y="1"/>
                    <a:pt x="91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44"/>
            <p:cNvSpPr/>
            <p:nvPr/>
          </p:nvSpPr>
          <p:spPr>
            <a:xfrm>
              <a:off x="3490160" y="1819025"/>
              <a:ext cx="135500" cy="180142"/>
            </a:xfrm>
            <a:custGeom>
              <a:avLst/>
              <a:gdLst/>
              <a:ahLst/>
              <a:cxnLst/>
              <a:rect l="l" t="t" r="r" b="b"/>
              <a:pathLst>
                <a:path w="4049" h="5383" extrusionOk="0">
                  <a:moveTo>
                    <a:pt x="2025" y="381"/>
                  </a:moveTo>
                  <a:cubicBezTo>
                    <a:pt x="2239" y="381"/>
                    <a:pt x="2430" y="572"/>
                    <a:pt x="2430" y="762"/>
                  </a:cubicBezTo>
                  <a:lnTo>
                    <a:pt x="2430" y="977"/>
                  </a:lnTo>
                  <a:lnTo>
                    <a:pt x="1644" y="977"/>
                  </a:lnTo>
                  <a:lnTo>
                    <a:pt x="1644" y="762"/>
                  </a:lnTo>
                  <a:cubicBezTo>
                    <a:pt x="1667" y="572"/>
                    <a:pt x="1834" y="381"/>
                    <a:pt x="2025" y="381"/>
                  </a:cubicBezTo>
                  <a:close/>
                  <a:moveTo>
                    <a:pt x="3382" y="1334"/>
                  </a:moveTo>
                  <a:lnTo>
                    <a:pt x="3692" y="5049"/>
                  </a:lnTo>
                  <a:lnTo>
                    <a:pt x="358" y="5049"/>
                  </a:lnTo>
                  <a:lnTo>
                    <a:pt x="691" y="1334"/>
                  </a:lnTo>
                  <a:lnTo>
                    <a:pt x="1286" y="1334"/>
                  </a:lnTo>
                  <a:lnTo>
                    <a:pt x="1286" y="1715"/>
                  </a:lnTo>
                  <a:cubicBezTo>
                    <a:pt x="1286" y="1810"/>
                    <a:pt x="1382" y="1905"/>
                    <a:pt x="1477" y="1905"/>
                  </a:cubicBezTo>
                  <a:cubicBezTo>
                    <a:pt x="1548" y="1905"/>
                    <a:pt x="1644" y="1810"/>
                    <a:pt x="1644" y="1715"/>
                  </a:cubicBezTo>
                  <a:lnTo>
                    <a:pt x="1644" y="1334"/>
                  </a:lnTo>
                  <a:lnTo>
                    <a:pt x="2430" y="1334"/>
                  </a:lnTo>
                  <a:lnTo>
                    <a:pt x="2430" y="1715"/>
                  </a:lnTo>
                  <a:cubicBezTo>
                    <a:pt x="2430" y="1810"/>
                    <a:pt x="2501" y="1905"/>
                    <a:pt x="2596" y="1905"/>
                  </a:cubicBezTo>
                  <a:cubicBezTo>
                    <a:pt x="2691" y="1905"/>
                    <a:pt x="2787" y="1810"/>
                    <a:pt x="2787" y="1715"/>
                  </a:cubicBezTo>
                  <a:lnTo>
                    <a:pt x="2787" y="1334"/>
                  </a:lnTo>
                  <a:close/>
                  <a:moveTo>
                    <a:pt x="2025" y="0"/>
                  </a:moveTo>
                  <a:cubicBezTo>
                    <a:pt x="1620" y="0"/>
                    <a:pt x="1286" y="334"/>
                    <a:pt x="1286" y="739"/>
                  </a:cubicBezTo>
                  <a:lnTo>
                    <a:pt x="1286" y="953"/>
                  </a:lnTo>
                  <a:lnTo>
                    <a:pt x="691" y="953"/>
                  </a:lnTo>
                  <a:cubicBezTo>
                    <a:pt x="501" y="953"/>
                    <a:pt x="358" y="1096"/>
                    <a:pt x="334" y="1286"/>
                  </a:cubicBezTo>
                  <a:lnTo>
                    <a:pt x="0" y="5001"/>
                  </a:lnTo>
                  <a:cubicBezTo>
                    <a:pt x="0" y="5097"/>
                    <a:pt x="48" y="5192"/>
                    <a:pt x="96" y="5263"/>
                  </a:cubicBezTo>
                  <a:cubicBezTo>
                    <a:pt x="167" y="5359"/>
                    <a:pt x="286" y="5382"/>
                    <a:pt x="358" y="5382"/>
                  </a:cubicBezTo>
                  <a:lnTo>
                    <a:pt x="3668" y="5382"/>
                  </a:lnTo>
                  <a:cubicBezTo>
                    <a:pt x="3763" y="5382"/>
                    <a:pt x="3882" y="5359"/>
                    <a:pt x="3930" y="5263"/>
                  </a:cubicBezTo>
                  <a:cubicBezTo>
                    <a:pt x="4025" y="5216"/>
                    <a:pt x="4049" y="5120"/>
                    <a:pt x="4049" y="5001"/>
                  </a:cubicBezTo>
                  <a:lnTo>
                    <a:pt x="3739" y="1286"/>
                  </a:lnTo>
                  <a:cubicBezTo>
                    <a:pt x="3692" y="1096"/>
                    <a:pt x="3549" y="953"/>
                    <a:pt x="3382" y="953"/>
                  </a:cubicBezTo>
                  <a:lnTo>
                    <a:pt x="2787" y="953"/>
                  </a:lnTo>
                  <a:lnTo>
                    <a:pt x="2787" y="739"/>
                  </a:lnTo>
                  <a:cubicBezTo>
                    <a:pt x="2787" y="334"/>
                    <a:pt x="2453" y="0"/>
                    <a:pt x="202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44"/>
            <p:cNvSpPr/>
            <p:nvPr/>
          </p:nvSpPr>
          <p:spPr>
            <a:xfrm>
              <a:off x="3358678" y="1770401"/>
              <a:ext cx="398501" cy="315642"/>
            </a:xfrm>
            <a:custGeom>
              <a:avLst/>
              <a:gdLst/>
              <a:ahLst/>
              <a:cxnLst/>
              <a:rect l="l" t="t" r="r" b="b"/>
              <a:pathLst>
                <a:path w="11908" h="9432" extrusionOk="0">
                  <a:moveTo>
                    <a:pt x="10598" y="358"/>
                  </a:moveTo>
                  <a:cubicBezTo>
                    <a:pt x="10812" y="358"/>
                    <a:pt x="11002" y="525"/>
                    <a:pt x="11002" y="739"/>
                  </a:cubicBezTo>
                  <a:lnTo>
                    <a:pt x="11002" y="8169"/>
                  </a:lnTo>
                  <a:lnTo>
                    <a:pt x="929" y="8169"/>
                  </a:lnTo>
                  <a:lnTo>
                    <a:pt x="929" y="739"/>
                  </a:lnTo>
                  <a:cubicBezTo>
                    <a:pt x="929" y="525"/>
                    <a:pt x="1119" y="358"/>
                    <a:pt x="1310" y="358"/>
                  </a:cubicBezTo>
                  <a:close/>
                  <a:moveTo>
                    <a:pt x="11526" y="8574"/>
                  </a:moveTo>
                  <a:lnTo>
                    <a:pt x="11526" y="8931"/>
                  </a:lnTo>
                  <a:lnTo>
                    <a:pt x="11550" y="8931"/>
                  </a:lnTo>
                  <a:cubicBezTo>
                    <a:pt x="11550" y="9050"/>
                    <a:pt x="11479" y="9122"/>
                    <a:pt x="11360" y="9122"/>
                  </a:cubicBezTo>
                  <a:lnTo>
                    <a:pt x="572" y="9122"/>
                  </a:lnTo>
                  <a:cubicBezTo>
                    <a:pt x="453" y="9122"/>
                    <a:pt x="357" y="9026"/>
                    <a:pt x="357" y="8931"/>
                  </a:cubicBezTo>
                  <a:lnTo>
                    <a:pt x="357" y="8574"/>
                  </a:lnTo>
                  <a:lnTo>
                    <a:pt x="5215" y="8574"/>
                  </a:lnTo>
                  <a:cubicBezTo>
                    <a:pt x="5215" y="8645"/>
                    <a:pt x="5311" y="8740"/>
                    <a:pt x="5406" y="8740"/>
                  </a:cubicBezTo>
                  <a:lnTo>
                    <a:pt x="6501" y="8740"/>
                  </a:lnTo>
                  <a:cubicBezTo>
                    <a:pt x="6597" y="8740"/>
                    <a:pt x="6668" y="8645"/>
                    <a:pt x="6668" y="8574"/>
                  </a:cubicBezTo>
                  <a:close/>
                  <a:moveTo>
                    <a:pt x="1310" y="1"/>
                  </a:moveTo>
                  <a:cubicBezTo>
                    <a:pt x="905" y="1"/>
                    <a:pt x="572" y="310"/>
                    <a:pt x="572" y="739"/>
                  </a:cubicBezTo>
                  <a:lnTo>
                    <a:pt x="572" y="8169"/>
                  </a:lnTo>
                  <a:lnTo>
                    <a:pt x="357" y="8169"/>
                  </a:lnTo>
                  <a:cubicBezTo>
                    <a:pt x="167" y="8169"/>
                    <a:pt x="0" y="8336"/>
                    <a:pt x="0" y="8526"/>
                  </a:cubicBezTo>
                  <a:lnTo>
                    <a:pt x="0" y="8883"/>
                  </a:lnTo>
                  <a:cubicBezTo>
                    <a:pt x="0" y="9193"/>
                    <a:pt x="238" y="9431"/>
                    <a:pt x="548" y="9431"/>
                  </a:cubicBezTo>
                  <a:lnTo>
                    <a:pt x="11312" y="9431"/>
                  </a:lnTo>
                  <a:cubicBezTo>
                    <a:pt x="11622" y="9431"/>
                    <a:pt x="11860" y="9193"/>
                    <a:pt x="11860" y="8883"/>
                  </a:cubicBezTo>
                  <a:lnTo>
                    <a:pt x="11860" y="8526"/>
                  </a:lnTo>
                  <a:cubicBezTo>
                    <a:pt x="11907" y="8336"/>
                    <a:pt x="11764" y="8169"/>
                    <a:pt x="11550" y="8169"/>
                  </a:cubicBezTo>
                  <a:lnTo>
                    <a:pt x="11360" y="8169"/>
                  </a:lnTo>
                  <a:lnTo>
                    <a:pt x="11360" y="739"/>
                  </a:lnTo>
                  <a:cubicBezTo>
                    <a:pt x="11360" y="310"/>
                    <a:pt x="11026" y="1"/>
                    <a:pt x="1059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6" name="Google Shape;3066;p44"/>
          <p:cNvGrpSpPr/>
          <p:nvPr/>
        </p:nvGrpSpPr>
        <p:grpSpPr>
          <a:xfrm>
            <a:off x="2192994" y="3519618"/>
            <a:ext cx="299890" cy="243394"/>
            <a:chOff x="4704688" y="4250462"/>
            <a:chExt cx="397732" cy="322803"/>
          </a:xfrm>
        </p:grpSpPr>
        <p:sp>
          <p:nvSpPr>
            <p:cNvPr id="3067" name="Google Shape;3067;p44"/>
            <p:cNvSpPr/>
            <p:nvPr/>
          </p:nvSpPr>
          <p:spPr>
            <a:xfrm>
              <a:off x="4704688" y="4250462"/>
              <a:ext cx="397732" cy="322803"/>
            </a:xfrm>
            <a:custGeom>
              <a:avLst/>
              <a:gdLst/>
              <a:ahLst/>
              <a:cxnLst/>
              <a:rect l="l" t="t" r="r" b="b"/>
              <a:pathLst>
                <a:path w="11885" h="9646" extrusionOk="0">
                  <a:moveTo>
                    <a:pt x="5740" y="2954"/>
                  </a:moveTo>
                  <a:cubicBezTo>
                    <a:pt x="5669" y="3573"/>
                    <a:pt x="5121" y="4049"/>
                    <a:pt x="4502" y="4049"/>
                  </a:cubicBezTo>
                  <a:cubicBezTo>
                    <a:pt x="3882" y="4049"/>
                    <a:pt x="3335" y="3573"/>
                    <a:pt x="3239" y="2954"/>
                  </a:cubicBezTo>
                  <a:close/>
                  <a:moveTo>
                    <a:pt x="8645" y="2954"/>
                  </a:moveTo>
                  <a:cubicBezTo>
                    <a:pt x="8550" y="3573"/>
                    <a:pt x="8002" y="4049"/>
                    <a:pt x="7383" y="4049"/>
                  </a:cubicBezTo>
                  <a:cubicBezTo>
                    <a:pt x="6764" y="4049"/>
                    <a:pt x="6216" y="3573"/>
                    <a:pt x="6145" y="2954"/>
                  </a:cubicBezTo>
                  <a:close/>
                  <a:moveTo>
                    <a:pt x="10003" y="358"/>
                  </a:moveTo>
                  <a:cubicBezTo>
                    <a:pt x="10074" y="358"/>
                    <a:pt x="10146" y="382"/>
                    <a:pt x="10193" y="453"/>
                  </a:cubicBezTo>
                  <a:lnTo>
                    <a:pt x="11408" y="2597"/>
                  </a:lnTo>
                  <a:lnTo>
                    <a:pt x="10955" y="2597"/>
                  </a:lnTo>
                  <a:cubicBezTo>
                    <a:pt x="10860" y="2597"/>
                    <a:pt x="10789" y="2668"/>
                    <a:pt x="10789" y="2763"/>
                  </a:cubicBezTo>
                  <a:cubicBezTo>
                    <a:pt x="10789" y="2859"/>
                    <a:pt x="10860" y="2954"/>
                    <a:pt x="10955" y="2954"/>
                  </a:cubicBezTo>
                  <a:lnTo>
                    <a:pt x="11527" y="2954"/>
                  </a:lnTo>
                  <a:cubicBezTo>
                    <a:pt x="11432" y="3573"/>
                    <a:pt x="10908" y="4049"/>
                    <a:pt x="10265" y="4049"/>
                  </a:cubicBezTo>
                  <a:cubicBezTo>
                    <a:pt x="9646" y="4049"/>
                    <a:pt x="9122" y="3573"/>
                    <a:pt x="9026" y="2954"/>
                  </a:cubicBezTo>
                  <a:lnTo>
                    <a:pt x="10241" y="2954"/>
                  </a:lnTo>
                  <a:cubicBezTo>
                    <a:pt x="10336" y="2954"/>
                    <a:pt x="10431" y="2859"/>
                    <a:pt x="10431" y="2763"/>
                  </a:cubicBezTo>
                  <a:cubicBezTo>
                    <a:pt x="10431" y="2668"/>
                    <a:pt x="10336" y="2597"/>
                    <a:pt x="10241" y="2597"/>
                  </a:cubicBezTo>
                  <a:lnTo>
                    <a:pt x="1692" y="2597"/>
                  </a:lnTo>
                  <a:cubicBezTo>
                    <a:pt x="1620" y="2597"/>
                    <a:pt x="1525" y="2668"/>
                    <a:pt x="1525" y="2763"/>
                  </a:cubicBezTo>
                  <a:cubicBezTo>
                    <a:pt x="1525" y="2859"/>
                    <a:pt x="1620" y="2954"/>
                    <a:pt x="1692" y="2954"/>
                  </a:cubicBezTo>
                  <a:lnTo>
                    <a:pt x="2930" y="2954"/>
                  </a:lnTo>
                  <a:cubicBezTo>
                    <a:pt x="2835" y="3573"/>
                    <a:pt x="2287" y="4049"/>
                    <a:pt x="1668" y="4049"/>
                  </a:cubicBezTo>
                  <a:cubicBezTo>
                    <a:pt x="977" y="4049"/>
                    <a:pt x="453" y="3573"/>
                    <a:pt x="358" y="2954"/>
                  </a:cubicBezTo>
                  <a:lnTo>
                    <a:pt x="929" y="2954"/>
                  </a:lnTo>
                  <a:cubicBezTo>
                    <a:pt x="1025" y="2954"/>
                    <a:pt x="1096" y="2859"/>
                    <a:pt x="1096" y="2763"/>
                  </a:cubicBezTo>
                  <a:cubicBezTo>
                    <a:pt x="1096" y="2668"/>
                    <a:pt x="1025" y="2597"/>
                    <a:pt x="929" y="2597"/>
                  </a:cubicBezTo>
                  <a:lnTo>
                    <a:pt x="477" y="2597"/>
                  </a:lnTo>
                  <a:lnTo>
                    <a:pt x="1692" y="453"/>
                  </a:lnTo>
                  <a:cubicBezTo>
                    <a:pt x="1739" y="382"/>
                    <a:pt x="1787" y="358"/>
                    <a:pt x="1882" y="358"/>
                  </a:cubicBezTo>
                  <a:close/>
                  <a:moveTo>
                    <a:pt x="9860" y="5192"/>
                  </a:moveTo>
                  <a:lnTo>
                    <a:pt x="9860" y="8360"/>
                  </a:lnTo>
                  <a:lnTo>
                    <a:pt x="7979" y="8360"/>
                  </a:lnTo>
                  <a:lnTo>
                    <a:pt x="7979" y="5192"/>
                  </a:lnTo>
                  <a:close/>
                  <a:moveTo>
                    <a:pt x="9860" y="8693"/>
                  </a:moveTo>
                  <a:lnTo>
                    <a:pt x="9860" y="9289"/>
                  </a:lnTo>
                  <a:lnTo>
                    <a:pt x="7979" y="9289"/>
                  </a:lnTo>
                  <a:lnTo>
                    <a:pt x="7979" y="8693"/>
                  </a:lnTo>
                  <a:close/>
                  <a:moveTo>
                    <a:pt x="8764" y="3478"/>
                  </a:moveTo>
                  <a:cubicBezTo>
                    <a:pt x="9026" y="4026"/>
                    <a:pt x="9550" y="4383"/>
                    <a:pt x="10170" y="4383"/>
                  </a:cubicBezTo>
                  <a:cubicBezTo>
                    <a:pt x="10360" y="4383"/>
                    <a:pt x="10551" y="4359"/>
                    <a:pt x="10717" y="4287"/>
                  </a:cubicBezTo>
                  <a:lnTo>
                    <a:pt x="10717" y="9289"/>
                  </a:lnTo>
                  <a:lnTo>
                    <a:pt x="10193" y="9289"/>
                  </a:lnTo>
                  <a:lnTo>
                    <a:pt x="10193" y="5002"/>
                  </a:lnTo>
                  <a:cubicBezTo>
                    <a:pt x="10193" y="4907"/>
                    <a:pt x="10098" y="4835"/>
                    <a:pt x="10003" y="4835"/>
                  </a:cubicBezTo>
                  <a:lnTo>
                    <a:pt x="7764" y="4835"/>
                  </a:lnTo>
                  <a:cubicBezTo>
                    <a:pt x="7693" y="4835"/>
                    <a:pt x="7598" y="4907"/>
                    <a:pt x="7598" y="5002"/>
                  </a:cubicBezTo>
                  <a:lnTo>
                    <a:pt x="7598" y="9289"/>
                  </a:lnTo>
                  <a:lnTo>
                    <a:pt x="1072" y="9289"/>
                  </a:lnTo>
                  <a:lnTo>
                    <a:pt x="1072" y="4287"/>
                  </a:lnTo>
                  <a:cubicBezTo>
                    <a:pt x="1263" y="4359"/>
                    <a:pt x="1406" y="4383"/>
                    <a:pt x="1620" y="4383"/>
                  </a:cubicBezTo>
                  <a:cubicBezTo>
                    <a:pt x="2239" y="4383"/>
                    <a:pt x="2763" y="4026"/>
                    <a:pt x="3049" y="3478"/>
                  </a:cubicBezTo>
                  <a:cubicBezTo>
                    <a:pt x="3311" y="4026"/>
                    <a:pt x="3835" y="4383"/>
                    <a:pt x="4478" y="4383"/>
                  </a:cubicBezTo>
                  <a:cubicBezTo>
                    <a:pt x="5097" y="4383"/>
                    <a:pt x="5621" y="4026"/>
                    <a:pt x="5907" y="3478"/>
                  </a:cubicBezTo>
                  <a:cubicBezTo>
                    <a:pt x="6169" y="4026"/>
                    <a:pt x="6693" y="4383"/>
                    <a:pt x="7336" y="4383"/>
                  </a:cubicBezTo>
                  <a:cubicBezTo>
                    <a:pt x="7955" y="4383"/>
                    <a:pt x="8479" y="4026"/>
                    <a:pt x="8764" y="3478"/>
                  </a:cubicBezTo>
                  <a:close/>
                  <a:moveTo>
                    <a:pt x="1882" y="1"/>
                  </a:moveTo>
                  <a:cubicBezTo>
                    <a:pt x="1668" y="1"/>
                    <a:pt x="1477" y="120"/>
                    <a:pt x="1406" y="263"/>
                  </a:cubicBezTo>
                  <a:lnTo>
                    <a:pt x="25" y="2668"/>
                  </a:lnTo>
                  <a:cubicBezTo>
                    <a:pt x="1" y="2716"/>
                    <a:pt x="1" y="2740"/>
                    <a:pt x="1" y="2763"/>
                  </a:cubicBezTo>
                  <a:cubicBezTo>
                    <a:pt x="1" y="3335"/>
                    <a:pt x="286" y="3835"/>
                    <a:pt x="739" y="4145"/>
                  </a:cubicBezTo>
                  <a:lnTo>
                    <a:pt x="739" y="9289"/>
                  </a:lnTo>
                  <a:lnTo>
                    <a:pt x="525" y="9289"/>
                  </a:lnTo>
                  <a:cubicBezTo>
                    <a:pt x="453" y="9289"/>
                    <a:pt x="358" y="9384"/>
                    <a:pt x="358" y="9479"/>
                  </a:cubicBezTo>
                  <a:cubicBezTo>
                    <a:pt x="358" y="9550"/>
                    <a:pt x="453" y="9646"/>
                    <a:pt x="525" y="9646"/>
                  </a:cubicBezTo>
                  <a:lnTo>
                    <a:pt x="11313" y="9646"/>
                  </a:lnTo>
                  <a:cubicBezTo>
                    <a:pt x="11408" y="9646"/>
                    <a:pt x="11479" y="9550"/>
                    <a:pt x="11479" y="9479"/>
                  </a:cubicBezTo>
                  <a:cubicBezTo>
                    <a:pt x="11503" y="9384"/>
                    <a:pt x="11432" y="9289"/>
                    <a:pt x="11336" y="9289"/>
                  </a:cubicBezTo>
                  <a:lnTo>
                    <a:pt x="11146" y="9289"/>
                  </a:lnTo>
                  <a:lnTo>
                    <a:pt x="11146" y="4145"/>
                  </a:lnTo>
                  <a:cubicBezTo>
                    <a:pt x="11575" y="3835"/>
                    <a:pt x="11884" y="3335"/>
                    <a:pt x="11884" y="2763"/>
                  </a:cubicBezTo>
                  <a:cubicBezTo>
                    <a:pt x="11884" y="2740"/>
                    <a:pt x="11884" y="2716"/>
                    <a:pt x="11837" y="2668"/>
                  </a:cubicBezTo>
                  <a:lnTo>
                    <a:pt x="10479" y="263"/>
                  </a:lnTo>
                  <a:cubicBezTo>
                    <a:pt x="10384" y="96"/>
                    <a:pt x="10217" y="1"/>
                    <a:pt x="1000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44"/>
            <p:cNvSpPr/>
            <p:nvPr/>
          </p:nvSpPr>
          <p:spPr>
            <a:xfrm>
              <a:off x="4760474" y="4412263"/>
              <a:ext cx="180142" cy="129911"/>
            </a:xfrm>
            <a:custGeom>
              <a:avLst/>
              <a:gdLst/>
              <a:ahLst/>
              <a:cxnLst/>
              <a:rect l="l" t="t" r="r" b="b"/>
              <a:pathLst>
                <a:path w="5383" h="3882" extrusionOk="0">
                  <a:moveTo>
                    <a:pt x="5026" y="357"/>
                  </a:moveTo>
                  <a:lnTo>
                    <a:pt x="5026" y="3525"/>
                  </a:lnTo>
                  <a:lnTo>
                    <a:pt x="358" y="3525"/>
                  </a:lnTo>
                  <a:lnTo>
                    <a:pt x="358" y="357"/>
                  </a:lnTo>
                  <a:close/>
                  <a:moveTo>
                    <a:pt x="191" y="0"/>
                  </a:moveTo>
                  <a:cubicBezTo>
                    <a:pt x="96" y="0"/>
                    <a:pt x="1" y="72"/>
                    <a:pt x="1" y="167"/>
                  </a:cubicBezTo>
                  <a:lnTo>
                    <a:pt x="1" y="3715"/>
                  </a:lnTo>
                  <a:cubicBezTo>
                    <a:pt x="1" y="3811"/>
                    <a:pt x="96" y="3882"/>
                    <a:pt x="191" y="3882"/>
                  </a:cubicBezTo>
                  <a:lnTo>
                    <a:pt x="5216" y="3882"/>
                  </a:lnTo>
                  <a:cubicBezTo>
                    <a:pt x="5311" y="3882"/>
                    <a:pt x="5383" y="3811"/>
                    <a:pt x="5383" y="3715"/>
                  </a:cubicBezTo>
                  <a:lnTo>
                    <a:pt x="5383" y="167"/>
                  </a:lnTo>
                  <a:cubicBezTo>
                    <a:pt x="5383" y="72"/>
                    <a:pt x="5311" y="0"/>
                    <a:pt x="521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69" name="Google Shape;3069;p44"/>
          <p:cNvSpPr/>
          <p:nvPr/>
        </p:nvSpPr>
        <p:spPr>
          <a:xfrm>
            <a:off x="3866338" y="2159075"/>
            <a:ext cx="75075" cy="75075"/>
          </a:xfrm>
          <a:custGeom>
            <a:avLst/>
            <a:gdLst/>
            <a:ahLst/>
            <a:cxnLst/>
            <a:rect l="l" t="t" r="r" b="b"/>
            <a:pathLst>
              <a:path w="3003" h="3003" extrusionOk="0">
                <a:moveTo>
                  <a:pt x="1501" y="0"/>
                </a:moveTo>
                <a:cubicBezTo>
                  <a:pt x="668" y="0"/>
                  <a:pt x="0" y="701"/>
                  <a:pt x="0" y="1501"/>
                </a:cubicBezTo>
                <a:cubicBezTo>
                  <a:pt x="0" y="2335"/>
                  <a:pt x="668" y="3003"/>
                  <a:pt x="1501" y="3003"/>
                </a:cubicBezTo>
                <a:cubicBezTo>
                  <a:pt x="2335" y="3003"/>
                  <a:pt x="3003" y="2335"/>
                  <a:pt x="3003" y="1501"/>
                </a:cubicBezTo>
                <a:cubicBezTo>
                  <a:pt x="3003" y="701"/>
                  <a:pt x="2335" y="0"/>
                  <a:pt x="1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44"/>
          <p:cNvSpPr txBox="1"/>
          <p:nvPr/>
        </p:nvSpPr>
        <p:spPr>
          <a:xfrm>
            <a:off x="3965960" y="2079775"/>
            <a:ext cx="1366200" cy="233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Abel"/>
                <a:ea typeface="Abel"/>
                <a:cs typeface="Abel"/>
                <a:sym typeface="Abel"/>
              </a:rPr>
              <a:t>Salary: 15,000</a:t>
            </a:r>
            <a:endParaRPr>
              <a:latin typeface="Abel"/>
              <a:ea typeface="Abel"/>
              <a:cs typeface="Abel"/>
              <a:sym typeface="Abel"/>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3074"/>
        <p:cNvGrpSpPr/>
        <p:nvPr/>
      </p:nvGrpSpPr>
      <p:grpSpPr>
        <a:xfrm>
          <a:off x="0" y="0"/>
          <a:ext cx="0" cy="0"/>
          <a:chOff x="0" y="0"/>
          <a:chExt cx="0" cy="0"/>
        </a:xfrm>
      </p:grpSpPr>
      <p:sp>
        <p:nvSpPr>
          <p:cNvPr id="3075" name="Google Shape;3075;p45"/>
          <p:cNvSpPr/>
          <p:nvPr/>
        </p:nvSpPr>
        <p:spPr>
          <a:xfrm>
            <a:off x="3074975" y="685975"/>
            <a:ext cx="30831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4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BUYER JOURNEY</a:t>
            </a:r>
            <a:endParaRPr/>
          </a:p>
        </p:txBody>
      </p:sp>
      <p:sp>
        <p:nvSpPr>
          <p:cNvPr id="3077" name="Google Shape;3077;p45"/>
          <p:cNvSpPr/>
          <p:nvPr/>
        </p:nvSpPr>
        <p:spPr>
          <a:xfrm rot="10800000" flipH="1">
            <a:off x="6117803" y="1617525"/>
            <a:ext cx="14751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45"/>
          <p:cNvSpPr txBox="1">
            <a:spLocks noGrp="1"/>
          </p:cNvSpPr>
          <p:nvPr>
            <p:ph type="ctrTitle" idx="4294967295"/>
          </p:nvPr>
        </p:nvSpPr>
        <p:spPr>
          <a:xfrm>
            <a:off x="6039938" y="1427700"/>
            <a:ext cx="20118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sz="1800"/>
              <a:t>AWARENESS</a:t>
            </a:r>
            <a:endParaRPr sz="1800"/>
          </a:p>
        </p:txBody>
      </p:sp>
      <p:sp>
        <p:nvSpPr>
          <p:cNvPr id="3079" name="Google Shape;3079;p45"/>
          <p:cNvSpPr txBox="1">
            <a:spLocks noGrp="1"/>
          </p:cNvSpPr>
          <p:nvPr>
            <p:ph type="subTitle" idx="4294967295"/>
          </p:nvPr>
        </p:nvSpPr>
        <p:spPr>
          <a:xfrm>
            <a:off x="6039950" y="1746900"/>
            <a:ext cx="2277000" cy="65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Jupiter is a gas giant and the biggest planet of them all</a:t>
            </a:r>
            <a:endParaRPr>
              <a:solidFill>
                <a:schemeClr val="dk1"/>
              </a:solidFill>
            </a:endParaRPr>
          </a:p>
        </p:txBody>
      </p:sp>
      <p:sp>
        <p:nvSpPr>
          <p:cNvPr id="3080" name="Google Shape;3080;p45"/>
          <p:cNvSpPr/>
          <p:nvPr/>
        </p:nvSpPr>
        <p:spPr>
          <a:xfrm rot="10800000" flipH="1">
            <a:off x="1197275" y="1634400"/>
            <a:ext cx="18255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081" name="Google Shape;3081;p45"/>
          <p:cNvSpPr txBox="1">
            <a:spLocks noGrp="1"/>
          </p:cNvSpPr>
          <p:nvPr>
            <p:ph type="ctrTitle" idx="4294967295"/>
          </p:nvPr>
        </p:nvSpPr>
        <p:spPr>
          <a:xfrm>
            <a:off x="1095039" y="1427700"/>
            <a:ext cx="2008800" cy="319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Font typeface="Arial"/>
              <a:buNone/>
            </a:pPr>
            <a:r>
              <a:rPr lang="en" sz="1800"/>
              <a:t>CONSIDERATION</a:t>
            </a:r>
            <a:endParaRPr sz="1800"/>
          </a:p>
        </p:txBody>
      </p:sp>
      <p:sp>
        <p:nvSpPr>
          <p:cNvPr id="3082" name="Google Shape;3082;p45"/>
          <p:cNvSpPr txBox="1">
            <a:spLocks noGrp="1"/>
          </p:cNvSpPr>
          <p:nvPr>
            <p:ph type="subTitle" idx="4294967295"/>
          </p:nvPr>
        </p:nvSpPr>
        <p:spPr>
          <a:xfrm>
            <a:off x="1094950" y="1746900"/>
            <a:ext cx="2008800" cy="650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rPr>
              <a:t>Mercury is the closest planet to the Sun</a:t>
            </a:r>
            <a:endParaRPr>
              <a:solidFill>
                <a:schemeClr val="dk1"/>
              </a:solidFill>
            </a:endParaRPr>
          </a:p>
        </p:txBody>
      </p:sp>
      <p:sp>
        <p:nvSpPr>
          <p:cNvPr id="3083" name="Google Shape;3083;p45"/>
          <p:cNvSpPr/>
          <p:nvPr/>
        </p:nvSpPr>
        <p:spPr>
          <a:xfrm rot="10800000" flipH="1">
            <a:off x="6121258" y="3828725"/>
            <a:ext cx="10044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45"/>
          <p:cNvSpPr txBox="1">
            <a:spLocks noGrp="1"/>
          </p:cNvSpPr>
          <p:nvPr>
            <p:ph type="ctrTitle" idx="4294967295"/>
          </p:nvPr>
        </p:nvSpPr>
        <p:spPr>
          <a:xfrm>
            <a:off x="6039999" y="3638900"/>
            <a:ext cx="20115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sz="1800"/>
              <a:t>DECISION</a:t>
            </a:r>
            <a:endParaRPr sz="1800"/>
          </a:p>
        </p:txBody>
      </p:sp>
      <p:sp>
        <p:nvSpPr>
          <p:cNvPr id="3085" name="Google Shape;3085;p45"/>
          <p:cNvSpPr txBox="1">
            <a:spLocks noGrp="1"/>
          </p:cNvSpPr>
          <p:nvPr>
            <p:ph type="subTitle" idx="4294967295"/>
          </p:nvPr>
        </p:nvSpPr>
        <p:spPr>
          <a:xfrm>
            <a:off x="6039910" y="3958100"/>
            <a:ext cx="2011500" cy="65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Venus is the second planet from the Sun</a:t>
            </a:r>
            <a:endParaRPr>
              <a:solidFill>
                <a:schemeClr val="dk1"/>
              </a:solidFill>
            </a:endParaRPr>
          </a:p>
        </p:txBody>
      </p:sp>
      <p:grpSp>
        <p:nvGrpSpPr>
          <p:cNvPr id="3086" name="Google Shape;3086;p45"/>
          <p:cNvGrpSpPr/>
          <p:nvPr/>
        </p:nvGrpSpPr>
        <p:grpSpPr>
          <a:xfrm>
            <a:off x="303491" y="313536"/>
            <a:ext cx="593164" cy="1161172"/>
            <a:chOff x="4921825" y="870250"/>
            <a:chExt cx="407925" cy="798550"/>
          </a:xfrm>
        </p:grpSpPr>
        <p:sp>
          <p:nvSpPr>
            <p:cNvPr id="3087" name="Google Shape;3087;p45"/>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45"/>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45"/>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5"/>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45"/>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45"/>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45"/>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45"/>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45"/>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45"/>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45"/>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45"/>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45"/>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45"/>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45"/>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45"/>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45"/>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45"/>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45"/>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45"/>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45"/>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45"/>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45"/>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45"/>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45"/>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45"/>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45"/>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45"/>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45"/>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45"/>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7" name="Google Shape;3117;p45"/>
          <p:cNvGrpSpPr/>
          <p:nvPr/>
        </p:nvGrpSpPr>
        <p:grpSpPr>
          <a:xfrm>
            <a:off x="7675841" y="2509798"/>
            <a:ext cx="593164" cy="1161172"/>
            <a:chOff x="4921825" y="870250"/>
            <a:chExt cx="407925" cy="798550"/>
          </a:xfrm>
        </p:grpSpPr>
        <p:sp>
          <p:nvSpPr>
            <p:cNvPr id="3118" name="Google Shape;3118;p45"/>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45"/>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45"/>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45"/>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45"/>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45"/>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45"/>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45"/>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45"/>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45"/>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45"/>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45"/>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45"/>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45"/>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45"/>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45"/>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45"/>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45"/>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45"/>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45"/>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45"/>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45"/>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45"/>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45"/>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45"/>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45"/>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45"/>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45"/>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45"/>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45"/>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8" name="Google Shape;3148;p45"/>
          <p:cNvGrpSpPr/>
          <p:nvPr/>
        </p:nvGrpSpPr>
        <p:grpSpPr>
          <a:xfrm flipH="1">
            <a:off x="-1129557" y="1795885"/>
            <a:ext cx="4017967" cy="3644766"/>
            <a:chOff x="3166062" y="1034326"/>
            <a:chExt cx="6010422" cy="5452155"/>
          </a:xfrm>
        </p:grpSpPr>
        <p:sp>
          <p:nvSpPr>
            <p:cNvPr id="3149" name="Google Shape;3149;p45"/>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45"/>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45"/>
          <p:cNvGrpSpPr/>
          <p:nvPr/>
        </p:nvGrpSpPr>
        <p:grpSpPr>
          <a:xfrm>
            <a:off x="2732998" y="915771"/>
            <a:ext cx="3678013" cy="3677281"/>
            <a:chOff x="893986" y="592571"/>
            <a:chExt cx="3678013" cy="3677281"/>
          </a:xfrm>
        </p:grpSpPr>
        <p:sp>
          <p:nvSpPr>
            <p:cNvPr id="3152" name="Google Shape;3152;p45"/>
            <p:cNvSpPr/>
            <p:nvPr/>
          </p:nvSpPr>
          <p:spPr>
            <a:xfrm rot="1800047">
              <a:off x="1386468" y="1086434"/>
              <a:ext cx="2690936" cy="2690936"/>
            </a:xfrm>
            <a:prstGeom prst="blockArc">
              <a:avLst>
                <a:gd name="adj1" fmla="val 14519365"/>
                <a:gd name="adj2" fmla="val 21550914"/>
                <a:gd name="adj3" fmla="val 9578"/>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45"/>
            <p:cNvSpPr/>
            <p:nvPr/>
          </p:nvSpPr>
          <p:spPr>
            <a:xfrm rot="-1800047" flipH="1">
              <a:off x="1388581" y="1086434"/>
              <a:ext cx="2690936" cy="2690936"/>
            </a:xfrm>
            <a:prstGeom prst="blockArc">
              <a:avLst>
                <a:gd name="adj1" fmla="val 14463022"/>
                <a:gd name="adj2" fmla="val 21472873"/>
                <a:gd name="adj3" fmla="val 9381"/>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45"/>
            <p:cNvSpPr/>
            <p:nvPr/>
          </p:nvSpPr>
          <p:spPr>
            <a:xfrm rot="-9000757" flipH="1">
              <a:off x="1387578" y="1084808"/>
              <a:ext cx="2690226" cy="2690226"/>
            </a:xfrm>
            <a:prstGeom prst="blockArc">
              <a:avLst>
                <a:gd name="adj1" fmla="val 14527725"/>
                <a:gd name="adj2" fmla="val 21502663"/>
                <a:gd name="adj3" fmla="val 9415"/>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155" name="Google Shape;3155;p45"/>
          <p:cNvPicPr preferRelativeResize="0"/>
          <p:nvPr/>
        </p:nvPicPr>
        <p:blipFill>
          <a:blip r:embed="rId3">
            <a:alphaModFix/>
          </a:blip>
          <a:stretch>
            <a:fillRect/>
          </a:stretch>
        </p:blipFill>
        <p:spPr>
          <a:xfrm>
            <a:off x="-215225" y="2494800"/>
            <a:ext cx="2767925" cy="2607400"/>
          </a:xfrm>
          <a:prstGeom prst="rect">
            <a:avLst/>
          </a:prstGeom>
          <a:noFill/>
          <a:ln>
            <a:noFill/>
          </a:ln>
        </p:spPr>
      </p:pic>
      <p:sp>
        <p:nvSpPr>
          <p:cNvPr id="3156" name="Google Shape;3156;p45"/>
          <p:cNvSpPr/>
          <p:nvPr/>
        </p:nvSpPr>
        <p:spPr>
          <a:xfrm rot="10800000" flipH="1">
            <a:off x="8124759" y="-10"/>
            <a:ext cx="1019253" cy="660785"/>
          </a:xfrm>
          <a:custGeom>
            <a:avLst/>
            <a:gdLst/>
            <a:ahLst/>
            <a:cxnLst/>
            <a:rect l="l" t="t" r="r" b="b"/>
            <a:pathLst>
              <a:path w="116586" h="66294" extrusionOk="0">
                <a:moveTo>
                  <a:pt x="116586" y="0"/>
                </a:moveTo>
                <a:lnTo>
                  <a:pt x="0" y="66294"/>
                </a:lnTo>
                <a:lnTo>
                  <a:pt x="116586" y="66294"/>
                </a:lnTo>
                <a:close/>
              </a:path>
            </a:pathLst>
          </a:custGeom>
          <a:solidFill>
            <a:schemeClr val="accent4"/>
          </a:solidFill>
          <a:ln>
            <a:noFill/>
          </a:ln>
        </p:spPr>
        <p:txBody>
          <a:bodyPr/>
          <a:lstStyle/>
          <a:p>
            <a:endParaRPr lang="en-US"/>
          </a:p>
        </p:txBody>
      </p:sp>
      <p:grpSp>
        <p:nvGrpSpPr>
          <p:cNvPr id="3157" name="Google Shape;3157;p45"/>
          <p:cNvGrpSpPr/>
          <p:nvPr/>
        </p:nvGrpSpPr>
        <p:grpSpPr>
          <a:xfrm>
            <a:off x="4192462" y="2434832"/>
            <a:ext cx="759065" cy="639162"/>
            <a:chOff x="3358678" y="3603357"/>
            <a:chExt cx="398501" cy="335554"/>
          </a:xfrm>
        </p:grpSpPr>
        <p:sp>
          <p:nvSpPr>
            <p:cNvPr id="3158" name="Google Shape;3158;p45"/>
            <p:cNvSpPr/>
            <p:nvPr/>
          </p:nvSpPr>
          <p:spPr>
            <a:xfrm>
              <a:off x="3384948" y="3628054"/>
              <a:ext cx="12014" cy="12014"/>
            </a:xfrm>
            <a:custGeom>
              <a:avLst/>
              <a:gdLst/>
              <a:ahLst/>
              <a:cxnLst/>
              <a:rect l="l" t="t" r="r" b="b"/>
              <a:pathLst>
                <a:path w="359" h="359" extrusionOk="0">
                  <a:moveTo>
                    <a:pt x="168" y="1"/>
                  </a:moveTo>
                  <a:cubicBezTo>
                    <a:pt x="96" y="1"/>
                    <a:pt x="1" y="96"/>
                    <a:pt x="1" y="168"/>
                  </a:cubicBezTo>
                  <a:cubicBezTo>
                    <a:pt x="1" y="263"/>
                    <a:pt x="96" y="358"/>
                    <a:pt x="168" y="358"/>
                  </a:cubicBezTo>
                  <a:cubicBezTo>
                    <a:pt x="263" y="358"/>
                    <a:pt x="358" y="263"/>
                    <a:pt x="358" y="168"/>
                  </a:cubicBezTo>
                  <a:cubicBezTo>
                    <a:pt x="358" y="96"/>
                    <a:pt x="263" y="1"/>
                    <a:pt x="1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45"/>
            <p:cNvSpPr/>
            <p:nvPr/>
          </p:nvSpPr>
          <p:spPr>
            <a:xfrm>
              <a:off x="3421625" y="3628054"/>
              <a:ext cx="11980" cy="12014"/>
            </a:xfrm>
            <a:custGeom>
              <a:avLst/>
              <a:gdLst/>
              <a:ahLst/>
              <a:cxnLst/>
              <a:rect l="l" t="t" r="r" b="b"/>
              <a:pathLst>
                <a:path w="358" h="359" extrusionOk="0">
                  <a:moveTo>
                    <a:pt x="191" y="1"/>
                  </a:moveTo>
                  <a:cubicBezTo>
                    <a:pt x="96" y="1"/>
                    <a:pt x="0" y="96"/>
                    <a:pt x="0" y="168"/>
                  </a:cubicBezTo>
                  <a:cubicBezTo>
                    <a:pt x="0" y="263"/>
                    <a:pt x="96" y="358"/>
                    <a:pt x="191" y="358"/>
                  </a:cubicBezTo>
                  <a:cubicBezTo>
                    <a:pt x="262" y="358"/>
                    <a:pt x="358" y="263"/>
                    <a:pt x="358" y="168"/>
                  </a:cubicBezTo>
                  <a:cubicBezTo>
                    <a:pt x="358" y="96"/>
                    <a:pt x="310" y="1"/>
                    <a:pt x="1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45"/>
            <p:cNvSpPr/>
            <p:nvPr/>
          </p:nvSpPr>
          <p:spPr>
            <a:xfrm>
              <a:off x="3404089" y="3628054"/>
              <a:ext cx="11980" cy="12014"/>
            </a:xfrm>
            <a:custGeom>
              <a:avLst/>
              <a:gdLst/>
              <a:ahLst/>
              <a:cxnLst/>
              <a:rect l="l" t="t" r="r" b="b"/>
              <a:pathLst>
                <a:path w="358" h="359" extrusionOk="0">
                  <a:moveTo>
                    <a:pt x="167" y="1"/>
                  </a:moveTo>
                  <a:cubicBezTo>
                    <a:pt x="72" y="1"/>
                    <a:pt x="0" y="96"/>
                    <a:pt x="0" y="168"/>
                  </a:cubicBezTo>
                  <a:cubicBezTo>
                    <a:pt x="0" y="263"/>
                    <a:pt x="72" y="358"/>
                    <a:pt x="167" y="358"/>
                  </a:cubicBezTo>
                  <a:cubicBezTo>
                    <a:pt x="262" y="358"/>
                    <a:pt x="358" y="263"/>
                    <a:pt x="358" y="168"/>
                  </a:cubicBezTo>
                  <a:cubicBezTo>
                    <a:pt x="310" y="96"/>
                    <a:pt x="262" y="1"/>
                    <a:pt x="1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45"/>
            <p:cNvSpPr/>
            <p:nvPr/>
          </p:nvSpPr>
          <p:spPr>
            <a:xfrm>
              <a:off x="3664678" y="3628054"/>
              <a:ext cx="67800" cy="12014"/>
            </a:xfrm>
            <a:custGeom>
              <a:avLst/>
              <a:gdLst/>
              <a:ahLst/>
              <a:cxnLst/>
              <a:rect l="l" t="t" r="r" b="b"/>
              <a:pathLst>
                <a:path w="2026" h="359" extrusionOk="0">
                  <a:moveTo>
                    <a:pt x="191" y="1"/>
                  </a:moveTo>
                  <a:cubicBezTo>
                    <a:pt x="96" y="1"/>
                    <a:pt x="1" y="96"/>
                    <a:pt x="1" y="168"/>
                  </a:cubicBezTo>
                  <a:cubicBezTo>
                    <a:pt x="1" y="263"/>
                    <a:pt x="96" y="358"/>
                    <a:pt x="191" y="358"/>
                  </a:cubicBezTo>
                  <a:lnTo>
                    <a:pt x="1858" y="358"/>
                  </a:lnTo>
                  <a:cubicBezTo>
                    <a:pt x="1930" y="358"/>
                    <a:pt x="2025" y="263"/>
                    <a:pt x="2025" y="168"/>
                  </a:cubicBezTo>
                  <a:cubicBezTo>
                    <a:pt x="2025" y="96"/>
                    <a:pt x="1930" y="1"/>
                    <a:pt x="185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45"/>
            <p:cNvSpPr/>
            <p:nvPr/>
          </p:nvSpPr>
          <p:spPr>
            <a:xfrm>
              <a:off x="3446322" y="3628054"/>
              <a:ext cx="205642" cy="12014"/>
            </a:xfrm>
            <a:custGeom>
              <a:avLst/>
              <a:gdLst/>
              <a:ahLst/>
              <a:cxnLst/>
              <a:rect l="l" t="t" r="r" b="b"/>
              <a:pathLst>
                <a:path w="6145" h="359" extrusionOk="0">
                  <a:moveTo>
                    <a:pt x="191" y="1"/>
                  </a:moveTo>
                  <a:cubicBezTo>
                    <a:pt x="96" y="1"/>
                    <a:pt x="1" y="96"/>
                    <a:pt x="1" y="168"/>
                  </a:cubicBezTo>
                  <a:cubicBezTo>
                    <a:pt x="1" y="263"/>
                    <a:pt x="96" y="358"/>
                    <a:pt x="191" y="358"/>
                  </a:cubicBezTo>
                  <a:lnTo>
                    <a:pt x="5954" y="358"/>
                  </a:lnTo>
                  <a:cubicBezTo>
                    <a:pt x="6050" y="358"/>
                    <a:pt x="6145" y="263"/>
                    <a:pt x="6145" y="168"/>
                  </a:cubicBezTo>
                  <a:cubicBezTo>
                    <a:pt x="6145" y="96"/>
                    <a:pt x="6050" y="1"/>
                    <a:pt x="59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45"/>
            <p:cNvSpPr/>
            <p:nvPr/>
          </p:nvSpPr>
          <p:spPr>
            <a:xfrm>
              <a:off x="3358678" y="3603357"/>
              <a:ext cx="398501" cy="335554"/>
            </a:xfrm>
            <a:custGeom>
              <a:avLst/>
              <a:gdLst/>
              <a:ahLst/>
              <a:cxnLst/>
              <a:rect l="l" t="t" r="r" b="b"/>
              <a:pathLst>
                <a:path w="11908" h="10027" extrusionOk="0">
                  <a:moveTo>
                    <a:pt x="11169" y="334"/>
                  </a:moveTo>
                  <a:cubicBezTo>
                    <a:pt x="11383" y="334"/>
                    <a:pt x="11550" y="525"/>
                    <a:pt x="11550" y="739"/>
                  </a:cubicBezTo>
                  <a:lnTo>
                    <a:pt x="11550" y="1477"/>
                  </a:lnTo>
                  <a:lnTo>
                    <a:pt x="11002" y="1477"/>
                  </a:lnTo>
                  <a:cubicBezTo>
                    <a:pt x="10907" y="1477"/>
                    <a:pt x="10812" y="1572"/>
                    <a:pt x="10812" y="1668"/>
                  </a:cubicBezTo>
                  <a:cubicBezTo>
                    <a:pt x="10812" y="1739"/>
                    <a:pt x="10907" y="1834"/>
                    <a:pt x="11002" y="1834"/>
                  </a:cubicBezTo>
                  <a:lnTo>
                    <a:pt x="11550" y="1834"/>
                  </a:lnTo>
                  <a:lnTo>
                    <a:pt x="11550" y="9288"/>
                  </a:lnTo>
                  <a:cubicBezTo>
                    <a:pt x="11550" y="9479"/>
                    <a:pt x="11383" y="9669"/>
                    <a:pt x="11169" y="9669"/>
                  </a:cubicBezTo>
                  <a:lnTo>
                    <a:pt x="762" y="9669"/>
                  </a:lnTo>
                  <a:cubicBezTo>
                    <a:pt x="548" y="9669"/>
                    <a:pt x="357" y="9479"/>
                    <a:pt x="357" y="9288"/>
                  </a:cubicBezTo>
                  <a:lnTo>
                    <a:pt x="357" y="1834"/>
                  </a:lnTo>
                  <a:lnTo>
                    <a:pt x="10216" y="1834"/>
                  </a:lnTo>
                  <a:cubicBezTo>
                    <a:pt x="10312" y="1834"/>
                    <a:pt x="10407" y="1739"/>
                    <a:pt x="10407" y="1668"/>
                  </a:cubicBezTo>
                  <a:cubicBezTo>
                    <a:pt x="10407" y="1572"/>
                    <a:pt x="10312" y="1477"/>
                    <a:pt x="10216" y="1477"/>
                  </a:cubicBezTo>
                  <a:lnTo>
                    <a:pt x="357" y="1477"/>
                  </a:lnTo>
                  <a:lnTo>
                    <a:pt x="357" y="739"/>
                  </a:lnTo>
                  <a:cubicBezTo>
                    <a:pt x="357" y="525"/>
                    <a:pt x="548" y="334"/>
                    <a:pt x="762" y="334"/>
                  </a:cubicBezTo>
                  <a:close/>
                  <a:moveTo>
                    <a:pt x="762" y="1"/>
                  </a:moveTo>
                  <a:cubicBezTo>
                    <a:pt x="333" y="1"/>
                    <a:pt x="0" y="310"/>
                    <a:pt x="0" y="739"/>
                  </a:cubicBezTo>
                  <a:lnTo>
                    <a:pt x="0" y="9288"/>
                  </a:lnTo>
                  <a:cubicBezTo>
                    <a:pt x="0" y="9693"/>
                    <a:pt x="333" y="10026"/>
                    <a:pt x="762" y="10026"/>
                  </a:cubicBezTo>
                  <a:lnTo>
                    <a:pt x="11169" y="10026"/>
                  </a:lnTo>
                  <a:cubicBezTo>
                    <a:pt x="11574" y="10026"/>
                    <a:pt x="11907" y="9693"/>
                    <a:pt x="11907" y="9288"/>
                  </a:cubicBezTo>
                  <a:lnTo>
                    <a:pt x="11907" y="739"/>
                  </a:lnTo>
                  <a:cubicBezTo>
                    <a:pt x="11907" y="310"/>
                    <a:pt x="11598" y="1"/>
                    <a:pt x="111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45"/>
            <p:cNvSpPr/>
            <p:nvPr/>
          </p:nvSpPr>
          <p:spPr>
            <a:xfrm>
              <a:off x="3391339" y="3689428"/>
              <a:ext cx="185731" cy="161803"/>
            </a:xfrm>
            <a:custGeom>
              <a:avLst/>
              <a:gdLst/>
              <a:ahLst/>
              <a:cxnLst/>
              <a:rect l="l" t="t" r="r" b="b"/>
              <a:pathLst>
                <a:path w="5550" h="4835" extrusionOk="0">
                  <a:moveTo>
                    <a:pt x="4359" y="358"/>
                  </a:moveTo>
                  <a:lnTo>
                    <a:pt x="5073" y="1501"/>
                  </a:lnTo>
                  <a:lnTo>
                    <a:pt x="501" y="1501"/>
                  </a:lnTo>
                  <a:lnTo>
                    <a:pt x="1215" y="358"/>
                  </a:lnTo>
                  <a:close/>
                  <a:moveTo>
                    <a:pt x="1286" y="1858"/>
                  </a:moveTo>
                  <a:cubicBezTo>
                    <a:pt x="1263" y="2096"/>
                    <a:pt x="1048" y="2239"/>
                    <a:pt x="810" y="2239"/>
                  </a:cubicBezTo>
                  <a:cubicBezTo>
                    <a:pt x="572" y="2239"/>
                    <a:pt x="381" y="2096"/>
                    <a:pt x="334" y="1858"/>
                  </a:cubicBezTo>
                  <a:close/>
                  <a:moveTo>
                    <a:pt x="2596" y="1858"/>
                  </a:moveTo>
                  <a:cubicBezTo>
                    <a:pt x="2549" y="2096"/>
                    <a:pt x="2358" y="2239"/>
                    <a:pt x="2120" y="2239"/>
                  </a:cubicBezTo>
                  <a:cubicBezTo>
                    <a:pt x="1882" y="2239"/>
                    <a:pt x="1715" y="2072"/>
                    <a:pt x="1644" y="1858"/>
                  </a:cubicBezTo>
                  <a:close/>
                  <a:moveTo>
                    <a:pt x="3906" y="1858"/>
                  </a:moveTo>
                  <a:cubicBezTo>
                    <a:pt x="3882" y="2096"/>
                    <a:pt x="3668" y="2239"/>
                    <a:pt x="3430" y="2239"/>
                  </a:cubicBezTo>
                  <a:cubicBezTo>
                    <a:pt x="3168" y="2239"/>
                    <a:pt x="3001" y="2096"/>
                    <a:pt x="2953" y="1858"/>
                  </a:cubicBezTo>
                  <a:close/>
                  <a:moveTo>
                    <a:pt x="5192" y="1858"/>
                  </a:moveTo>
                  <a:cubicBezTo>
                    <a:pt x="5168" y="2096"/>
                    <a:pt x="4954" y="2239"/>
                    <a:pt x="4716" y="2239"/>
                  </a:cubicBezTo>
                  <a:cubicBezTo>
                    <a:pt x="4478" y="2239"/>
                    <a:pt x="4311" y="2072"/>
                    <a:pt x="4239" y="1858"/>
                  </a:cubicBezTo>
                  <a:close/>
                  <a:moveTo>
                    <a:pt x="4097" y="2263"/>
                  </a:moveTo>
                  <a:lnTo>
                    <a:pt x="4097" y="3525"/>
                  </a:lnTo>
                  <a:lnTo>
                    <a:pt x="3311" y="3525"/>
                  </a:lnTo>
                  <a:lnTo>
                    <a:pt x="3311" y="2596"/>
                  </a:lnTo>
                  <a:lnTo>
                    <a:pt x="3430" y="2596"/>
                  </a:lnTo>
                  <a:cubicBezTo>
                    <a:pt x="3716" y="2596"/>
                    <a:pt x="3954" y="2477"/>
                    <a:pt x="4097" y="2263"/>
                  </a:cubicBezTo>
                  <a:close/>
                  <a:moveTo>
                    <a:pt x="1453" y="2311"/>
                  </a:moveTo>
                  <a:cubicBezTo>
                    <a:pt x="1596" y="2501"/>
                    <a:pt x="1834" y="2620"/>
                    <a:pt x="2096" y="2620"/>
                  </a:cubicBezTo>
                  <a:cubicBezTo>
                    <a:pt x="2168" y="2596"/>
                    <a:pt x="2191" y="2596"/>
                    <a:pt x="2215" y="2596"/>
                  </a:cubicBezTo>
                  <a:lnTo>
                    <a:pt x="2215" y="3549"/>
                  </a:lnTo>
                  <a:lnTo>
                    <a:pt x="1453" y="3549"/>
                  </a:lnTo>
                  <a:lnTo>
                    <a:pt x="1453" y="2311"/>
                  </a:lnTo>
                  <a:close/>
                  <a:moveTo>
                    <a:pt x="2787" y="2311"/>
                  </a:moveTo>
                  <a:cubicBezTo>
                    <a:pt x="2834" y="2358"/>
                    <a:pt x="2906" y="2406"/>
                    <a:pt x="3001" y="2477"/>
                  </a:cubicBezTo>
                  <a:lnTo>
                    <a:pt x="3001" y="3739"/>
                  </a:lnTo>
                  <a:cubicBezTo>
                    <a:pt x="3001" y="3811"/>
                    <a:pt x="3073" y="3906"/>
                    <a:pt x="3168" y="3906"/>
                  </a:cubicBezTo>
                  <a:lnTo>
                    <a:pt x="4263" y="3906"/>
                  </a:lnTo>
                  <a:cubicBezTo>
                    <a:pt x="4359" y="3906"/>
                    <a:pt x="4454" y="3811"/>
                    <a:pt x="4454" y="3739"/>
                  </a:cubicBezTo>
                  <a:lnTo>
                    <a:pt x="4454" y="2549"/>
                  </a:lnTo>
                  <a:cubicBezTo>
                    <a:pt x="4549" y="2573"/>
                    <a:pt x="4620" y="2596"/>
                    <a:pt x="4740" y="2596"/>
                  </a:cubicBezTo>
                  <a:lnTo>
                    <a:pt x="4859" y="2596"/>
                  </a:lnTo>
                  <a:lnTo>
                    <a:pt x="4859" y="4478"/>
                  </a:lnTo>
                  <a:lnTo>
                    <a:pt x="691" y="4478"/>
                  </a:lnTo>
                  <a:lnTo>
                    <a:pt x="691" y="2596"/>
                  </a:lnTo>
                  <a:lnTo>
                    <a:pt x="810" y="2596"/>
                  </a:lnTo>
                  <a:cubicBezTo>
                    <a:pt x="905" y="2596"/>
                    <a:pt x="1024" y="2573"/>
                    <a:pt x="1120" y="2549"/>
                  </a:cubicBezTo>
                  <a:lnTo>
                    <a:pt x="1120" y="3739"/>
                  </a:lnTo>
                  <a:cubicBezTo>
                    <a:pt x="1120" y="3811"/>
                    <a:pt x="1215" y="3906"/>
                    <a:pt x="1286" y="3906"/>
                  </a:cubicBezTo>
                  <a:lnTo>
                    <a:pt x="2406" y="3906"/>
                  </a:lnTo>
                  <a:cubicBezTo>
                    <a:pt x="2477" y="3906"/>
                    <a:pt x="2572" y="3811"/>
                    <a:pt x="2572" y="3739"/>
                  </a:cubicBezTo>
                  <a:lnTo>
                    <a:pt x="2572" y="2477"/>
                  </a:lnTo>
                  <a:cubicBezTo>
                    <a:pt x="2668" y="2430"/>
                    <a:pt x="2715" y="2358"/>
                    <a:pt x="2787" y="2311"/>
                  </a:cubicBezTo>
                  <a:close/>
                  <a:moveTo>
                    <a:pt x="1120" y="1"/>
                  </a:moveTo>
                  <a:cubicBezTo>
                    <a:pt x="1048" y="1"/>
                    <a:pt x="1001" y="48"/>
                    <a:pt x="977" y="96"/>
                  </a:cubicBezTo>
                  <a:lnTo>
                    <a:pt x="48" y="1596"/>
                  </a:lnTo>
                  <a:cubicBezTo>
                    <a:pt x="0" y="1620"/>
                    <a:pt x="0" y="1644"/>
                    <a:pt x="0" y="1668"/>
                  </a:cubicBezTo>
                  <a:lnTo>
                    <a:pt x="0" y="1763"/>
                  </a:lnTo>
                  <a:cubicBezTo>
                    <a:pt x="0" y="2072"/>
                    <a:pt x="167" y="2311"/>
                    <a:pt x="358" y="2453"/>
                  </a:cubicBezTo>
                  <a:lnTo>
                    <a:pt x="358" y="4478"/>
                  </a:lnTo>
                  <a:cubicBezTo>
                    <a:pt x="286" y="4478"/>
                    <a:pt x="191" y="4573"/>
                    <a:pt x="191" y="4644"/>
                  </a:cubicBezTo>
                  <a:cubicBezTo>
                    <a:pt x="191" y="4740"/>
                    <a:pt x="286" y="4835"/>
                    <a:pt x="358" y="4835"/>
                  </a:cubicBezTo>
                  <a:lnTo>
                    <a:pt x="5192" y="4835"/>
                  </a:lnTo>
                  <a:cubicBezTo>
                    <a:pt x="5287" y="4835"/>
                    <a:pt x="5359" y="4740"/>
                    <a:pt x="5359" y="4644"/>
                  </a:cubicBezTo>
                  <a:cubicBezTo>
                    <a:pt x="5359" y="4573"/>
                    <a:pt x="5287" y="4478"/>
                    <a:pt x="5192" y="4478"/>
                  </a:cubicBezTo>
                  <a:lnTo>
                    <a:pt x="5192" y="2477"/>
                  </a:lnTo>
                  <a:cubicBezTo>
                    <a:pt x="5406" y="2334"/>
                    <a:pt x="5549" y="2072"/>
                    <a:pt x="5549" y="1763"/>
                  </a:cubicBezTo>
                  <a:lnTo>
                    <a:pt x="5549" y="1668"/>
                  </a:lnTo>
                  <a:cubicBezTo>
                    <a:pt x="5549" y="1644"/>
                    <a:pt x="5549" y="1620"/>
                    <a:pt x="5525" y="1596"/>
                  </a:cubicBezTo>
                  <a:lnTo>
                    <a:pt x="4597" y="96"/>
                  </a:lnTo>
                  <a:cubicBezTo>
                    <a:pt x="4573" y="48"/>
                    <a:pt x="4501" y="1"/>
                    <a:pt x="44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45"/>
            <p:cNvSpPr/>
            <p:nvPr/>
          </p:nvSpPr>
          <p:spPr>
            <a:xfrm>
              <a:off x="3596142" y="3691035"/>
              <a:ext cx="123586" cy="42266"/>
            </a:xfrm>
            <a:custGeom>
              <a:avLst/>
              <a:gdLst/>
              <a:ahLst/>
              <a:cxnLst/>
              <a:rect l="l" t="t" r="r" b="b"/>
              <a:pathLst>
                <a:path w="3693" h="1263" extrusionOk="0">
                  <a:moveTo>
                    <a:pt x="3359" y="357"/>
                  </a:moveTo>
                  <a:lnTo>
                    <a:pt x="3359" y="881"/>
                  </a:lnTo>
                  <a:lnTo>
                    <a:pt x="382" y="881"/>
                  </a:lnTo>
                  <a:lnTo>
                    <a:pt x="382" y="357"/>
                  </a:lnTo>
                  <a:close/>
                  <a:moveTo>
                    <a:pt x="358" y="0"/>
                  </a:moveTo>
                  <a:cubicBezTo>
                    <a:pt x="144" y="0"/>
                    <a:pt x="1" y="143"/>
                    <a:pt x="1" y="357"/>
                  </a:cubicBezTo>
                  <a:lnTo>
                    <a:pt x="1" y="905"/>
                  </a:lnTo>
                  <a:cubicBezTo>
                    <a:pt x="1" y="1120"/>
                    <a:pt x="144" y="1262"/>
                    <a:pt x="358" y="1262"/>
                  </a:cubicBezTo>
                  <a:lnTo>
                    <a:pt x="3335" y="1262"/>
                  </a:lnTo>
                  <a:cubicBezTo>
                    <a:pt x="3549" y="1262"/>
                    <a:pt x="3692" y="1120"/>
                    <a:pt x="3692" y="905"/>
                  </a:cubicBezTo>
                  <a:lnTo>
                    <a:pt x="3692" y="357"/>
                  </a:lnTo>
                  <a:cubicBezTo>
                    <a:pt x="3692" y="143"/>
                    <a:pt x="3549" y="0"/>
                    <a:pt x="333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45"/>
            <p:cNvSpPr/>
            <p:nvPr/>
          </p:nvSpPr>
          <p:spPr>
            <a:xfrm>
              <a:off x="3596142" y="3746820"/>
              <a:ext cx="98856" cy="35105"/>
            </a:xfrm>
            <a:custGeom>
              <a:avLst/>
              <a:gdLst/>
              <a:ahLst/>
              <a:cxnLst/>
              <a:rect l="l" t="t" r="r" b="b"/>
              <a:pathLst>
                <a:path w="2954" h="1049" extrusionOk="0">
                  <a:moveTo>
                    <a:pt x="2620" y="357"/>
                  </a:moveTo>
                  <a:lnTo>
                    <a:pt x="2620" y="715"/>
                  </a:lnTo>
                  <a:lnTo>
                    <a:pt x="382" y="715"/>
                  </a:lnTo>
                  <a:lnTo>
                    <a:pt x="382" y="357"/>
                  </a:lnTo>
                  <a:close/>
                  <a:moveTo>
                    <a:pt x="358" y="0"/>
                  </a:moveTo>
                  <a:cubicBezTo>
                    <a:pt x="144" y="0"/>
                    <a:pt x="1" y="143"/>
                    <a:pt x="1" y="357"/>
                  </a:cubicBezTo>
                  <a:lnTo>
                    <a:pt x="1" y="691"/>
                  </a:lnTo>
                  <a:cubicBezTo>
                    <a:pt x="1" y="905"/>
                    <a:pt x="144" y="1048"/>
                    <a:pt x="358" y="1048"/>
                  </a:cubicBezTo>
                  <a:lnTo>
                    <a:pt x="2597" y="1048"/>
                  </a:lnTo>
                  <a:cubicBezTo>
                    <a:pt x="2787" y="1048"/>
                    <a:pt x="2954" y="905"/>
                    <a:pt x="2954" y="691"/>
                  </a:cubicBezTo>
                  <a:lnTo>
                    <a:pt x="2954" y="357"/>
                  </a:lnTo>
                  <a:cubicBezTo>
                    <a:pt x="2954" y="143"/>
                    <a:pt x="2787" y="0"/>
                    <a:pt x="259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45"/>
            <p:cNvSpPr/>
            <p:nvPr/>
          </p:nvSpPr>
          <p:spPr>
            <a:xfrm>
              <a:off x="3596945" y="3802606"/>
              <a:ext cx="23961" cy="11980"/>
            </a:xfrm>
            <a:custGeom>
              <a:avLst/>
              <a:gdLst/>
              <a:ahLst/>
              <a:cxnLst/>
              <a:rect l="l" t="t" r="r" b="b"/>
              <a:pathLst>
                <a:path w="716" h="358" extrusionOk="0">
                  <a:moveTo>
                    <a:pt x="191" y="0"/>
                  </a:moveTo>
                  <a:cubicBezTo>
                    <a:pt x="96" y="0"/>
                    <a:pt x="1" y="72"/>
                    <a:pt x="1" y="167"/>
                  </a:cubicBezTo>
                  <a:cubicBezTo>
                    <a:pt x="1" y="262"/>
                    <a:pt x="96" y="357"/>
                    <a:pt x="191" y="357"/>
                  </a:cubicBezTo>
                  <a:lnTo>
                    <a:pt x="548" y="357"/>
                  </a:lnTo>
                  <a:cubicBezTo>
                    <a:pt x="620" y="357"/>
                    <a:pt x="715" y="262"/>
                    <a:pt x="715" y="167"/>
                  </a:cubicBezTo>
                  <a:cubicBezTo>
                    <a:pt x="715" y="72"/>
                    <a:pt x="620" y="0"/>
                    <a:pt x="54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45"/>
            <p:cNvSpPr/>
            <p:nvPr/>
          </p:nvSpPr>
          <p:spPr>
            <a:xfrm>
              <a:off x="3633623" y="3802606"/>
              <a:ext cx="62178" cy="11980"/>
            </a:xfrm>
            <a:custGeom>
              <a:avLst/>
              <a:gdLst/>
              <a:ahLst/>
              <a:cxnLst/>
              <a:rect l="l" t="t" r="r" b="b"/>
              <a:pathLst>
                <a:path w="1858" h="358" extrusionOk="0">
                  <a:moveTo>
                    <a:pt x="191" y="0"/>
                  </a:moveTo>
                  <a:cubicBezTo>
                    <a:pt x="95" y="0"/>
                    <a:pt x="0" y="72"/>
                    <a:pt x="0" y="167"/>
                  </a:cubicBezTo>
                  <a:cubicBezTo>
                    <a:pt x="0" y="262"/>
                    <a:pt x="95" y="357"/>
                    <a:pt x="191" y="357"/>
                  </a:cubicBezTo>
                  <a:lnTo>
                    <a:pt x="1667" y="357"/>
                  </a:lnTo>
                  <a:cubicBezTo>
                    <a:pt x="1762" y="357"/>
                    <a:pt x="1858" y="262"/>
                    <a:pt x="1858" y="167"/>
                  </a:cubicBezTo>
                  <a:cubicBezTo>
                    <a:pt x="1834" y="72"/>
                    <a:pt x="1762" y="0"/>
                    <a:pt x="16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45"/>
            <p:cNvSpPr/>
            <p:nvPr/>
          </p:nvSpPr>
          <p:spPr>
            <a:xfrm>
              <a:off x="3633623" y="3827302"/>
              <a:ext cx="49428" cy="11980"/>
            </a:xfrm>
            <a:custGeom>
              <a:avLst/>
              <a:gdLst/>
              <a:ahLst/>
              <a:cxnLst/>
              <a:rect l="l" t="t" r="r" b="b"/>
              <a:pathLst>
                <a:path w="1477" h="358" extrusionOk="0">
                  <a:moveTo>
                    <a:pt x="191" y="0"/>
                  </a:moveTo>
                  <a:cubicBezTo>
                    <a:pt x="95" y="0"/>
                    <a:pt x="0" y="96"/>
                    <a:pt x="0" y="167"/>
                  </a:cubicBezTo>
                  <a:cubicBezTo>
                    <a:pt x="0" y="262"/>
                    <a:pt x="95" y="358"/>
                    <a:pt x="191" y="358"/>
                  </a:cubicBezTo>
                  <a:lnTo>
                    <a:pt x="1286" y="358"/>
                  </a:lnTo>
                  <a:cubicBezTo>
                    <a:pt x="1381" y="358"/>
                    <a:pt x="1477" y="262"/>
                    <a:pt x="1477" y="167"/>
                  </a:cubicBezTo>
                  <a:cubicBezTo>
                    <a:pt x="1477" y="96"/>
                    <a:pt x="1381" y="0"/>
                    <a:pt x="128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45"/>
            <p:cNvSpPr/>
            <p:nvPr/>
          </p:nvSpPr>
          <p:spPr>
            <a:xfrm>
              <a:off x="3440733" y="3888676"/>
              <a:ext cx="67800" cy="11980"/>
            </a:xfrm>
            <a:custGeom>
              <a:avLst/>
              <a:gdLst/>
              <a:ahLst/>
              <a:cxnLst/>
              <a:rect l="l" t="t" r="r" b="b"/>
              <a:pathLst>
                <a:path w="2026" h="358" extrusionOk="0">
                  <a:moveTo>
                    <a:pt x="168" y="0"/>
                  </a:moveTo>
                  <a:cubicBezTo>
                    <a:pt x="96" y="0"/>
                    <a:pt x="1" y="95"/>
                    <a:pt x="1" y="191"/>
                  </a:cubicBezTo>
                  <a:cubicBezTo>
                    <a:pt x="1" y="286"/>
                    <a:pt x="96" y="357"/>
                    <a:pt x="168" y="357"/>
                  </a:cubicBezTo>
                  <a:lnTo>
                    <a:pt x="1835" y="357"/>
                  </a:lnTo>
                  <a:cubicBezTo>
                    <a:pt x="1930" y="357"/>
                    <a:pt x="2025" y="286"/>
                    <a:pt x="2025" y="191"/>
                  </a:cubicBezTo>
                  <a:cubicBezTo>
                    <a:pt x="2025" y="95"/>
                    <a:pt x="1930" y="0"/>
                    <a:pt x="183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45"/>
            <p:cNvSpPr/>
            <p:nvPr/>
          </p:nvSpPr>
          <p:spPr>
            <a:xfrm>
              <a:off x="3440733" y="3863946"/>
              <a:ext cx="92497" cy="12014"/>
            </a:xfrm>
            <a:custGeom>
              <a:avLst/>
              <a:gdLst/>
              <a:ahLst/>
              <a:cxnLst/>
              <a:rect l="l" t="t" r="r" b="b"/>
              <a:pathLst>
                <a:path w="2764" h="359" extrusionOk="0">
                  <a:moveTo>
                    <a:pt x="168" y="1"/>
                  </a:moveTo>
                  <a:cubicBezTo>
                    <a:pt x="96" y="1"/>
                    <a:pt x="1" y="96"/>
                    <a:pt x="1" y="191"/>
                  </a:cubicBezTo>
                  <a:cubicBezTo>
                    <a:pt x="1" y="263"/>
                    <a:pt x="96" y="358"/>
                    <a:pt x="168" y="358"/>
                  </a:cubicBezTo>
                  <a:lnTo>
                    <a:pt x="2597" y="358"/>
                  </a:lnTo>
                  <a:cubicBezTo>
                    <a:pt x="2668" y="358"/>
                    <a:pt x="2763" y="263"/>
                    <a:pt x="2763" y="191"/>
                  </a:cubicBezTo>
                  <a:cubicBezTo>
                    <a:pt x="2763" y="96"/>
                    <a:pt x="2668" y="1"/>
                    <a:pt x="259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45"/>
            <p:cNvSpPr/>
            <p:nvPr/>
          </p:nvSpPr>
          <p:spPr>
            <a:xfrm>
              <a:off x="3596945" y="3863946"/>
              <a:ext cx="123553" cy="12014"/>
            </a:xfrm>
            <a:custGeom>
              <a:avLst/>
              <a:gdLst/>
              <a:ahLst/>
              <a:cxnLst/>
              <a:rect l="l" t="t" r="r" b="b"/>
              <a:pathLst>
                <a:path w="3692" h="359" extrusionOk="0">
                  <a:moveTo>
                    <a:pt x="191" y="1"/>
                  </a:moveTo>
                  <a:cubicBezTo>
                    <a:pt x="96" y="1"/>
                    <a:pt x="1" y="96"/>
                    <a:pt x="1" y="191"/>
                  </a:cubicBezTo>
                  <a:cubicBezTo>
                    <a:pt x="1" y="263"/>
                    <a:pt x="96" y="358"/>
                    <a:pt x="191" y="358"/>
                  </a:cubicBezTo>
                  <a:lnTo>
                    <a:pt x="3525" y="358"/>
                  </a:lnTo>
                  <a:cubicBezTo>
                    <a:pt x="3597" y="358"/>
                    <a:pt x="3692" y="263"/>
                    <a:pt x="3692" y="191"/>
                  </a:cubicBezTo>
                  <a:cubicBezTo>
                    <a:pt x="3668" y="96"/>
                    <a:pt x="3597" y="1"/>
                    <a:pt x="35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45"/>
            <p:cNvSpPr/>
            <p:nvPr/>
          </p:nvSpPr>
          <p:spPr>
            <a:xfrm>
              <a:off x="3596945" y="3888676"/>
              <a:ext cx="123553" cy="11980"/>
            </a:xfrm>
            <a:custGeom>
              <a:avLst/>
              <a:gdLst/>
              <a:ahLst/>
              <a:cxnLst/>
              <a:rect l="l" t="t" r="r" b="b"/>
              <a:pathLst>
                <a:path w="3692" h="358" extrusionOk="0">
                  <a:moveTo>
                    <a:pt x="191" y="0"/>
                  </a:moveTo>
                  <a:cubicBezTo>
                    <a:pt x="96" y="0"/>
                    <a:pt x="1" y="95"/>
                    <a:pt x="1" y="191"/>
                  </a:cubicBezTo>
                  <a:cubicBezTo>
                    <a:pt x="1" y="286"/>
                    <a:pt x="96" y="357"/>
                    <a:pt x="191" y="357"/>
                  </a:cubicBezTo>
                  <a:lnTo>
                    <a:pt x="3525" y="357"/>
                  </a:lnTo>
                  <a:cubicBezTo>
                    <a:pt x="3597" y="357"/>
                    <a:pt x="3692" y="286"/>
                    <a:pt x="3692" y="191"/>
                  </a:cubicBezTo>
                  <a:cubicBezTo>
                    <a:pt x="3668" y="95"/>
                    <a:pt x="3597" y="0"/>
                    <a:pt x="352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45"/>
            <p:cNvSpPr/>
            <p:nvPr/>
          </p:nvSpPr>
          <p:spPr>
            <a:xfrm>
              <a:off x="3404089" y="3863946"/>
              <a:ext cx="23927" cy="12014"/>
            </a:xfrm>
            <a:custGeom>
              <a:avLst/>
              <a:gdLst/>
              <a:ahLst/>
              <a:cxnLst/>
              <a:rect l="l" t="t" r="r" b="b"/>
              <a:pathLst>
                <a:path w="715" h="359" extrusionOk="0">
                  <a:moveTo>
                    <a:pt x="167" y="1"/>
                  </a:moveTo>
                  <a:cubicBezTo>
                    <a:pt x="72" y="1"/>
                    <a:pt x="0" y="96"/>
                    <a:pt x="0" y="191"/>
                  </a:cubicBezTo>
                  <a:cubicBezTo>
                    <a:pt x="0" y="263"/>
                    <a:pt x="72" y="358"/>
                    <a:pt x="167" y="358"/>
                  </a:cubicBezTo>
                  <a:lnTo>
                    <a:pt x="524" y="358"/>
                  </a:lnTo>
                  <a:cubicBezTo>
                    <a:pt x="620" y="358"/>
                    <a:pt x="715" y="263"/>
                    <a:pt x="715" y="191"/>
                  </a:cubicBezTo>
                  <a:cubicBezTo>
                    <a:pt x="715" y="96"/>
                    <a:pt x="620" y="1"/>
                    <a:pt x="5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45"/>
            <p:cNvSpPr/>
            <p:nvPr/>
          </p:nvSpPr>
          <p:spPr>
            <a:xfrm>
              <a:off x="3404089" y="3888676"/>
              <a:ext cx="23927" cy="11980"/>
            </a:xfrm>
            <a:custGeom>
              <a:avLst/>
              <a:gdLst/>
              <a:ahLst/>
              <a:cxnLst/>
              <a:rect l="l" t="t" r="r" b="b"/>
              <a:pathLst>
                <a:path w="715" h="358" extrusionOk="0">
                  <a:moveTo>
                    <a:pt x="167" y="0"/>
                  </a:moveTo>
                  <a:cubicBezTo>
                    <a:pt x="72" y="0"/>
                    <a:pt x="0" y="95"/>
                    <a:pt x="0" y="191"/>
                  </a:cubicBezTo>
                  <a:cubicBezTo>
                    <a:pt x="0" y="286"/>
                    <a:pt x="72" y="357"/>
                    <a:pt x="167" y="357"/>
                  </a:cubicBezTo>
                  <a:lnTo>
                    <a:pt x="524" y="357"/>
                  </a:lnTo>
                  <a:cubicBezTo>
                    <a:pt x="620" y="357"/>
                    <a:pt x="715" y="286"/>
                    <a:pt x="715" y="191"/>
                  </a:cubicBezTo>
                  <a:cubicBezTo>
                    <a:pt x="715" y="95"/>
                    <a:pt x="620" y="0"/>
                    <a:pt x="52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45"/>
            <p:cNvSpPr/>
            <p:nvPr/>
          </p:nvSpPr>
          <p:spPr>
            <a:xfrm>
              <a:off x="3596945" y="3827302"/>
              <a:ext cx="23961" cy="11980"/>
            </a:xfrm>
            <a:custGeom>
              <a:avLst/>
              <a:gdLst/>
              <a:ahLst/>
              <a:cxnLst/>
              <a:rect l="l" t="t" r="r" b="b"/>
              <a:pathLst>
                <a:path w="716" h="358" extrusionOk="0">
                  <a:moveTo>
                    <a:pt x="191" y="0"/>
                  </a:moveTo>
                  <a:cubicBezTo>
                    <a:pt x="96" y="0"/>
                    <a:pt x="1" y="96"/>
                    <a:pt x="1" y="167"/>
                  </a:cubicBezTo>
                  <a:cubicBezTo>
                    <a:pt x="1" y="262"/>
                    <a:pt x="96" y="358"/>
                    <a:pt x="191" y="358"/>
                  </a:cubicBezTo>
                  <a:lnTo>
                    <a:pt x="548" y="358"/>
                  </a:lnTo>
                  <a:cubicBezTo>
                    <a:pt x="620" y="358"/>
                    <a:pt x="715" y="262"/>
                    <a:pt x="715" y="167"/>
                  </a:cubicBezTo>
                  <a:cubicBezTo>
                    <a:pt x="715" y="96"/>
                    <a:pt x="620" y="0"/>
                    <a:pt x="54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3180"/>
        <p:cNvGrpSpPr/>
        <p:nvPr/>
      </p:nvGrpSpPr>
      <p:grpSpPr>
        <a:xfrm>
          <a:off x="0" y="0"/>
          <a:ext cx="0" cy="0"/>
          <a:chOff x="0" y="0"/>
          <a:chExt cx="0" cy="0"/>
        </a:xfrm>
      </p:grpSpPr>
      <p:sp>
        <p:nvSpPr>
          <p:cNvPr id="3181" name="Google Shape;3181;p46"/>
          <p:cNvSpPr/>
          <p:nvPr/>
        </p:nvSpPr>
        <p:spPr>
          <a:xfrm>
            <a:off x="3131625" y="685975"/>
            <a:ext cx="27999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4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SALES FUNNEL</a:t>
            </a:r>
            <a:endParaRPr/>
          </a:p>
        </p:txBody>
      </p:sp>
      <p:cxnSp>
        <p:nvCxnSpPr>
          <p:cNvPr id="3183" name="Google Shape;3183;p46"/>
          <p:cNvCxnSpPr/>
          <p:nvPr/>
        </p:nvCxnSpPr>
        <p:spPr>
          <a:xfrm>
            <a:off x="2820650" y="2203754"/>
            <a:ext cx="922800" cy="0"/>
          </a:xfrm>
          <a:prstGeom prst="straightConnector1">
            <a:avLst/>
          </a:prstGeom>
          <a:noFill/>
          <a:ln w="19050" cap="flat" cmpd="sng">
            <a:solidFill>
              <a:schemeClr val="lt2"/>
            </a:solidFill>
            <a:prstDash val="solid"/>
            <a:round/>
            <a:headEnd type="oval" w="med" len="med"/>
            <a:tailEnd type="none" w="med" len="med"/>
          </a:ln>
        </p:spPr>
      </p:cxnSp>
      <p:cxnSp>
        <p:nvCxnSpPr>
          <p:cNvPr id="3184" name="Google Shape;3184;p46"/>
          <p:cNvCxnSpPr/>
          <p:nvPr/>
        </p:nvCxnSpPr>
        <p:spPr>
          <a:xfrm rot="10800000">
            <a:off x="5750072" y="1555706"/>
            <a:ext cx="559200" cy="0"/>
          </a:xfrm>
          <a:prstGeom prst="straightConnector1">
            <a:avLst/>
          </a:prstGeom>
          <a:noFill/>
          <a:ln w="19050" cap="flat" cmpd="sng">
            <a:solidFill>
              <a:schemeClr val="accent3"/>
            </a:solidFill>
            <a:prstDash val="solid"/>
            <a:round/>
            <a:headEnd type="oval" w="med" len="med"/>
            <a:tailEnd type="none" w="med" len="med"/>
          </a:ln>
        </p:spPr>
      </p:cxnSp>
      <p:cxnSp>
        <p:nvCxnSpPr>
          <p:cNvPr id="3185" name="Google Shape;3185;p46"/>
          <p:cNvCxnSpPr/>
          <p:nvPr/>
        </p:nvCxnSpPr>
        <p:spPr>
          <a:xfrm rot="10800000">
            <a:off x="5039050" y="2822903"/>
            <a:ext cx="1284300" cy="0"/>
          </a:xfrm>
          <a:prstGeom prst="straightConnector1">
            <a:avLst/>
          </a:prstGeom>
          <a:noFill/>
          <a:ln w="19050" cap="flat" cmpd="sng">
            <a:solidFill>
              <a:schemeClr val="accent4"/>
            </a:solidFill>
            <a:prstDash val="solid"/>
            <a:round/>
            <a:headEnd type="oval" w="med" len="med"/>
            <a:tailEnd type="none" w="med" len="med"/>
          </a:ln>
        </p:spPr>
      </p:cxnSp>
      <p:cxnSp>
        <p:nvCxnSpPr>
          <p:cNvPr id="3186" name="Google Shape;3186;p46"/>
          <p:cNvCxnSpPr/>
          <p:nvPr/>
        </p:nvCxnSpPr>
        <p:spPr>
          <a:xfrm>
            <a:off x="2929325" y="3509725"/>
            <a:ext cx="1352400" cy="0"/>
          </a:xfrm>
          <a:prstGeom prst="straightConnector1">
            <a:avLst/>
          </a:prstGeom>
          <a:noFill/>
          <a:ln w="19050" cap="flat" cmpd="sng">
            <a:solidFill>
              <a:schemeClr val="accent5"/>
            </a:solidFill>
            <a:prstDash val="solid"/>
            <a:round/>
            <a:headEnd type="oval" w="med" len="med"/>
            <a:tailEnd type="none" w="med" len="med"/>
          </a:ln>
        </p:spPr>
      </p:cxnSp>
      <p:sp>
        <p:nvSpPr>
          <p:cNvPr id="3187" name="Google Shape;3187;p46"/>
          <p:cNvSpPr/>
          <p:nvPr/>
        </p:nvSpPr>
        <p:spPr>
          <a:xfrm rot="10800000" flipH="1">
            <a:off x="6453612" y="1484449"/>
            <a:ext cx="1456500" cy="112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46"/>
          <p:cNvSpPr txBox="1">
            <a:spLocks noGrp="1"/>
          </p:cNvSpPr>
          <p:nvPr>
            <p:ph type="ctrTitle" idx="4294967295"/>
          </p:nvPr>
        </p:nvSpPr>
        <p:spPr>
          <a:xfrm>
            <a:off x="6375235" y="1294613"/>
            <a:ext cx="20538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sz="1800"/>
              <a:t>AWARENESS</a:t>
            </a:r>
            <a:endParaRPr sz="1800"/>
          </a:p>
        </p:txBody>
      </p:sp>
      <p:sp>
        <p:nvSpPr>
          <p:cNvPr id="3189" name="Google Shape;3189;p46"/>
          <p:cNvSpPr txBox="1">
            <a:spLocks noGrp="1"/>
          </p:cNvSpPr>
          <p:nvPr>
            <p:ph type="subTitle" idx="4294967295"/>
          </p:nvPr>
        </p:nvSpPr>
        <p:spPr>
          <a:xfrm>
            <a:off x="6375144" y="1613813"/>
            <a:ext cx="2053800" cy="65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Venus has very high temperatures</a:t>
            </a:r>
            <a:endParaRPr>
              <a:solidFill>
                <a:schemeClr val="dk1"/>
              </a:solidFill>
            </a:endParaRPr>
          </a:p>
        </p:txBody>
      </p:sp>
      <p:sp>
        <p:nvSpPr>
          <p:cNvPr id="3190" name="Google Shape;3190;p46"/>
          <p:cNvSpPr/>
          <p:nvPr/>
        </p:nvSpPr>
        <p:spPr>
          <a:xfrm rot="10800000" flipH="1">
            <a:off x="6450048" y="2790175"/>
            <a:ext cx="11031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46"/>
          <p:cNvSpPr txBox="1">
            <a:spLocks noGrp="1"/>
          </p:cNvSpPr>
          <p:nvPr>
            <p:ph type="ctrTitle" idx="4294967295"/>
          </p:nvPr>
        </p:nvSpPr>
        <p:spPr>
          <a:xfrm>
            <a:off x="6375191" y="2600350"/>
            <a:ext cx="20538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sz="1800"/>
              <a:t>DECISION</a:t>
            </a:r>
            <a:endParaRPr sz="1800"/>
          </a:p>
        </p:txBody>
      </p:sp>
      <p:sp>
        <p:nvSpPr>
          <p:cNvPr id="3192" name="Google Shape;3192;p46"/>
          <p:cNvSpPr txBox="1">
            <a:spLocks noGrp="1"/>
          </p:cNvSpPr>
          <p:nvPr>
            <p:ph type="subTitle" idx="4294967295"/>
          </p:nvPr>
        </p:nvSpPr>
        <p:spPr>
          <a:xfrm>
            <a:off x="6375100" y="2919550"/>
            <a:ext cx="2053800" cy="65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Saturn is composed of hydrogen and helium</a:t>
            </a:r>
            <a:endParaRPr>
              <a:solidFill>
                <a:schemeClr val="dk1"/>
              </a:solidFill>
            </a:endParaRPr>
          </a:p>
        </p:txBody>
      </p:sp>
      <p:sp>
        <p:nvSpPr>
          <p:cNvPr id="3193" name="Google Shape;3193;p46"/>
          <p:cNvSpPr/>
          <p:nvPr/>
        </p:nvSpPr>
        <p:spPr>
          <a:xfrm rot="10800000" flipH="1">
            <a:off x="1616825" y="1912500"/>
            <a:ext cx="10674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194" name="Google Shape;3194;p46"/>
          <p:cNvSpPr txBox="1">
            <a:spLocks noGrp="1"/>
          </p:cNvSpPr>
          <p:nvPr>
            <p:ph type="ctrTitle" idx="4294967295"/>
          </p:nvPr>
        </p:nvSpPr>
        <p:spPr>
          <a:xfrm>
            <a:off x="774860" y="1722663"/>
            <a:ext cx="2053800" cy="319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Font typeface="Arial"/>
              <a:buNone/>
            </a:pPr>
            <a:r>
              <a:rPr lang="en" sz="1800"/>
              <a:t>INTEREST</a:t>
            </a:r>
            <a:endParaRPr sz="1800"/>
          </a:p>
        </p:txBody>
      </p:sp>
      <p:sp>
        <p:nvSpPr>
          <p:cNvPr id="3195" name="Google Shape;3195;p46"/>
          <p:cNvSpPr txBox="1">
            <a:spLocks noGrp="1"/>
          </p:cNvSpPr>
          <p:nvPr>
            <p:ph type="subTitle" idx="4294967295"/>
          </p:nvPr>
        </p:nvSpPr>
        <p:spPr>
          <a:xfrm>
            <a:off x="774769" y="2041863"/>
            <a:ext cx="2053800" cy="650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rPr>
              <a:t>Jupiter is the biggest planet in the Solar System</a:t>
            </a:r>
            <a:endParaRPr>
              <a:solidFill>
                <a:schemeClr val="dk1"/>
              </a:solidFill>
            </a:endParaRPr>
          </a:p>
        </p:txBody>
      </p:sp>
      <p:sp>
        <p:nvSpPr>
          <p:cNvPr id="3196" name="Google Shape;3196;p46"/>
          <p:cNvSpPr/>
          <p:nvPr/>
        </p:nvSpPr>
        <p:spPr>
          <a:xfrm rot="10800000" flipH="1">
            <a:off x="1473575" y="3187400"/>
            <a:ext cx="1216200" cy="112500"/>
          </a:xfrm>
          <a:prstGeom prst="rect">
            <a:avLst/>
          </a:prstGeom>
          <a:solidFill>
            <a:schemeClr val="accent5"/>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197" name="Google Shape;3197;p46"/>
          <p:cNvSpPr txBox="1">
            <a:spLocks noGrp="1"/>
          </p:cNvSpPr>
          <p:nvPr>
            <p:ph type="ctrTitle" idx="4294967295"/>
          </p:nvPr>
        </p:nvSpPr>
        <p:spPr>
          <a:xfrm>
            <a:off x="774816" y="2997575"/>
            <a:ext cx="2053800" cy="319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Font typeface="Arial"/>
              <a:buNone/>
            </a:pPr>
            <a:r>
              <a:rPr lang="en" sz="1800"/>
              <a:t>PURCHASE</a:t>
            </a:r>
            <a:endParaRPr sz="1800"/>
          </a:p>
        </p:txBody>
      </p:sp>
      <p:sp>
        <p:nvSpPr>
          <p:cNvPr id="3198" name="Google Shape;3198;p46"/>
          <p:cNvSpPr txBox="1">
            <a:spLocks noGrp="1"/>
          </p:cNvSpPr>
          <p:nvPr>
            <p:ph type="subTitle" idx="4294967295"/>
          </p:nvPr>
        </p:nvSpPr>
        <p:spPr>
          <a:xfrm>
            <a:off x="774725" y="3316775"/>
            <a:ext cx="2053800" cy="650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rPr>
              <a:t>Despite being red, Mars is actually a very cold planet</a:t>
            </a:r>
            <a:endParaRPr>
              <a:solidFill>
                <a:schemeClr val="dk1"/>
              </a:solidFill>
            </a:endParaRPr>
          </a:p>
        </p:txBody>
      </p:sp>
      <p:sp>
        <p:nvSpPr>
          <p:cNvPr id="3199" name="Google Shape;3199;p46"/>
          <p:cNvSpPr/>
          <p:nvPr/>
        </p:nvSpPr>
        <p:spPr>
          <a:xfrm rot="10800000" flipH="1">
            <a:off x="7981930" y="18"/>
            <a:ext cx="1162071" cy="660785"/>
          </a:xfrm>
          <a:custGeom>
            <a:avLst/>
            <a:gdLst/>
            <a:ahLst/>
            <a:cxnLst/>
            <a:rect l="l" t="t" r="r" b="b"/>
            <a:pathLst>
              <a:path w="116586" h="66294" extrusionOk="0">
                <a:moveTo>
                  <a:pt x="116586" y="0"/>
                </a:moveTo>
                <a:lnTo>
                  <a:pt x="0" y="66294"/>
                </a:lnTo>
                <a:lnTo>
                  <a:pt x="116586" y="66294"/>
                </a:lnTo>
                <a:close/>
              </a:path>
            </a:pathLst>
          </a:custGeom>
          <a:solidFill>
            <a:schemeClr val="accent1"/>
          </a:solidFill>
          <a:ln>
            <a:noFill/>
          </a:ln>
        </p:spPr>
        <p:txBody>
          <a:bodyPr/>
          <a:lstStyle/>
          <a:p>
            <a:endParaRPr lang="en-US"/>
          </a:p>
        </p:txBody>
      </p:sp>
      <p:sp>
        <p:nvSpPr>
          <p:cNvPr id="3200" name="Google Shape;3200;p46"/>
          <p:cNvSpPr/>
          <p:nvPr/>
        </p:nvSpPr>
        <p:spPr>
          <a:xfrm flipH="1">
            <a:off x="-20" y="4482718"/>
            <a:ext cx="1162071" cy="660785"/>
          </a:xfrm>
          <a:custGeom>
            <a:avLst/>
            <a:gdLst/>
            <a:ahLst/>
            <a:cxnLst/>
            <a:rect l="l" t="t" r="r" b="b"/>
            <a:pathLst>
              <a:path w="116586" h="66294" extrusionOk="0">
                <a:moveTo>
                  <a:pt x="116586" y="0"/>
                </a:moveTo>
                <a:lnTo>
                  <a:pt x="0" y="66294"/>
                </a:lnTo>
                <a:lnTo>
                  <a:pt x="116586" y="66294"/>
                </a:lnTo>
                <a:close/>
              </a:path>
            </a:pathLst>
          </a:custGeom>
          <a:solidFill>
            <a:schemeClr val="lt2"/>
          </a:solidFill>
          <a:ln>
            <a:noFill/>
          </a:ln>
        </p:spPr>
        <p:txBody>
          <a:bodyPr/>
          <a:lstStyle/>
          <a:p>
            <a:endParaRPr lang="en-US"/>
          </a:p>
        </p:txBody>
      </p:sp>
      <p:grpSp>
        <p:nvGrpSpPr>
          <p:cNvPr id="3201" name="Google Shape;3201;p46"/>
          <p:cNvGrpSpPr/>
          <p:nvPr/>
        </p:nvGrpSpPr>
        <p:grpSpPr>
          <a:xfrm>
            <a:off x="3044167" y="1245513"/>
            <a:ext cx="2965275" cy="596557"/>
            <a:chOff x="3044167" y="1445763"/>
            <a:chExt cx="2965275" cy="596557"/>
          </a:xfrm>
        </p:grpSpPr>
        <p:sp>
          <p:nvSpPr>
            <p:cNvPr id="3202" name="Google Shape;3202;p46"/>
            <p:cNvSpPr/>
            <p:nvPr/>
          </p:nvSpPr>
          <p:spPr>
            <a:xfrm>
              <a:off x="3044167" y="1445763"/>
              <a:ext cx="2936700" cy="558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46"/>
            <p:cNvSpPr/>
            <p:nvPr/>
          </p:nvSpPr>
          <p:spPr>
            <a:xfrm>
              <a:off x="3072742" y="1483720"/>
              <a:ext cx="2936700" cy="5586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4" name="Google Shape;3204;p46"/>
          <p:cNvGrpSpPr/>
          <p:nvPr/>
        </p:nvGrpSpPr>
        <p:grpSpPr>
          <a:xfrm>
            <a:off x="3255517" y="1927638"/>
            <a:ext cx="2542575" cy="596554"/>
            <a:chOff x="3255517" y="2127888"/>
            <a:chExt cx="2542575" cy="596554"/>
          </a:xfrm>
        </p:grpSpPr>
        <p:sp>
          <p:nvSpPr>
            <p:cNvPr id="3205" name="Google Shape;3205;p46"/>
            <p:cNvSpPr/>
            <p:nvPr/>
          </p:nvSpPr>
          <p:spPr>
            <a:xfrm>
              <a:off x="3255517" y="2127888"/>
              <a:ext cx="2514000" cy="558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46"/>
            <p:cNvSpPr/>
            <p:nvPr/>
          </p:nvSpPr>
          <p:spPr>
            <a:xfrm>
              <a:off x="3284092" y="2165841"/>
              <a:ext cx="2514000" cy="5586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7" name="Google Shape;3207;p46"/>
          <p:cNvGrpSpPr/>
          <p:nvPr/>
        </p:nvGrpSpPr>
        <p:grpSpPr>
          <a:xfrm>
            <a:off x="3498967" y="2609763"/>
            <a:ext cx="2055675" cy="596547"/>
            <a:chOff x="3498967" y="2609763"/>
            <a:chExt cx="2055675" cy="596547"/>
          </a:xfrm>
        </p:grpSpPr>
        <p:sp>
          <p:nvSpPr>
            <p:cNvPr id="3208" name="Google Shape;3208;p46"/>
            <p:cNvSpPr/>
            <p:nvPr/>
          </p:nvSpPr>
          <p:spPr>
            <a:xfrm>
              <a:off x="3498967" y="2609763"/>
              <a:ext cx="2027100" cy="558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46"/>
            <p:cNvSpPr/>
            <p:nvPr/>
          </p:nvSpPr>
          <p:spPr>
            <a:xfrm>
              <a:off x="3527542" y="2647710"/>
              <a:ext cx="2027100" cy="5586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0" name="Google Shape;3210;p46"/>
          <p:cNvGrpSpPr/>
          <p:nvPr/>
        </p:nvGrpSpPr>
        <p:grpSpPr>
          <a:xfrm>
            <a:off x="3807217" y="3291900"/>
            <a:ext cx="1439175" cy="596530"/>
            <a:chOff x="3807217" y="3291900"/>
            <a:chExt cx="1439175" cy="596530"/>
          </a:xfrm>
        </p:grpSpPr>
        <p:sp>
          <p:nvSpPr>
            <p:cNvPr id="3211" name="Google Shape;3211;p46"/>
            <p:cNvSpPr/>
            <p:nvPr/>
          </p:nvSpPr>
          <p:spPr>
            <a:xfrm>
              <a:off x="3807217" y="3291900"/>
              <a:ext cx="1410600" cy="558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46"/>
            <p:cNvSpPr/>
            <p:nvPr/>
          </p:nvSpPr>
          <p:spPr>
            <a:xfrm>
              <a:off x="3835792" y="3329830"/>
              <a:ext cx="1410600" cy="5586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46"/>
          <p:cNvGrpSpPr/>
          <p:nvPr/>
        </p:nvGrpSpPr>
        <p:grpSpPr>
          <a:xfrm>
            <a:off x="760691" y="846936"/>
            <a:ext cx="593164" cy="1161172"/>
            <a:chOff x="4921825" y="870250"/>
            <a:chExt cx="407925" cy="798550"/>
          </a:xfrm>
        </p:grpSpPr>
        <p:sp>
          <p:nvSpPr>
            <p:cNvPr id="3214" name="Google Shape;3214;p46"/>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46"/>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46"/>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46"/>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46"/>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46"/>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46"/>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46"/>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46"/>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46"/>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46"/>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46"/>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46"/>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46"/>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46"/>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46"/>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46"/>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46"/>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46"/>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46"/>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46"/>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46"/>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46"/>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46"/>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46"/>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46"/>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46"/>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46"/>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46"/>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46"/>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4" name="Google Shape;3244;p46"/>
          <p:cNvGrpSpPr/>
          <p:nvPr/>
        </p:nvGrpSpPr>
        <p:grpSpPr>
          <a:xfrm>
            <a:off x="7674941" y="3849323"/>
            <a:ext cx="593164" cy="1161172"/>
            <a:chOff x="4921825" y="870250"/>
            <a:chExt cx="407925" cy="798550"/>
          </a:xfrm>
        </p:grpSpPr>
        <p:sp>
          <p:nvSpPr>
            <p:cNvPr id="3245" name="Google Shape;3245;p46"/>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46"/>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46"/>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46"/>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46"/>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46"/>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46"/>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46"/>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46"/>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46"/>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46"/>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46"/>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46"/>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46"/>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46"/>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46"/>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46"/>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46"/>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46"/>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46"/>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46"/>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46"/>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46"/>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46"/>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46"/>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46"/>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46"/>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46"/>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46"/>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46"/>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5" name="Google Shape;3275;p46"/>
          <p:cNvGrpSpPr/>
          <p:nvPr/>
        </p:nvGrpSpPr>
        <p:grpSpPr>
          <a:xfrm>
            <a:off x="4231991" y="4011958"/>
            <a:ext cx="680010" cy="596530"/>
            <a:chOff x="3959617" y="3644550"/>
            <a:chExt cx="1439175" cy="596530"/>
          </a:xfrm>
        </p:grpSpPr>
        <p:sp>
          <p:nvSpPr>
            <p:cNvPr id="3276" name="Google Shape;3276;p46"/>
            <p:cNvSpPr/>
            <p:nvPr/>
          </p:nvSpPr>
          <p:spPr>
            <a:xfrm>
              <a:off x="3959617" y="3644550"/>
              <a:ext cx="1410600" cy="558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46"/>
            <p:cNvSpPr/>
            <p:nvPr/>
          </p:nvSpPr>
          <p:spPr>
            <a:xfrm>
              <a:off x="3988192" y="3682480"/>
              <a:ext cx="1410600" cy="5586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8" name="Google Shape;3278;p46"/>
          <p:cNvGrpSpPr/>
          <p:nvPr/>
        </p:nvGrpSpPr>
        <p:grpSpPr>
          <a:xfrm>
            <a:off x="4412375" y="4169467"/>
            <a:ext cx="319244" cy="319206"/>
            <a:chOff x="3179483" y="2492732"/>
            <a:chExt cx="181926" cy="181894"/>
          </a:xfrm>
        </p:grpSpPr>
        <p:sp>
          <p:nvSpPr>
            <p:cNvPr id="3279" name="Google Shape;3279;p46"/>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280" name="Google Shape;3280;p46"/>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3284"/>
        <p:cNvGrpSpPr/>
        <p:nvPr/>
      </p:nvGrpSpPr>
      <p:grpSpPr>
        <a:xfrm>
          <a:off x="0" y="0"/>
          <a:ext cx="0" cy="0"/>
          <a:chOff x="0" y="0"/>
          <a:chExt cx="0" cy="0"/>
        </a:xfrm>
      </p:grpSpPr>
      <p:sp>
        <p:nvSpPr>
          <p:cNvPr id="3285" name="Google Shape;3285;p47"/>
          <p:cNvSpPr/>
          <p:nvPr/>
        </p:nvSpPr>
        <p:spPr>
          <a:xfrm>
            <a:off x="2484250" y="685975"/>
            <a:ext cx="42840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47"/>
          <p:cNvSpPr/>
          <p:nvPr/>
        </p:nvSpPr>
        <p:spPr>
          <a:xfrm rot="10800000" flipH="1">
            <a:off x="1622327" y="2936100"/>
            <a:ext cx="1087500" cy="112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47"/>
          <p:cNvSpPr/>
          <p:nvPr/>
        </p:nvSpPr>
        <p:spPr>
          <a:xfrm rot="10800000" flipH="1">
            <a:off x="1581302" y="3828000"/>
            <a:ext cx="9393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47"/>
          <p:cNvSpPr/>
          <p:nvPr/>
        </p:nvSpPr>
        <p:spPr>
          <a:xfrm rot="10800000" flipH="1">
            <a:off x="1652827" y="2044200"/>
            <a:ext cx="5985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47"/>
          <p:cNvSpPr/>
          <p:nvPr/>
        </p:nvSpPr>
        <p:spPr>
          <a:xfrm rot="10800000" flipH="1">
            <a:off x="1652865" y="1152300"/>
            <a:ext cx="10905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47"/>
          <p:cNvSpPr txBox="1">
            <a:spLocks noGrp="1"/>
          </p:cNvSpPr>
          <p:nvPr>
            <p:ph type="ctrTitle"/>
          </p:nvPr>
        </p:nvSpPr>
        <p:spPr>
          <a:xfrm>
            <a:off x="1499616" y="1014984"/>
            <a:ext cx="2331600" cy="319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Font typeface="Arial"/>
              <a:buNone/>
            </a:pPr>
            <a:r>
              <a:rPr lang="en"/>
              <a:t>MERCURY</a:t>
            </a:r>
            <a:endParaRPr/>
          </a:p>
        </p:txBody>
      </p:sp>
      <p:sp>
        <p:nvSpPr>
          <p:cNvPr id="3291" name="Google Shape;3291;p47"/>
          <p:cNvSpPr txBox="1">
            <a:spLocks noGrp="1"/>
          </p:cNvSpPr>
          <p:nvPr>
            <p:ph type="subTitle" idx="1"/>
          </p:nvPr>
        </p:nvSpPr>
        <p:spPr>
          <a:xfrm>
            <a:off x="1499616" y="1334184"/>
            <a:ext cx="2331600" cy="576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smallest planet of the Solar System</a:t>
            </a:r>
            <a:endParaRPr/>
          </a:p>
        </p:txBody>
      </p:sp>
      <p:sp>
        <p:nvSpPr>
          <p:cNvPr id="3292" name="Google Shape;3292;p47"/>
          <p:cNvSpPr txBox="1">
            <a:spLocks noGrp="1"/>
          </p:cNvSpPr>
          <p:nvPr>
            <p:ph type="ctrTitle" idx="2"/>
          </p:nvPr>
        </p:nvSpPr>
        <p:spPr>
          <a:xfrm>
            <a:off x="1499616" y="1909634"/>
            <a:ext cx="2331600" cy="319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MARS</a:t>
            </a:r>
            <a:endParaRPr/>
          </a:p>
        </p:txBody>
      </p:sp>
      <p:sp>
        <p:nvSpPr>
          <p:cNvPr id="3293" name="Google Shape;3293;p47"/>
          <p:cNvSpPr txBox="1">
            <a:spLocks noGrp="1"/>
          </p:cNvSpPr>
          <p:nvPr>
            <p:ph type="subTitle" idx="3"/>
          </p:nvPr>
        </p:nvSpPr>
        <p:spPr>
          <a:xfrm>
            <a:off x="1499616" y="2228834"/>
            <a:ext cx="2331600" cy="576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actually a very cold planet</a:t>
            </a:r>
            <a:endParaRPr/>
          </a:p>
        </p:txBody>
      </p:sp>
      <p:sp>
        <p:nvSpPr>
          <p:cNvPr id="3294" name="Google Shape;3294;p47"/>
          <p:cNvSpPr txBox="1">
            <a:spLocks noGrp="1"/>
          </p:cNvSpPr>
          <p:nvPr>
            <p:ph type="ctrTitle" idx="4"/>
          </p:nvPr>
        </p:nvSpPr>
        <p:spPr>
          <a:xfrm>
            <a:off x="1499616" y="2804284"/>
            <a:ext cx="2331600" cy="319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NEPTUNE</a:t>
            </a:r>
            <a:endParaRPr/>
          </a:p>
        </p:txBody>
      </p:sp>
      <p:sp>
        <p:nvSpPr>
          <p:cNvPr id="3295" name="Google Shape;3295;p47"/>
          <p:cNvSpPr txBox="1">
            <a:spLocks noGrp="1"/>
          </p:cNvSpPr>
          <p:nvPr>
            <p:ph type="subTitle" idx="5"/>
          </p:nvPr>
        </p:nvSpPr>
        <p:spPr>
          <a:xfrm>
            <a:off x="1499616" y="3123484"/>
            <a:ext cx="2331600" cy="576000"/>
          </a:xfrm>
          <a:prstGeom prst="rect">
            <a:avLst/>
          </a:prstGeom>
        </p:spPr>
        <p:txBody>
          <a:bodyPr spcFirstLastPara="1" wrap="square" lIns="91425" tIns="91425" rIns="91425" bIns="91425" anchor="ctr" anchorCtr="0">
            <a:noAutofit/>
          </a:bodyPr>
          <a:lstStyle/>
          <a:p>
            <a:pPr marL="0" lvl="0" indent="0" algn="l" rtl="0">
              <a:spcBef>
                <a:spcPts val="0"/>
              </a:spcBef>
              <a:spcAft>
                <a:spcPts val="1600"/>
              </a:spcAft>
              <a:buClr>
                <a:schemeClr val="dk1"/>
              </a:buClr>
              <a:buSzPts val="1100"/>
              <a:buFont typeface="Arial"/>
              <a:buNone/>
            </a:pPr>
            <a:r>
              <a:rPr lang="en"/>
              <a:t>Neptune is the farthest planet from the Sun</a:t>
            </a:r>
            <a:endParaRPr/>
          </a:p>
        </p:txBody>
      </p:sp>
      <p:sp>
        <p:nvSpPr>
          <p:cNvPr id="3296" name="Google Shape;3296;p47"/>
          <p:cNvSpPr txBox="1">
            <a:spLocks noGrp="1"/>
          </p:cNvSpPr>
          <p:nvPr>
            <p:ph type="ctrTitle" idx="6"/>
          </p:nvPr>
        </p:nvSpPr>
        <p:spPr>
          <a:xfrm>
            <a:off x="1499616" y="3698934"/>
            <a:ext cx="2331600" cy="319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JUPITER</a:t>
            </a:r>
            <a:endParaRPr/>
          </a:p>
        </p:txBody>
      </p:sp>
      <p:sp>
        <p:nvSpPr>
          <p:cNvPr id="3297" name="Google Shape;3297;p47"/>
          <p:cNvSpPr txBox="1">
            <a:spLocks noGrp="1"/>
          </p:cNvSpPr>
          <p:nvPr>
            <p:ph type="subTitle" idx="7"/>
          </p:nvPr>
        </p:nvSpPr>
        <p:spPr>
          <a:xfrm>
            <a:off x="1499616" y="4018134"/>
            <a:ext cx="2331600" cy="576000"/>
          </a:xfrm>
          <a:prstGeom prst="rect">
            <a:avLst/>
          </a:prstGeom>
        </p:spPr>
        <p:txBody>
          <a:bodyPr spcFirstLastPara="1" wrap="square" lIns="91425" tIns="91425" rIns="91425" bIns="91425" anchor="ctr" anchorCtr="0">
            <a:noAutofit/>
          </a:bodyPr>
          <a:lstStyle/>
          <a:p>
            <a:pPr marL="0" lvl="0" indent="0" algn="l" rtl="0">
              <a:spcBef>
                <a:spcPts val="0"/>
              </a:spcBef>
              <a:spcAft>
                <a:spcPts val="1600"/>
              </a:spcAft>
              <a:buNone/>
            </a:pPr>
            <a:r>
              <a:rPr lang="en"/>
              <a:t>It’s a gas giant and the biggest planet in the Solar System</a:t>
            </a:r>
            <a:endParaRPr/>
          </a:p>
        </p:txBody>
      </p:sp>
      <p:sp>
        <p:nvSpPr>
          <p:cNvPr id="3298" name="Google Shape;3298;p47"/>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COMPETITOR ANALYSIS</a:t>
            </a:r>
            <a:endParaRPr/>
          </a:p>
        </p:txBody>
      </p:sp>
      <p:grpSp>
        <p:nvGrpSpPr>
          <p:cNvPr id="3299" name="Google Shape;3299;p47"/>
          <p:cNvGrpSpPr/>
          <p:nvPr/>
        </p:nvGrpSpPr>
        <p:grpSpPr>
          <a:xfrm>
            <a:off x="801669" y="1108331"/>
            <a:ext cx="522310" cy="861282"/>
            <a:chOff x="1390388" y="3178875"/>
            <a:chExt cx="683920" cy="1188467"/>
          </a:xfrm>
        </p:grpSpPr>
        <p:sp>
          <p:nvSpPr>
            <p:cNvPr id="3300" name="Google Shape;3300;p47"/>
            <p:cNvSpPr/>
            <p:nvPr/>
          </p:nvSpPr>
          <p:spPr>
            <a:xfrm flipH="1">
              <a:off x="1390388"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47"/>
            <p:cNvSpPr/>
            <p:nvPr/>
          </p:nvSpPr>
          <p:spPr>
            <a:xfrm flipH="1">
              <a:off x="1435938"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47"/>
            <p:cNvSpPr/>
            <p:nvPr/>
          </p:nvSpPr>
          <p:spPr>
            <a:xfrm>
              <a:off x="1624100" y="3460300"/>
              <a:ext cx="233253" cy="632437"/>
            </a:xfrm>
            <a:custGeom>
              <a:avLst/>
              <a:gdLst/>
              <a:ahLst/>
              <a:cxnLst/>
              <a:rect l="l" t="t" r="r" b="b"/>
              <a:pathLst>
                <a:path w="22542" h="61105" extrusionOk="0">
                  <a:moveTo>
                    <a:pt x="21578" y="0"/>
                  </a:moveTo>
                  <a:cubicBezTo>
                    <a:pt x="21243" y="0"/>
                    <a:pt x="20817" y="156"/>
                    <a:pt x="20291" y="463"/>
                  </a:cubicBezTo>
                  <a:lnTo>
                    <a:pt x="2219" y="10901"/>
                  </a:lnTo>
                  <a:cubicBezTo>
                    <a:pt x="686" y="11782"/>
                    <a:pt x="1" y="13022"/>
                    <a:pt x="1" y="14914"/>
                  </a:cubicBezTo>
                  <a:lnTo>
                    <a:pt x="1" y="24145"/>
                  </a:lnTo>
                  <a:cubicBezTo>
                    <a:pt x="1" y="25426"/>
                    <a:pt x="304" y="26027"/>
                    <a:pt x="959" y="26027"/>
                  </a:cubicBezTo>
                  <a:cubicBezTo>
                    <a:pt x="1288" y="26027"/>
                    <a:pt x="1706" y="25875"/>
                    <a:pt x="2219" y="25580"/>
                  </a:cubicBezTo>
                  <a:lnTo>
                    <a:pt x="7993" y="22253"/>
                  </a:lnTo>
                  <a:lnTo>
                    <a:pt x="7993" y="59375"/>
                  </a:lnTo>
                  <a:cubicBezTo>
                    <a:pt x="7993" y="60390"/>
                    <a:pt x="8801" y="61104"/>
                    <a:pt x="9690" y="61104"/>
                  </a:cubicBezTo>
                  <a:cubicBezTo>
                    <a:pt x="9972" y="61104"/>
                    <a:pt x="10262" y="61032"/>
                    <a:pt x="10537" y="60875"/>
                  </a:cubicBezTo>
                  <a:lnTo>
                    <a:pt x="20649" y="55036"/>
                  </a:lnTo>
                  <a:cubicBezTo>
                    <a:pt x="21856" y="54351"/>
                    <a:pt x="22541" y="53144"/>
                    <a:pt x="22541" y="51774"/>
                  </a:cubicBezTo>
                  <a:lnTo>
                    <a:pt x="22541" y="1866"/>
                  </a:lnTo>
                  <a:cubicBezTo>
                    <a:pt x="22541" y="609"/>
                    <a:pt x="22239" y="0"/>
                    <a:pt x="21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3" name="Google Shape;3303;p47"/>
          <p:cNvGrpSpPr/>
          <p:nvPr/>
        </p:nvGrpSpPr>
        <p:grpSpPr>
          <a:xfrm>
            <a:off x="804701" y="1999403"/>
            <a:ext cx="516190" cy="861282"/>
            <a:chOff x="4215263" y="3178875"/>
            <a:chExt cx="675907" cy="1188467"/>
          </a:xfrm>
        </p:grpSpPr>
        <p:sp>
          <p:nvSpPr>
            <p:cNvPr id="3304" name="Google Shape;3304;p47"/>
            <p:cNvSpPr/>
            <p:nvPr/>
          </p:nvSpPr>
          <p:spPr>
            <a:xfrm flipH="1">
              <a:off x="4215263"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47"/>
            <p:cNvSpPr/>
            <p:nvPr/>
          </p:nvSpPr>
          <p:spPr>
            <a:xfrm flipH="1">
              <a:off x="4252800"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47"/>
            <p:cNvSpPr/>
            <p:nvPr/>
          </p:nvSpPr>
          <p:spPr>
            <a:xfrm>
              <a:off x="4398730" y="3451413"/>
              <a:ext cx="346760" cy="702915"/>
            </a:xfrm>
            <a:custGeom>
              <a:avLst/>
              <a:gdLst/>
              <a:ahLst/>
              <a:cxnLst/>
              <a:rect l="l" t="t" r="r" b="b"/>
              <a:pathLst>
                <a:path w="31740" h="64340" extrusionOk="0">
                  <a:moveTo>
                    <a:pt x="26896" y="0"/>
                  </a:moveTo>
                  <a:cubicBezTo>
                    <a:pt x="25394" y="0"/>
                    <a:pt x="23544" y="620"/>
                    <a:pt x="21366" y="1865"/>
                  </a:cubicBezTo>
                  <a:lnTo>
                    <a:pt x="4274" y="11749"/>
                  </a:lnTo>
                  <a:cubicBezTo>
                    <a:pt x="2871" y="12597"/>
                    <a:pt x="2219" y="13738"/>
                    <a:pt x="2219" y="15500"/>
                  </a:cubicBezTo>
                  <a:lnTo>
                    <a:pt x="2219" y="23753"/>
                  </a:lnTo>
                  <a:cubicBezTo>
                    <a:pt x="2219" y="24932"/>
                    <a:pt x="2482" y="25526"/>
                    <a:pt x="3096" y="25526"/>
                  </a:cubicBezTo>
                  <a:cubicBezTo>
                    <a:pt x="3399" y="25526"/>
                    <a:pt x="3788" y="25381"/>
                    <a:pt x="4274" y="25090"/>
                  </a:cubicBezTo>
                  <a:lnTo>
                    <a:pt x="16865" y="17848"/>
                  </a:lnTo>
                  <a:cubicBezTo>
                    <a:pt x="17279" y="17612"/>
                    <a:pt x="17595" y="17482"/>
                    <a:pt x="17829" y="17482"/>
                  </a:cubicBezTo>
                  <a:cubicBezTo>
                    <a:pt x="18239" y="17482"/>
                    <a:pt x="18398" y="17880"/>
                    <a:pt x="18398" y="18794"/>
                  </a:cubicBezTo>
                  <a:cubicBezTo>
                    <a:pt x="18398" y="20360"/>
                    <a:pt x="18072" y="21110"/>
                    <a:pt x="16865" y="22252"/>
                  </a:cubicBezTo>
                  <a:lnTo>
                    <a:pt x="9101" y="29722"/>
                  </a:lnTo>
                  <a:cubicBezTo>
                    <a:pt x="3752" y="34778"/>
                    <a:pt x="0" y="39443"/>
                    <a:pt x="0" y="50436"/>
                  </a:cubicBezTo>
                  <a:lnTo>
                    <a:pt x="0" y="62570"/>
                  </a:lnTo>
                  <a:cubicBezTo>
                    <a:pt x="0" y="63760"/>
                    <a:pt x="283" y="64339"/>
                    <a:pt x="918" y="64339"/>
                  </a:cubicBezTo>
                  <a:cubicBezTo>
                    <a:pt x="1224" y="64339"/>
                    <a:pt x="1611" y="64205"/>
                    <a:pt x="2088" y="63940"/>
                  </a:cubicBezTo>
                  <a:lnTo>
                    <a:pt x="29652" y="47989"/>
                  </a:lnTo>
                  <a:cubicBezTo>
                    <a:pt x="31087" y="47109"/>
                    <a:pt x="31740" y="45999"/>
                    <a:pt x="31740" y="44238"/>
                  </a:cubicBezTo>
                  <a:lnTo>
                    <a:pt x="31740" y="35953"/>
                  </a:lnTo>
                  <a:cubicBezTo>
                    <a:pt x="31740" y="34773"/>
                    <a:pt x="31462" y="34208"/>
                    <a:pt x="30838" y="34208"/>
                  </a:cubicBezTo>
                  <a:cubicBezTo>
                    <a:pt x="30529" y="34208"/>
                    <a:pt x="30137" y="34346"/>
                    <a:pt x="29652" y="34615"/>
                  </a:cubicBezTo>
                  <a:lnTo>
                    <a:pt x="13146" y="44140"/>
                  </a:lnTo>
                  <a:lnTo>
                    <a:pt x="13146" y="42672"/>
                  </a:lnTo>
                  <a:cubicBezTo>
                    <a:pt x="13146" y="41139"/>
                    <a:pt x="13505" y="40813"/>
                    <a:pt x="14647" y="39704"/>
                  </a:cubicBezTo>
                  <a:lnTo>
                    <a:pt x="22508" y="32071"/>
                  </a:lnTo>
                  <a:cubicBezTo>
                    <a:pt x="28151" y="26688"/>
                    <a:pt x="31576" y="21469"/>
                    <a:pt x="31576" y="14358"/>
                  </a:cubicBezTo>
                  <a:lnTo>
                    <a:pt x="31576" y="7704"/>
                  </a:lnTo>
                  <a:cubicBezTo>
                    <a:pt x="31576" y="2581"/>
                    <a:pt x="29960" y="0"/>
                    <a:pt x="26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7" name="Google Shape;3307;p47"/>
          <p:cNvGrpSpPr/>
          <p:nvPr/>
        </p:nvGrpSpPr>
        <p:grpSpPr>
          <a:xfrm>
            <a:off x="803106" y="2890475"/>
            <a:ext cx="519407" cy="861282"/>
            <a:chOff x="7027913" y="3178875"/>
            <a:chExt cx="680120" cy="1188467"/>
          </a:xfrm>
        </p:grpSpPr>
        <p:sp>
          <p:nvSpPr>
            <p:cNvPr id="3308" name="Google Shape;3308;p47"/>
            <p:cNvSpPr/>
            <p:nvPr/>
          </p:nvSpPr>
          <p:spPr>
            <a:xfrm flipH="1">
              <a:off x="7027913"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47"/>
            <p:cNvSpPr/>
            <p:nvPr/>
          </p:nvSpPr>
          <p:spPr>
            <a:xfrm flipH="1">
              <a:off x="7069663"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47"/>
            <p:cNvSpPr/>
            <p:nvPr/>
          </p:nvSpPr>
          <p:spPr>
            <a:xfrm>
              <a:off x="7211543" y="3452255"/>
              <a:ext cx="354857" cy="701234"/>
            </a:xfrm>
            <a:custGeom>
              <a:avLst/>
              <a:gdLst/>
              <a:ahLst/>
              <a:cxnLst/>
              <a:rect l="l" t="t" r="r" b="b"/>
              <a:pathLst>
                <a:path w="33273" h="65751" extrusionOk="0">
                  <a:moveTo>
                    <a:pt x="24820" y="1"/>
                  </a:moveTo>
                  <a:cubicBezTo>
                    <a:pt x="23338" y="1"/>
                    <a:pt x="21473" y="620"/>
                    <a:pt x="19213" y="1930"/>
                  </a:cubicBezTo>
                  <a:lnTo>
                    <a:pt x="2186" y="11716"/>
                  </a:lnTo>
                  <a:cubicBezTo>
                    <a:pt x="653" y="12630"/>
                    <a:pt x="0" y="13804"/>
                    <a:pt x="0" y="15696"/>
                  </a:cubicBezTo>
                  <a:lnTo>
                    <a:pt x="0" y="24438"/>
                  </a:lnTo>
                  <a:cubicBezTo>
                    <a:pt x="0" y="25704"/>
                    <a:pt x="307" y="26328"/>
                    <a:pt x="960" y="26328"/>
                  </a:cubicBezTo>
                  <a:cubicBezTo>
                    <a:pt x="1282" y="26328"/>
                    <a:pt x="1689" y="26175"/>
                    <a:pt x="2186" y="25873"/>
                  </a:cubicBezTo>
                  <a:lnTo>
                    <a:pt x="13537" y="19349"/>
                  </a:lnTo>
                  <a:cubicBezTo>
                    <a:pt x="14187" y="18970"/>
                    <a:pt x="14661" y="18811"/>
                    <a:pt x="15004" y="18811"/>
                  </a:cubicBezTo>
                  <a:cubicBezTo>
                    <a:pt x="15693" y="18811"/>
                    <a:pt x="15853" y="19457"/>
                    <a:pt x="15853" y="20263"/>
                  </a:cubicBezTo>
                  <a:lnTo>
                    <a:pt x="15853" y="21339"/>
                  </a:lnTo>
                  <a:cubicBezTo>
                    <a:pt x="15853" y="22579"/>
                    <a:pt x="15495" y="23786"/>
                    <a:pt x="13537" y="24927"/>
                  </a:cubicBezTo>
                  <a:lnTo>
                    <a:pt x="7144" y="28646"/>
                  </a:lnTo>
                  <a:cubicBezTo>
                    <a:pt x="5578" y="29559"/>
                    <a:pt x="4926" y="30734"/>
                    <a:pt x="4926" y="32593"/>
                  </a:cubicBezTo>
                  <a:lnTo>
                    <a:pt x="4926" y="40552"/>
                  </a:lnTo>
                  <a:cubicBezTo>
                    <a:pt x="4926" y="41819"/>
                    <a:pt x="5233" y="42427"/>
                    <a:pt x="5895" y="42427"/>
                  </a:cubicBezTo>
                  <a:cubicBezTo>
                    <a:pt x="6223" y="42427"/>
                    <a:pt x="6637" y="42279"/>
                    <a:pt x="7144" y="41988"/>
                  </a:cubicBezTo>
                  <a:lnTo>
                    <a:pt x="17484" y="35986"/>
                  </a:lnTo>
                  <a:cubicBezTo>
                    <a:pt x="18157" y="35593"/>
                    <a:pt x="18641" y="35428"/>
                    <a:pt x="18986" y="35428"/>
                  </a:cubicBezTo>
                  <a:cubicBezTo>
                    <a:pt x="19646" y="35428"/>
                    <a:pt x="19800" y="36030"/>
                    <a:pt x="19800" y="36801"/>
                  </a:cubicBezTo>
                  <a:lnTo>
                    <a:pt x="19800" y="38791"/>
                  </a:lnTo>
                  <a:cubicBezTo>
                    <a:pt x="19800" y="40030"/>
                    <a:pt x="19442" y="41237"/>
                    <a:pt x="17484" y="42379"/>
                  </a:cubicBezTo>
                  <a:lnTo>
                    <a:pt x="2186" y="51252"/>
                  </a:lnTo>
                  <a:cubicBezTo>
                    <a:pt x="653" y="52132"/>
                    <a:pt x="0" y="53307"/>
                    <a:pt x="0" y="55199"/>
                  </a:cubicBezTo>
                  <a:lnTo>
                    <a:pt x="0" y="63876"/>
                  </a:lnTo>
                  <a:cubicBezTo>
                    <a:pt x="0" y="65142"/>
                    <a:pt x="307" y="65751"/>
                    <a:pt x="960" y="65751"/>
                  </a:cubicBezTo>
                  <a:cubicBezTo>
                    <a:pt x="1283" y="65751"/>
                    <a:pt x="1690" y="65602"/>
                    <a:pt x="2186" y="65311"/>
                  </a:cubicBezTo>
                  <a:lnTo>
                    <a:pt x="21431" y="54187"/>
                  </a:lnTo>
                  <a:cubicBezTo>
                    <a:pt x="29228" y="49686"/>
                    <a:pt x="33272" y="42673"/>
                    <a:pt x="33272" y="35007"/>
                  </a:cubicBezTo>
                  <a:lnTo>
                    <a:pt x="33272" y="27602"/>
                  </a:lnTo>
                  <a:cubicBezTo>
                    <a:pt x="33272" y="22766"/>
                    <a:pt x="32253" y="20232"/>
                    <a:pt x="29428" y="20232"/>
                  </a:cubicBezTo>
                  <a:cubicBezTo>
                    <a:pt x="28404" y="20232"/>
                    <a:pt x="27143" y="20565"/>
                    <a:pt x="25607" y="21241"/>
                  </a:cubicBezTo>
                  <a:cubicBezTo>
                    <a:pt x="28282" y="18240"/>
                    <a:pt x="29195" y="14913"/>
                    <a:pt x="29195" y="11129"/>
                  </a:cubicBezTo>
                  <a:lnTo>
                    <a:pt x="29195" y="6791"/>
                  </a:lnTo>
                  <a:cubicBezTo>
                    <a:pt x="29195" y="2450"/>
                    <a:pt x="27765" y="1"/>
                    <a:pt x="248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47"/>
          <p:cNvGrpSpPr/>
          <p:nvPr/>
        </p:nvGrpSpPr>
        <p:grpSpPr>
          <a:xfrm>
            <a:off x="798582" y="3781547"/>
            <a:ext cx="522310" cy="861282"/>
            <a:chOff x="1390388" y="3178875"/>
            <a:chExt cx="683920" cy="1188467"/>
          </a:xfrm>
        </p:grpSpPr>
        <p:sp>
          <p:nvSpPr>
            <p:cNvPr id="3312" name="Google Shape;3312;p47"/>
            <p:cNvSpPr/>
            <p:nvPr/>
          </p:nvSpPr>
          <p:spPr>
            <a:xfrm flipH="1">
              <a:off x="1390388"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47"/>
            <p:cNvSpPr/>
            <p:nvPr/>
          </p:nvSpPr>
          <p:spPr>
            <a:xfrm flipH="1">
              <a:off x="1435938"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47"/>
            <p:cNvSpPr/>
            <p:nvPr/>
          </p:nvSpPr>
          <p:spPr>
            <a:xfrm>
              <a:off x="1561363" y="3384099"/>
              <a:ext cx="387765" cy="660469"/>
            </a:xfrm>
            <a:custGeom>
              <a:avLst/>
              <a:gdLst/>
              <a:ahLst/>
              <a:cxnLst/>
              <a:rect l="l" t="t" r="r" b="b"/>
              <a:pathLst>
                <a:path w="33306" h="56717" extrusionOk="0">
                  <a:moveTo>
                    <a:pt x="32373" y="0"/>
                  </a:moveTo>
                  <a:cubicBezTo>
                    <a:pt x="32068" y="0"/>
                    <a:pt x="31684" y="134"/>
                    <a:pt x="31218" y="399"/>
                  </a:cubicBezTo>
                  <a:lnTo>
                    <a:pt x="22346" y="5553"/>
                  </a:lnTo>
                  <a:cubicBezTo>
                    <a:pt x="20910" y="6401"/>
                    <a:pt x="20258" y="7543"/>
                    <a:pt x="20258" y="9304"/>
                  </a:cubicBezTo>
                  <a:lnTo>
                    <a:pt x="20258" y="30996"/>
                  </a:lnTo>
                  <a:lnTo>
                    <a:pt x="14876" y="34095"/>
                  </a:lnTo>
                  <a:cubicBezTo>
                    <a:pt x="14559" y="34282"/>
                    <a:pt x="14276" y="34372"/>
                    <a:pt x="14035" y="34372"/>
                  </a:cubicBezTo>
                  <a:cubicBezTo>
                    <a:pt x="13431" y="34372"/>
                    <a:pt x="13081" y="33806"/>
                    <a:pt x="13081" y="32758"/>
                  </a:cubicBezTo>
                  <a:lnTo>
                    <a:pt x="13081" y="13414"/>
                  </a:lnTo>
                  <a:cubicBezTo>
                    <a:pt x="13081" y="12235"/>
                    <a:pt x="12789" y="11670"/>
                    <a:pt x="12165" y="11670"/>
                  </a:cubicBezTo>
                  <a:cubicBezTo>
                    <a:pt x="11857" y="11670"/>
                    <a:pt x="11468" y="11807"/>
                    <a:pt x="10994" y="12077"/>
                  </a:cubicBezTo>
                  <a:lnTo>
                    <a:pt x="2056" y="17263"/>
                  </a:lnTo>
                  <a:cubicBezTo>
                    <a:pt x="653" y="18112"/>
                    <a:pt x="1" y="19253"/>
                    <a:pt x="1" y="20982"/>
                  </a:cubicBezTo>
                  <a:lnTo>
                    <a:pt x="1" y="45741"/>
                  </a:lnTo>
                  <a:cubicBezTo>
                    <a:pt x="1" y="50982"/>
                    <a:pt x="1281" y="53621"/>
                    <a:pt x="4260" y="53621"/>
                  </a:cubicBezTo>
                  <a:cubicBezTo>
                    <a:pt x="5842" y="53621"/>
                    <a:pt x="7903" y="52877"/>
                    <a:pt x="10505" y="51384"/>
                  </a:cubicBezTo>
                  <a:lnTo>
                    <a:pt x="20258" y="45741"/>
                  </a:lnTo>
                  <a:lnTo>
                    <a:pt x="20258" y="54972"/>
                  </a:lnTo>
                  <a:cubicBezTo>
                    <a:pt x="20258" y="56151"/>
                    <a:pt x="20550" y="56717"/>
                    <a:pt x="21174" y="56717"/>
                  </a:cubicBezTo>
                  <a:cubicBezTo>
                    <a:pt x="21482" y="56717"/>
                    <a:pt x="21871" y="56579"/>
                    <a:pt x="22346" y="56309"/>
                  </a:cubicBezTo>
                  <a:lnTo>
                    <a:pt x="31218" y="51188"/>
                  </a:lnTo>
                  <a:cubicBezTo>
                    <a:pt x="32653" y="50307"/>
                    <a:pt x="33306" y="49166"/>
                    <a:pt x="33306" y="47437"/>
                  </a:cubicBezTo>
                  <a:lnTo>
                    <a:pt x="33306" y="1769"/>
                  </a:lnTo>
                  <a:cubicBezTo>
                    <a:pt x="33306" y="580"/>
                    <a:pt x="33008" y="0"/>
                    <a:pt x="323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315" name="Google Shape;3315;p47"/>
          <p:cNvPicPr preferRelativeResize="0"/>
          <p:nvPr/>
        </p:nvPicPr>
        <p:blipFill>
          <a:blip r:embed="rId3">
            <a:alphaModFix/>
          </a:blip>
          <a:stretch>
            <a:fillRect/>
          </a:stretch>
        </p:blipFill>
        <p:spPr>
          <a:xfrm>
            <a:off x="5606113" y="1228500"/>
            <a:ext cx="3318812" cy="3745350"/>
          </a:xfrm>
          <a:prstGeom prst="rect">
            <a:avLst/>
          </a:prstGeom>
          <a:noFill/>
          <a:ln>
            <a:noFill/>
          </a:ln>
        </p:spPr>
      </p:pic>
      <p:grpSp>
        <p:nvGrpSpPr>
          <p:cNvPr id="3316" name="Google Shape;3316;p47"/>
          <p:cNvGrpSpPr/>
          <p:nvPr/>
        </p:nvGrpSpPr>
        <p:grpSpPr>
          <a:xfrm>
            <a:off x="4846016" y="2120398"/>
            <a:ext cx="593164" cy="1161172"/>
            <a:chOff x="4921825" y="870250"/>
            <a:chExt cx="407925" cy="798550"/>
          </a:xfrm>
        </p:grpSpPr>
        <p:sp>
          <p:nvSpPr>
            <p:cNvPr id="3317" name="Google Shape;3317;p47"/>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47"/>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47"/>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47"/>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47"/>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47"/>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7"/>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7"/>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7"/>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7"/>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7"/>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7"/>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47"/>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47"/>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47"/>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47"/>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47"/>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47"/>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47"/>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47"/>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47"/>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47"/>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47"/>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47"/>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47"/>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47"/>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47"/>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47"/>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47"/>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47"/>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3350"/>
        <p:cNvGrpSpPr/>
        <p:nvPr/>
      </p:nvGrpSpPr>
      <p:grpSpPr>
        <a:xfrm>
          <a:off x="0" y="0"/>
          <a:ext cx="0" cy="0"/>
          <a:chOff x="0" y="0"/>
          <a:chExt cx="0" cy="0"/>
        </a:xfrm>
      </p:grpSpPr>
      <p:grpSp>
        <p:nvGrpSpPr>
          <p:cNvPr id="3351" name="Google Shape;3351;p48"/>
          <p:cNvGrpSpPr/>
          <p:nvPr/>
        </p:nvGrpSpPr>
        <p:grpSpPr>
          <a:xfrm>
            <a:off x="6008975" y="2443226"/>
            <a:ext cx="1007400" cy="997825"/>
            <a:chOff x="6009213" y="2443226"/>
            <a:chExt cx="1007400" cy="997825"/>
          </a:xfrm>
        </p:grpSpPr>
        <p:sp>
          <p:nvSpPr>
            <p:cNvPr id="3352" name="Google Shape;3352;p48"/>
            <p:cNvSpPr/>
            <p:nvPr/>
          </p:nvSpPr>
          <p:spPr>
            <a:xfrm>
              <a:off x="6009213"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48"/>
            <p:cNvSpPr/>
            <p:nvPr/>
          </p:nvSpPr>
          <p:spPr>
            <a:xfrm>
              <a:off x="6044913" y="2471451"/>
              <a:ext cx="971700" cy="9696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4" name="Google Shape;3354;p48"/>
          <p:cNvGrpSpPr/>
          <p:nvPr/>
        </p:nvGrpSpPr>
        <p:grpSpPr>
          <a:xfrm>
            <a:off x="4704598" y="2443226"/>
            <a:ext cx="1007400" cy="997825"/>
            <a:chOff x="4726763" y="2443226"/>
            <a:chExt cx="1007400" cy="997825"/>
          </a:xfrm>
        </p:grpSpPr>
        <p:sp>
          <p:nvSpPr>
            <p:cNvPr id="3355" name="Google Shape;3355;p48"/>
            <p:cNvSpPr/>
            <p:nvPr/>
          </p:nvSpPr>
          <p:spPr>
            <a:xfrm>
              <a:off x="4726763"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48"/>
            <p:cNvSpPr/>
            <p:nvPr/>
          </p:nvSpPr>
          <p:spPr>
            <a:xfrm>
              <a:off x="4762463" y="2471451"/>
              <a:ext cx="971700" cy="9696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48"/>
          <p:cNvGrpSpPr/>
          <p:nvPr/>
        </p:nvGrpSpPr>
        <p:grpSpPr>
          <a:xfrm>
            <a:off x="3400221" y="2443226"/>
            <a:ext cx="1007400" cy="997825"/>
            <a:chOff x="3444313" y="2443226"/>
            <a:chExt cx="1007400" cy="997825"/>
          </a:xfrm>
        </p:grpSpPr>
        <p:sp>
          <p:nvSpPr>
            <p:cNvPr id="3358" name="Google Shape;3358;p48"/>
            <p:cNvSpPr/>
            <p:nvPr/>
          </p:nvSpPr>
          <p:spPr>
            <a:xfrm>
              <a:off x="3444313"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8"/>
            <p:cNvSpPr/>
            <p:nvPr/>
          </p:nvSpPr>
          <p:spPr>
            <a:xfrm>
              <a:off x="3480013" y="2471451"/>
              <a:ext cx="971700" cy="9696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0" name="Google Shape;3360;p48"/>
          <p:cNvGrpSpPr/>
          <p:nvPr/>
        </p:nvGrpSpPr>
        <p:grpSpPr>
          <a:xfrm>
            <a:off x="2095844" y="2443226"/>
            <a:ext cx="1007400" cy="997825"/>
            <a:chOff x="2104025" y="2443226"/>
            <a:chExt cx="1007400" cy="997825"/>
          </a:xfrm>
        </p:grpSpPr>
        <p:sp>
          <p:nvSpPr>
            <p:cNvPr id="3361" name="Google Shape;3361;p48"/>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8"/>
            <p:cNvSpPr/>
            <p:nvPr/>
          </p:nvSpPr>
          <p:spPr>
            <a:xfrm>
              <a:off x="2139725" y="2471451"/>
              <a:ext cx="971700" cy="9696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3" name="Google Shape;3363;p48"/>
          <p:cNvSpPr/>
          <p:nvPr/>
        </p:nvSpPr>
        <p:spPr>
          <a:xfrm>
            <a:off x="2513961" y="2820513"/>
            <a:ext cx="185141" cy="271476"/>
          </a:xfrm>
          <a:custGeom>
            <a:avLst/>
            <a:gdLst/>
            <a:ahLst/>
            <a:cxnLst/>
            <a:rect l="l" t="t" r="r" b="b"/>
            <a:pathLst>
              <a:path w="6438" h="9441" extrusionOk="0">
                <a:moveTo>
                  <a:pt x="3202" y="1"/>
                </a:moveTo>
                <a:cubicBezTo>
                  <a:pt x="2202" y="1"/>
                  <a:pt x="1434" y="234"/>
                  <a:pt x="867" y="701"/>
                </a:cubicBezTo>
                <a:cubicBezTo>
                  <a:pt x="300" y="1135"/>
                  <a:pt x="0" y="1802"/>
                  <a:pt x="0" y="2603"/>
                </a:cubicBezTo>
                <a:cubicBezTo>
                  <a:pt x="0" y="3303"/>
                  <a:pt x="234" y="3837"/>
                  <a:pt x="634" y="4237"/>
                </a:cubicBezTo>
                <a:cubicBezTo>
                  <a:pt x="1034" y="4604"/>
                  <a:pt x="1701" y="4904"/>
                  <a:pt x="2635" y="5071"/>
                </a:cubicBezTo>
                <a:lnTo>
                  <a:pt x="3369" y="5238"/>
                </a:lnTo>
                <a:cubicBezTo>
                  <a:pt x="4003" y="5371"/>
                  <a:pt x="4470" y="5538"/>
                  <a:pt x="4737" y="5805"/>
                </a:cubicBezTo>
                <a:cubicBezTo>
                  <a:pt x="5004" y="6039"/>
                  <a:pt x="5137" y="6405"/>
                  <a:pt x="5137" y="6839"/>
                </a:cubicBezTo>
                <a:cubicBezTo>
                  <a:pt x="5137" y="7373"/>
                  <a:pt x="4937" y="7773"/>
                  <a:pt x="4570" y="8040"/>
                </a:cubicBezTo>
                <a:cubicBezTo>
                  <a:pt x="4170" y="8307"/>
                  <a:pt x="3636" y="8440"/>
                  <a:pt x="2935" y="8440"/>
                </a:cubicBezTo>
                <a:cubicBezTo>
                  <a:pt x="2468" y="8440"/>
                  <a:pt x="2001" y="8374"/>
                  <a:pt x="1534" y="8240"/>
                </a:cubicBezTo>
                <a:cubicBezTo>
                  <a:pt x="1034" y="8107"/>
                  <a:pt x="534" y="7873"/>
                  <a:pt x="33" y="7606"/>
                </a:cubicBezTo>
                <a:lnTo>
                  <a:pt x="33" y="8874"/>
                </a:lnTo>
                <a:cubicBezTo>
                  <a:pt x="567" y="9074"/>
                  <a:pt x="1067" y="9208"/>
                  <a:pt x="1568" y="9308"/>
                </a:cubicBezTo>
                <a:cubicBezTo>
                  <a:pt x="2035" y="9408"/>
                  <a:pt x="2502" y="9441"/>
                  <a:pt x="2935" y="9441"/>
                </a:cubicBezTo>
                <a:cubicBezTo>
                  <a:pt x="4070" y="9441"/>
                  <a:pt x="4937" y="9208"/>
                  <a:pt x="5537" y="8774"/>
                </a:cubicBezTo>
                <a:cubicBezTo>
                  <a:pt x="6138" y="8307"/>
                  <a:pt x="6438" y="7640"/>
                  <a:pt x="6438" y="6772"/>
                </a:cubicBezTo>
                <a:cubicBezTo>
                  <a:pt x="6438" y="6005"/>
                  <a:pt x="6204" y="5438"/>
                  <a:pt x="5771" y="4971"/>
                </a:cubicBezTo>
                <a:cubicBezTo>
                  <a:pt x="5337" y="4537"/>
                  <a:pt x="4670" y="4237"/>
                  <a:pt x="3736" y="4070"/>
                </a:cubicBezTo>
                <a:lnTo>
                  <a:pt x="3002" y="3904"/>
                </a:lnTo>
                <a:cubicBezTo>
                  <a:pt x="2302" y="3770"/>
                  <a:pt x="1868" y="3603"/>
                  <a:pt x="1601" y="3403"/>
                </a:cubicBezTo>
                <a:cubicBezTo>
                  <a:pt x="1368" y="3203"/>
                  <a:pt x="1268" y="2903"/>
                  <a:pt x="1268" y="2503"/>
                </a:cubicBezTo>
                <a:cubicBezTo>
                  <a:pt x="1268" y="2002"/>
                  <a:pt x="1434" y="1635"/>
                  <a:pt x="1801" y="1369"/>
                </a:cubicBezTo>
                <a:cubicBezTo>
                  <a:pt x="2168" y="1135"/>
                  <a:pt x="2669" y="1002"/>
                  <a:pt x="3369" y="1002"/>
                </a:cubicBezTo>
                <a:cubicBezTo>
                  <a:pt x="3736" y="1002"/>
                  <a:pt x="4136" y="1035"/>
                  <a:pt x="4570" y="1168"/>
                </a:cubicBezTo>
                <a:cubicBezTo>
                  <a:pt x="4970" y="1268"/>
                  <a:pt x="5404" y="1435"/>
                  <a:pt x="5871" y="1669"/>
                </a:cubicBezTo>
                <a:lnTo>
                  <a:pt x="5871" y="468"/>
                </a:lnTo>
                <a:cubicBezTo>
                  <a:pt x="5404" y="301"/>
                  <a:pt x="4970" y="168"/>
                  <a:pt x="4503" y="101"/>
                </a:cubicBezTo>
                <a:cubicBezTo>
                  <a:pt x="4070" y="34"/>
                  <a:pt x="3636" y="1"/>
                  <a:pt x="32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48"/>
          <p:cNvSpPr/>
          <p:nvPr/>
        </p:nvSpPr>
        <p:spPr>
          <a:xfrm>
            <a:off x="3018325" y="685975"/>
            <a:ext cx="31236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000"/>
              <a:t>SWOT ANALYSIS</a:t>
            </a:r>
            <a:endParaRPr/>
          </a:p>
        </p:txBody>
      </p:sp>
      <p:sp>
        <p:nvSpPr>
          <p:cNvPr id="3366" name="Google Shape;3366;p48"/>
          <p:cNvSpPr/>
          <p:nvPr/>
        </p:nvSpPr>
        <p:spPr>
          <a:xfrm>
            <a:off x="3737947" y="2813578"/>
            <a:ext cx="331948" cy="261901"/>
          </a:xfrm>
          <a:custGeom>
            <a:avLst/>
            <a:gdLst/>
            <a:ahLst/>
            <a:cxnLst/>
            <a:rect l="l" t="t" r="r" b="b"/>
            <a:pathLst>
              <a:path w="11543" h="9108" extrusionOk="0">
                <a:moveTo>
                  <a:pt x="0" y="1"/>
                </a:moveTo>
                <a:lnTo>
                  <a:pt x="2269" y="9107"/>
                </a:lnTo>
                <a:lnTo>
                  <a:pt x="3837" y="9107"/>
                </a:lnTo>
                <a:lnTo>
                  <a:pt x="5771" y="1202"/>
                </a:lnTo>
                <a:lnTo>
                  <a:pt x="7673" y="9107"/>
                </a:lnTo>
                <a:lnTo>
                  <a:pt x="9240" y="9107"/>
                </a:lnTo>
                <a:lnTo>
                  <a:pt x="11542" y="1"/>
                </a:lnTo>
                <a:lnTo>
                  <a:pt x="10274" y="1"/>
                </a:lnTo>
                <a:lnTo>
                  <a:pt x="8373" y="7706"/>
                </a:lnTo>
                <a:lnTo>
                  <a:pt x="6438" y="1"/>
                </a:lnTo>
                <a:lnTo>
                  <a:pt x="5071" y="1"/>
                </a:lnTo>
                <a:lnTo>
                  <a:pt x="3136" y="7706"/>
                </a:lnTo>
                <a:lnTo>
                  <a:pt x="12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8"/>
          <p:cNvSpPr/>
          <p:nvPr/>
        </p:nvSpPr>
        <p:spPr>
          <a:xfrm>
            <a:off x="6394172" y="2813578"/>
            <a:ext cx="221634" cy="261901"/>
          </a:xfrm>
          <a:custGeom>
            <a:avLst/>
            <a:gdLst/>
            <a:ahLst/>
            <a:cxnLst/>
            <a:rect l="l" t="t" r="r" b="b"/>
            <a:pathLst>
              <a:path w="7707" h="9108" extrusionOk="0">
                <a:moveTo>
                  <a:pt x="1" y="1"/>
                </a:moveTo>
                <a:lnTo>
                  <a:pt x="1" y="1035"/>
                </a:lnTo>
                <a:lnTo>
                  <a:pt x="3237" y="1035"/>
                </a:lnTo>
                <a:lnTo>
                  <a:pt x="3237" y="9107"/>
                </a:lnTo>
                <a:lnTo>
                  <a:pt x="4471" y="9107"/>
                </a:lnTo>
                <a:lnTo>
                  <a:pt x="4471" y="1035"/>
                </a:lnTo>
                <a:lnTo>
                  <a:pt x="7706" y="1035"/>
                </a:lnTo>
                <a:lnTo>
                  <a:pt x="77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8"/>
          <p:cNvSpPr/>
          <p:nvPr/>
        </p:nvSpPr>
        <p:spPr>
          <a:xfrm>
            <a:off x="5086942" y="2808776"/>
            <a:ext cx="242713" cy="271476"/>
          </a:xfrm>
          <a:custGeom>
            <a:avLst/>
            <a:gdLst/>
            <a:ahLst/>
            <a:cxnLst/>
            <a:rect l="l" t="t" r="r" b="b"/>
            <a:pathLst>
              <a:path w="8440" h="9441" extrusionOk="0">
                <a:moveTo>
                  <a:pt x="4203" y="1002"/>
                </a:moveTo>
                <a:cubicBezTo>
                  <a:pt x="5104" y="1002"/>
                  <a:pt x="5838" y="1335"/>
                  <a:pt x="6338" y="2002"/>
                </a:cubicBezTo>
                <a:cubicBezTo>
                  <a:pt x="6872" y="2669"/>
                  <a:pt x="7139" y="3570"/>
                  <a:pt x="7139" y="4738"/>
                </a:cubicBezTo>
                <a:cubicBezTo>
                  <a:pt x="7139" y="5872"/>
                  <a:pt x="6872" y="6772"/>
                  <a:pt x="6338" y="7440"/>
                </a:cubicBezTo>
                <a:cubicBezTo>
                  <a:pt x="5838" y="8107"/>
                  <a:pt x="5104" y="8440"/>
                  <a:pt x="4203" y="8440"/>
                </a:cubicBezTo>
                <a:cubicBezTo>
                  <a:pt x="3336" y="8440"/>
                  <a:pt x="2602" y="8107"/>
                  <a:pt x="2068" y="7440"/>
                </a:cubicBezTo>
                <a:cubicBezTo>
                  <a:pt x="1568" y="6772"/>
                  <a:pt x="1301" y="5872"/>
                  <a:pt x="1301" y="4738"/>
                </a:cubicBezTo>
                <a:cubicBezTo>
                  <a:pt x="1301" y="3570"/>
                  <a:pt x="1568" y="2669"/>
                  <a:pt x="2068" y="2002"/>
                </a:cubicBezTo>
                <a:cubicBezTo>
                  <a:pt x="2602" y="1335"/>
                  <a:pt x="3336" y="1002"/>
                  <a:pt x="4203" y="1002"/>
                </a:cubicBezTo>
                <a:close/>
                <a:moveTo>
                  <a:pt x="4203" y="1"/>
                </a:moveTo>
                <a:cubicBezTo>
                  <a:pt x="2936" y="1"/>
                  <a:pt x="1902" y="435"/>
                  <a:pt x="1134" y="1268"/>
                </a:cubicBezTo>
                <a:cubicBezTo>
                  <a:pt x="367" y="2136"/>
                  <a:pt x="0" y="3270"/>
                  <a:pt x="0" y="4738"/>
                </a:cubicBezTo>
                <a:cubicBezTo>
                  <a:pt x="0" y="6172"/>
                  <a:pt x="367" y="7306"/>
                  <a:pt x="1134" y="8173"/>
                </a:cubicBezTo>
                <a:cubicBezTo>
                  <a:pt x="1902" y="9007"/>
                  <a:pt x="2936" y="9441"/>
                  <a:pt x="4203" y="9441"/>
                </a:cubicBezTo>
                <a:cubicBezTo>
                  <a:pt x="5504" y="9441"/>
                  <a:pt x="6505" y="9007"/>
                  <a:pt x="7272" y="8173"/>
                </a:cubicBezTo>
                <a:cubicBezTo>
                  <a:pt x="8039" y="7306"/>
                  <a:pt x="8440" y="6172"/>
                  <a:pt x="8440" y="4738"/>
                </a:cubicBezTo>
                <a:cubicBezTo>
                  <a:pt x="8440" y="3270"/>
                  <a:pt x="8039" y="2136"/>
                  <a:pt x="7272" y="1268"/>
                </a:cubicBezTo>
                <a:cubicBezTo>
                  <a:pt x="6505" y="435"/>
                  <a:pt x="5504" y="1"/>
                  <a:pt x="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48"/>
          <p:cNvSpPr/>
          <p:nvPr/>
        </p:nvSpPr>
        <p:spPr>
          <a:xfrm>
            <a:off x="3269973" y="2916209"/>
            <a:ext cx="105569" cy="105560"/>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48"/>
          <p:cNvSpPr/>
          <p:nvPr/>
        </p:nvSpPr>
        <p:spPr>
          <a:xfrm>
            <a:off x="3249519" y="2946921"/>
            <a:ext cx="44143" cy="44139"/>
          </a:xfrm>
          <a:custGeom>
            <a:avLst/>
            <a:gdLst/>
            <a:ahLst/>
            <a:cxnLst/>
            <a:rect l="l" t="t" r="r" b="b"/>
            <a:pathLst>
              <a:path w="1535" h="1535" extrusionOk="0">
                <a:moveTo>
                  <a:pt x="767" y="0"/>
                </a:moveTo>
                <a:cubicBezTo>
                  <a:pt x="334" y="0"/>
                  <a:pt x="0" y="367"/>
                  <a:pt x="0" y="768"/>
                </a:cubicBezTo>
                <a:cubicBezTo>
                  <a:pt x="0" y="1201"/>
                  <a:pt x="334" y="1535"/>
                  <a:pt x="767" y="1535"/>
                </a:cubicBezTo>
                <a:cubicBezTo>
                  <a:pt x="1201" y="1535"/>
                  <a:pt x="1535" y="1201"/>
                  <a:pt x="1535" y="768"/>
                </a:cubicBezTo>
                <a:cubicBezTo>
                  <a:pt x="1535" y="367"/>
                  <a:pt x="1201"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48"/>
          <p:cNvSpPr/>
          <p:nvPr/>
        </p:nvSpPr>
        <p:spPr>
          <a:xfrm>
            <a:off x="4537119" y="2916209"/>
            <a:ext cx="105540" cy="105560"/>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48"/>
          <p:cNvSpPr/>
          <p:nvPr/>
        </p:nvSpPr>
        <p:spPr>
          <a:xfrm>
            <a:off x="4542219" y="2946921"/>
            <a:ext cx="44172" cy="44139"/>
          </a:xfrm>
          <a:custGeom>
            <a:avLst/>
            <a:gdLst/>
            <a:ahLst/>
            <a:cxnLst/>
            <a:rect l="l" t="t" r="r" b="b"/>
            <a:pathLst>
              <a:path w="1536" h="1535" extrusionOk="0">
                <a:moveTo>
                  <a:pt x="768" y="0"/>
                </a:moveTo>
                <a:cubicBezTo>
                  <a:pt x="335" y="0"/>
                  <a:pt x="1" y="367"/>
                  <a:pt x="1" y="768"/>
                </a:cubicBezTo>
                <a:cubicBezTo>
                  <a:pt x="1" y="1201"/>
                  <a:pt x="335" y="1535"/>
                  <a:pt x="768" y="1535"/>
                </a:cubicBezTo>
                <a:cubicBezTo>
                  <a:pt x="1202" y="1535"/>
                  <a:pt x="1535" y="1201"/>
                  <a:pt x="1535" y="768"/>
                </a:cubicBezTo>
                <a:cubicBezTo>
                  <a:pt x="1535" y="367"/>
                  <a:pt x="1202"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48"/>
          <p:cNvSpPr/>
          <p:nvPr/>
        </p:nvSpPr>
        <p:spPr>
          <a:xfrm>
            <a:off x="5804265" y="2916209"/>
            <a:ext cx="105540" cy="105560"/>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48"/>
          <p:cNvSpPr/>
          <p:nvPr/>
        </p:nvSpPr>
        <p:spPr>
          <a:xfrm>
            <a:off x="5834948" y="2946921"/>
            <a:ext cx="44172" cy="44139"/>
          </a:xfrm>
          <a:custGeom>
            <a:avLst/>
            <a:gdLst/>
            <a:ahLst/>
            <a:cxnLst/>
            <a:rect l="l" t="t" r="r" b="b"/>
            <a:pathLst>
              <a:path w="1536" h="1535" extrusionOk="0">
                <a:moveTo>
                  <a:pt x="768" y="0"/>
                </a:moveTo>
                <a:cubicBezTo>
                  <a:pt x="334" y="0"/>
                  <a:pt x="1" y="367"/>
                  <a:pt x="1" y="768"/>
                </a:cubicBezTo>
                <a:cubicBezTo>
                  <a:pt x="1" y="1201"/>
                  <a:pt x="334" y="1535"/>
                  <a:pt x="768" y="1535"/>
                </a:cubicBezTo>
                <a:cubicBezTo>
                  <a:pt x="1202" y="1535"/>
                  <a:pt x="1535" y="1201"/>
                  <a:pt x="1535" y="768"/>
                </a:cubicBezTo>
                <a:cubicBezTo>
                  <a:pt x="1535" y="367"/>
                  <a:pt x="1202"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48"/>
          <p:cNvSpPr/>
          <p:nvPr/>
        </p:nvSpPr>
        <p:spPr>
          <a:xfrm>
            <a:off x="7071412" y="2916209"/>
            <a:ext cx="105540" cy="105560"/>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48"/>
          <p:cNvSpPr/>
          <p:nvPr/>
        </p:nvSpPr>
        <p:spPr>
          <a:xfrm rot="10800000" flipH="1">
            <a:off x="1938494" y="1486850"/>
            <a:ext cx="13221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377" name="Google Shape;3377;p48"/>
          <p:cNvSpPr txBox="1">
            <a:spLocks noGrp="1"/>
          </p:cNvSpPr>
          <p:nvPr>
            <p:ph type="ctrTitle" idx="4294967295"/>
          </p:nvPr>
        </p:nvSpPr>
        <p:spPr>
          <a:xfrm>
            <a:off x="1324394" y="1286792"/>
            <a:ext cx="2550300" cy="31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Font typeface="Arial"/>
              <a:buNone/>
            </a:pPr>
            <a:r>
              <a:rPr lang="en" sz="1800"/>
              <a:t>STRENGTHS</a:t>
            </a:r>
            <a:endParaRPr sz="1800"/>
          </a:p>
        </p:txBody>
      </p:sp>
      <p:sp>
        <p:nvSpPr>
          <p:cNvPr id="3378" name="Google Shape;3378;p48"/>
          <p:cNvSpPr txBox="1">
            <a:spLocks noGrp="1"/>
          </p:cNvSpPr>
          <p:nvPr>
            <p:ph type="subTitle" idx="4294967295"/>
          </p:nvPr>
        </p:nvSpPr>
        <p:spPr>
          <a:xfrm>
            <a:off x="1324394" y="1616221"/>
            <a:ext cx="2550300" cy="65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Jupiter is the biggest planet in the Solar System</a:t>
            </a:r>
            <a:endParaRPr>
              <a:solidFill>
                <a:schemeClr val="dk1"/>
              </a:solidFill>
            </a:endParaRPr>
          </a:p>
        </p:txBody>
      </p:sp>
      <p:sp>
        <p:nvSpPr>
          <p:cNvPr id="3379" name="Google Shape;3379;p48"/>
          <p:cNvSpPr/>
          <p:nvPr/>
        </p:nvSpPr>
        <p:spPr>
          <a:xfrm rot="10800000" flipH="1">
            <a:off x="4326298" y="1486850"/>
            <a:ext cx="17640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380" name="Google Shape;3380;p48"/>
          <p:cNvSpPr txBox="1">
            <a:spLocks noGrp="1"/>
          </p:cNvSpPr>
          <p:nvPr>
            <p:ph type="ctrTitle" idx="4294967295"/>
          </p:nvPr>
        </p:nvSpPr>
        <p:spPr>
          <a:xfrm>
            <a:off x="3933148" y="1286807"/>
            <a:ext cx="2550300" cy="31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Font typeface="Arial"/>
              <a:buNone/>
            </a:pPr>
            <a:r>
              <a:rPr lang="en" sz="1800"/>
              <a:t>OPPORTUNITIES</a:t>
            </a:r>
            <a:endParaRPr sz="1800"/>
          </a:p>
        </p:txBody>
      </p:sp>
      <p:sp>
        <p:nvSpPr>
          <p:cNvPr id="3381" name="Google Shape;3381;p48"/>
          <p:cNvSpPr txBox="1">
            <a:spLocks noGrp="1"/>
          </p:cNvSpPr>
          <p:nvPr>
            <p:ph type="subTitle" idx="4294967295"/>
          </p:nvPr>
        </p:nvSpPr>
        <p:spPr>
          <a:xfrm>
            <a:off x="3933148" y="1616236"/>
            <a:ext cx="2550300" cy="65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Venus has a beautiful name and is the second planet from the Sun</a:t>
            </a:r>
            <a:endParaRPr>
              <a:solidFill>
                <a:schemeClr val="dk1"/>
              </a:solidFill>
            </a:endParaRPr>
          </a:p>
        </p:txBody>
      </p:sp>
      <p:sp>
        <p:nvSpPr>
          <p:cNvPr id="3382" name="Google Shape;3382;p48"/>
          <p:cNvSpPr/>
          <p:nvPr/>
        </p:nvSpPr>
        <p:spPr>
          <a:xfrm rot="10800000" flipH="1">
            <a:off x="3167571" y="3817075"/>
            <a:ext cx="14727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383" name="Google Shape;3383;p48"/>
          <p:cNvSpPr txBox="1">
            <a:spLocks noGrp="1"/>
          </p:cNvSpPr>
          <p:nvPr>
            <p:ph type="ctrTitle" idx="4294967295"/>
          </p:nvPr>
        </p:nvSpPr>
        <p:spPr>
          <a:xfrm>
            <a:off x="2628771" y="3617006"/>
            <a:ext cx="2550300" cy="31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Font typeface="Arial"/>
              <a:buNone/>
            </a:pPr>
            <a:r>
              <a:rPr lang="en" sz="1800"/>
              <a:t>WEAKNESSES</a:t>
            </a:r>
            <a:endParaRPr sz="1800"/>
          </a:p>
        </p:txBody>
      </p:sp>
      <p:sp>
        <p:nvSpPr>
          <p:cNvPr id="3384" name="Google Shape;3384;p48"/>
          <p:cNvSpPr txBox="1">
            <a:spLocks noGrp="1"/>
          </p:cNvSpPr>
          <p:nvPr>
            <p:ph type="subTitle" idx="4294967295"/>
          </p:nvPr>
        </p:nvSpPr>
        <p:spPr>
          <a:xfrm>
            <a:off x="2628771" y="3946435"/>
            <a:ext cx="2550300" cy="65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Despite being red, Mars is a very cold place</a:t>
            </a:r>
            <a:endParaRPr>
              <a:solidFill>
                <a:schemeClr val="dk1"/>
              </a:solidFill>
            </a:endParaRPr>
          </a:p>
        </p:txBody>
      </p:sp>
      <p:sp>
        <p:nvSpPr>
          <p:cNvPr id="3385" name="Google Shape;3385;p48"/>
          <p:cNvSpPr/>
          <p:nvPr/>
        </p:nvSpPr>
        <p:spPr>
          <a:xfrm rot="10800000" flipH="1">
            <a:off x="6008825" y="3817075"/>
            <a:ext cx="1007700" cy="112500"/>
          </a:xfrm>
          <a:prstGeom prst="rect">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386" name="Google Shape;3386;p48"/>
          <p:cNvSpPr txBox="1">
            <a:spLocks noGrp="1"/>
          </p:cNvSpPr>
          <p:nvPr>
            <p:ph type="ctrTitle" idx="4294967295"/>
          </p:nvPr>
        </p:nvSpPr>
        <p:spPr>
          <a:xfrm>
            <a:off x="5237525" y="3617021"/>
            <a:ext cx="2550300" cy="31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Font typeface="Arial"/>
              <a:buNone/>
            </a:pPr>
            <a:r>
              <a:rPr lang="en" sz="1800"/>
              <a:t>THREATS</a:t>
            </a:r>
            <a:endParaRPr sz="1800"/>
          </a:p>
        </p:txBody>
      </p:sp>
      <p:sp>
        <p:nvSpPr>
          <p:cNvPr id="3387" name="Google Shape;3387;p48"/>
          <p:cNvSpPr txBox="1">
            <a:spLocks noGrp="1"/>
          </p:cNvSpPr>
          <p:nvPr>
            <p:ph type="subTitle" idx="4294967295"/>
          </p:nvPr>
        </p:nvSpPr>
        <p:spPr>
          <a:xfrm>
            <a:off x="5237525" y="3946450"/>
            <a:ext cx="2550300" cy="65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Saturn is composed mostly of hydrogen and helium</a:t>
            </a:r>
            <a:endParaRPr>
              <a:solidFill>
                <a:schemeClr val="dk1"/>
              </a:solidFill>
            </a:endParaRPr>
          </a:p>
        </p:txBody>
      </p:sp>
      <p:grpSp>
        <p:nvGrpSpPr>
          <p:cNvPr id="3388" name="Google Shape;3388;p48"/>
          <p:cNvGrpSpPr/>
          <p:nvPr/>
        </p:nvGrpSpPr>
        <p:grpSpPr>
          <a:xfrm>
            <a:off x="7194716" y="876036"/>
            <a:ext cx="593164" cy="1161172"/>
            <a:chOff x="4921825" y="870250"/>
            <a:chExt cx="407925" cy="798550"/>
          </a:xfrm>
        </p:grpSpPr>
        <p:sp>
          <p:nvSpPr>
            <p:cNvPr id="3389" name="Google Shape;3389;p48"/>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48"/>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48"/>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48"/>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48"/>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48"/>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48"/>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48"/>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48"/>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48"/>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48"/>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48"/>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48"/>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48"/>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48"/>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48"/>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48"/>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48"/>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48"/>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48"/>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8"/>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8"/>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8"/>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8"/>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8"/>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8"/>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8"/>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8"/>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8"/>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8"/>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9" name="Google Shape;3419;p48"/>
          <p:cNvGrpSpPr/>
          <p:nvPr/>
        </p:nvGrpSpPr>
        <p:grpSpPr>
          <a:xfrm>
            <a:off x="986691" y="3292748"/>
            <a:ext cx="593164" cy="1161172"/>
            <a:chOff x="4921825" y="870250"/>
            <a:chExt cx="407925" cy="798550"/>
          </a:xfrm>
        </p:grpSpPr>
        <p:sp>
          <p:nvSpPr>
            <p:cNvPr id="3420" name="Google Shape;3420;p48"/>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8"/>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8"/>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8"/>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8"/>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8"/>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8"/>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8"/>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8"/>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8"/>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8"/>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8"/>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8"/>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8"/>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8"/>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8"/>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8"/>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8"/>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8"/>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8"/>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8"/>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8"/>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8"/>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8"/>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8"/>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8"/>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8"/>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8"/>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8"/>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8"/>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0" name="Google Shape;3450;p48"/>
          <p:cNvGrpSpPr/>
          <p:nvPr/>
        </p:nvGrpSpPr>
        <p:grpSpPr>
          <a:xfrm flipH="1">
            <a:off x="-2332582" y="-2768752"/>
            <a:ext cx="4017967" cy="3644766"/>
            <a:chOff x="3166062" y="1034326"/>
            <a:chExt cx="6010422" cy="5452155"/>
          </a:xfrm>
        </p:grpSpPr>
        <p:sp>
          <p:nvSpPr>
            <p:cNvPr id="3451" name="Google Shape;3451;p48"/>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8"/>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3" name="Google Shape;3453;p48"/>
          <p:cNvGrpSpPr/>
          <p:nvPr/>
        </p:nvGrpSpPr>
        <p:grpSpPr>
          <a:xfrm>
            <a:off x="7691772" y="915764"/>
            <a:ext cx="3863499" cy="3798516"/>
            <a:chOff x="3133537" y="-308699"/>
            <a:chExt cx="6010422" cy="5452155"/>
          </a:xfrm>
        </p:grpSpPr>
        <p:sp>
          <p:nvSpPr>
            <p:cNvPr id="3454" name="Google Shape;3454;p48"/>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8"/>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3459"/>
        <p:cNvGrpSpPr/>
        <p:nvPr/>
      </p:nvGrpSpPr>
      <p:grpSpPr>
        <a:xfrm>
          <a:off x="0" y="0"/>
          <a:ext cx="0" cy="0"/>
          <a:chOff x="0" y="0"/>
          <a:chExt cx="0" cy="0"/>
        </a:xfrm>
      </p:grpSpPr>
      <p:sp>
        <p:nvSpPr>
          <p:cNvPr id="3460" name="Google Shape;3460;p49"/>
          <p:cNvSpPr/>
          <p:nvPr/>
        </p:nvSpPr>
        <p:spPr>
          <a:xfrm>
            <a:off x="6190400" y="4385875"/>
            <a:ext cx="2221500" cy="198000"/>
          </a:xfrm>
          <a:prstGeom prst="rect">
            <a:avLst/>
          </a:prstGeom>
          <a:solidFill>
            <a:srgbClr val="EFE4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9"/>
          <p:cNvSpPr/>
          <p:nvPr/>
        </p:nvSpPr>
        <p:spPr>
          <a:xfrm rot="5400000">
            <a:off x="1933925" y="-429000"/>
            <a:ext cx="160200" cy="24294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9"/>
          <p:cNvSpPr/>
          <p:nvPr/>
        </p:nvSpPr>
        <p:spPr>
          <a:xfrm rot="5400000">
            <a:off x="3182610" y="1621990"/>
            <a:ext cx="1412230" cy="1412230"/>
          </a:xfrm>
          <a:custGeom>
            <a:avLst/>
            <a:gdLst/>
            <a:ahLst/>
            <a:cxnLst/>
            <a:rect l="l" t="t" r="r" b="b"/>
            <a:pathLst>
              <a:path w="12243" h="12243" extrusionOk="0">
                <a:moveTo>
                  <a:pt x="1" y="1"/>
                </a:moveTo>
                <a:cubicBezTo>
                  <a:pt x="34" y="6772"/>
                  <a:pt x="5505" y="12243"/>
                  <a:pt x="12243" y="12243"/>
                </a:cubicBezTo>
                <a:lnTo>
                  <a:pt x="122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9"/>
          <p:cNvSpPr/>
          <p:nvPr/>
        </p:nvSpPr>
        <p:spPr>
          <a:xfrm>
            <a:off x="4595090" y="1808325"/>
            <a:ext cx="1222307" cy="1220075"/>
          </a:xfrm>
          <a:custGeom>
            <a:avLst/>
            <a:gdLst/>
            <a:ahLst/>
            <a:cxnLst/>
            <a:rect l="l" t="t" r="r" b="b"/>
            <a:pathLst>
              <a:path w="18615" h="18581" extrusionOk="0">
                <a:moveTo>
                  <a:pt x="1" y="0"/>
                </a:moveTo>
                <a:lnTo>
                  <a:pt x="1" y="18580"/>
                </a:lnTo>
                <a:lnTo>
                  <a:pt x="18614" y="18580"/>
                </a:lnTo>
                <a:cubicBezTo>
                  <a:pt x="18614" y="8306"/>
                  <a:pt x="10275"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9"/>
          <p:cNvSpPr/>
          <p:nvPr/>
        </p:nvSpPr>
        <p:spPr>
          <a:xfrm>
            <a:off x="3563476" y="1992310"/>
            <a:ext cx="1031689" cy="2061146"/>
          </a:xfrm>
          <a:custGeom>
            <a:avLst/>
            <a:gdLst/>
            <a:ahLst/>
            <a:cxnLst/>
            <a:rect l="l" t="t" r="r" b="b"/>
            <a:pathLst>
              <a:path w="15712" h="31390" extrusionOk="0">
                <a:moveTo>
                  <a:pt x="15712" y="0"/>
                </a:moveTo>
                <a:cubicBezTo>
                  <a:pt x="7039" y="0"/>
                  <a:pt x="1" y="7039"/>
                  <a:pt x="1" y="15712"/>
                </a:cubicBezTo>
                <a:cubicBezTo>
                  <a:pt x="1" y="24385"/>
                  <a:pt x="7039" y="31390"/>
                  <a:pt x="15712" y="31390"/>
                </a:cubicBezTo>
                <a:lnTo>
                  <a:pt x="1571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9"/>
          <p:cNvSpPr/>
          <p:nvPr/>
        </p:nvSpPr>
        <p:spPr>
          <a:xfrm>
            <a:off x="4599602" y="1998910"/>
            <a:ext cx="1031755" cy="2063313"/>
          </a:xfrm>
          <a:custGeom>
            <a:avLst/>
            <a:gdLst/>
            <a:ahLst/>
            <a:cxnLst/>
            <a:rect l="l" t="t" r="r" b="b"/>
            <a:pathLst>
              <a:path w="15713" h="31423" extrusionOk="0">
                <a:moveTo>
                  <a:pt x="1" y="0"/>
                </a:moveTo>
                <a:lnTo>
                  <a:pt x="1" y="31423"/>
                </a:lnTo>
                <a:cubicBezTo>
                  <a:pt x="8674" y="31423"/>
                  <a:pt x="15712" y="24385"/>
                  <a:pt x="15712" y="15712"/>
                </a:cubicBezTo>
                <a:cubicBezTo>
                  <a:pt x="15712" y="7039"/>
                  <a:pt x="8674" y="0"/>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9"/>
          <p:cNvSpPr/>
          <p:nvPr/>
        </p:nvSpPr>
        <p:spPr>
          <a:xfrm>
            <a:off x="3791257" y="2226658"/>
            <a:ext cx="1607746" cy="1605579"/>
          </a:xfrm>
          <a:custGeom>
            <a:avLst/>
            <a:gdLst/>
            <a:ahLst/>
            <a:cxnLst/>
            <a:rect l="l" t="t" r="r" b="b"/>
            <a:pathLst>
              <a:path w="24485" h="24452" extrusionOk="0">
                <a:moveTo>
                  <a:pt x="12243" y="1"/>
                </a:moveTo>
                <a:cubicBezTo>
                  <a:pt x="5505" y="1"/>
                  <a:pt x="1" y="5471"/>
                  <a:pt x="1" y="12243"/>
                </a:cubicBezTo>
                <a:cubicBezTo>
                  <a:pt x="1" y="18981"/>
                  <a:pt x="5505" y="24452"/>
                  <a:pt x="12243" y="24452"/>
                </a:cubicBezTo>
                <a:cubicBezTo>
                  <a:pt x="19014" y="24452"/>
                  <a:pt x="24485" y="18981"/>
                  <a:pt x="24485" y="12243"/>
                </a:cubicBezTo>
                <a:cubicBezTo>
                  <a:pt x="24485" y="5471"/>
                  <a:pt x="19014" y="1"/>
                  <a:pt x="122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9"/>
          <p:cNvSpPr/>
          <p:nvPr/>
        </p:nvSpPr>
        <p:spPr>
          <a:xfrm>
            <a:off x="3977474" y="2419724"/>
            <a:ext cx="1237541" cy="1218433"/>
          </a:xfrm>
          <a:custGeom>
            <a:avLst/>
            <a:gdLst/>
            <a:ahLst/>
            <a:cxnLst/>
            <a:rect l="l" t="t" r="r" b="b"/>
            <a:pathLst>
              <a:path w="18847" h="18556" extrusionOk="0">
                <a:moveTo>
                  <a:pt x="9414" y="1"/>
                </a:moveTo>
                <a:cubicBezTo>
                  <a:pt x="9312" y="1"/>
                  <a:pt x="9209" y="2"/>
                  <a:pt x="9107" y="6"/>
                </a:cubicBezTo>
                <a:cubicBezTo>
                  <a:pt x="4003" y="173"/>
                  <a:pt x="0" y="4442"/>
                  <a:pt x="134" y="9579"/>
                </a:cubicBezTo>
                <a:cubicBezTo>
                  <a:pt x="298" y="14600"/>
                  <a:pt x="4433" y="18556"/>
                  <a:pt x="9458" y="18556"/>
                </a:cubicBezTo>
                <a:cubicBezTo>
                  <a:pt x="9541" y="18556"/>
                  <a:pt x="9624" y="18555"/>
                  <a:pt x="9707" y="18552"/>
                </a:cubicBezTo>
                <a:cubicBezTo>
                  <a:pt x="14811" y="18386"/>
                  <a:pt x="18847" y="14116"/>
                  <a:pt x="18680" y="8979"/>
                </a:cubicBezTo>
                <a:cubicBezTo>
                  <a:pt x="18517" y="3977"/>
                  <a:pt x="14413" y="1"/>
                  <a:pt x="94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468" name="Google Shape;3468;p49"/>
          <p:cNvCxnSpPr/>
          <p:nvPr/>
        </p:nvCxnSpPr>
        <p:spPr>
          <a:xfrm>
            <a:off x="4953721" y="1895749"/>
            <a:ext cx="1422900" cy="0"/>
          </a:xfrm>
          <a:prstGeom prst="straightConnector1">
            <a:avLst/>
          </a:prstGeom>
          <a:noFill/>
          <a:ln w="19050" cap="flat" cmpd="sng">
            <a:solidFill>
              <a:srgbClr val="999999"/>
            </a:solidFill>
            <a:prstDash val="solid"/>
            <a:round/>
            <a:headEnd type="none" w="med" len="med"/>
            <a:tailEnd type="oval" w="med" len="med"/>
          </a:ln>
        </p:spPr>
      </p:cxnSp>
      <p:cxnSp>
        <p:nvCxnSpPr>
          <p:cNvPr id="3469" name="Google Shape;3469;p49"/>
          <p:cNvCxnSpPr/>
          <p:nvPr/>
        </p:nvCxnSpPr>
        <p:spPr>
          <a:xfrm>
            <a:off x="5925825" y="3030563"/>
            <a:ext cx="410400" cy="0"/>
          </a:xfrm>
          <a:prstGeom prst="straightConnector1">
            <a:avLst/>
          </a:prstGeom>
          <a:noFill/>
          <a:ln w="19050" cap="flat" cmpd="sng">
            <a:solidFill>
              <a:srgbClr val="666666"/>
            </a:solidFill>
            <a:prstDash val="solid"/>
            <a:round/>
            <a:headEnd type="none" w="med" len="med"/>
            <a:tailEnd type="oval" w="med" len="med"/>
          </a:ln>
        </p:spPr>
      </p:cxnSp>
      <p:cxnSp>
        <p:nvCxnSpPr>
          <p:cNvPr id="3470" name="Google Shape;3470;p49"/>
          <p:cNvCxnSpPr/>
          <p:nvPr/>
        </p:nvCxnSpPr>
        <p:spPr>
          <a:xfrm>
            <a:off x="2812625" y="2134475"/>
            <a:ext cx="2141100" cy="0"/>
          </a:xfrm>
          <a:prstGeom prst="straightConnector1">
            <a:avLst/>
          </a:prstGeom>
          <a:noFill/>
          <a:ln w="19050" cap="flat" cmpd="sng">
            <a:solidFill>
              <a:srgbClr val="E6B8AF"/>
            </a:solidFill>
            <a:prstDash val="solid"/>
            <a:round/>
            <a:headEnd type="oval" w="med" len="med"/>
            <a:tailEnd type="none" w="med" len="med"/>
          </a:ln>
        </p:spPr>
      </p:cxnSp>
      <p:cxnSp>
        <p:nvCxnSpPr>
          <p:cNvPr id="3471" name="Google Shape;3471;p49"/>
          <p:cNvCxnSpPr/>
          <p:nvPr/>
        </p:nvCxnSpPr>
        <p:spPr>
          <a:xfrm>
            <a:off x="2763025" y="2921350"/>
            <a:ext cx="1180800" cy="0"/>
          </a:xfrm>
          <a:prstGeom prst="straightConnector1">
            <a:avLst/>
          </a:prstGeom>
          <a:noFill/>
          <a:ln w="19050" cap="flat" cmpd="sng">
            <a:solidFill>
              <a:srgbClr val="DD7E6B"/>
            </a:solidFill>
            <a:prstDash val="solid"/>
            <a:round/>
            <a:headEnd type="oval" w="med" len="med"/>
            <a:tailEnd type="none" w="med" len="med"/>
          </a:ln>
        </p:spPr>
      </p:cxnSp>
      <p:sp>
        <p:nvSpPr>
          <p:cNvPr id="3472" name="Google Shape;3472;p49"/>
          <p:cNvSpPr txBox="1"/>
          <p:nvPr/>
        </p:nvSpPr>
        <p:spPr>
          <a:xfrm>
            <a:off x="5817400" y="4237350"/>
            <a:ext cx="2592600" cy="383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3000">
                <a:solidFill>
                  <a:schemeClr val="dk1"/>
                </a:solidFill>
                <a:latin typeface="Questrial"/>
                <a:ea typeface="Questrial"/>
                <a:cs typeface="Questrial"/>
                <a:sym typeface="Questrial"/>
              </a:rPr>
              <a:t>LONG TERM</a:t>
            </a:r>
            <a:endParaRPr sz="3000">
              <a:solidFill>
                <a:schemeClr val="dk1"/>
              </a:solidFill>
              <a:latin typeface="Questrial"/>
              <a:ea typeface="Questrial"/>
              <a:cs typeface="Questrial"/>
              <a:sym typeface="Questrial"/>
            </a:endParaRPr>
          </a:p>
        </p:txBody>
      </p:sp>
      <p:sp>
        <p:nvSpPr>
          <p:cNvPr id="3473" name="Google Shape;3473;p49"/>
          <p:cNvSpPr/>
          <p:nvPr/>
        </p:nvSpPr>
        <p:spPr>
          <a:xfrm rot="10800000" flipH="1">
            <a:off x="6478371" y="1839500"/>
            <a:ext cx="879300" cy="112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9"/>
          <p:cNvSpPr txBox="1">
            <a:spLocks noGrp="1"/>
          </p:cNvSpPr>
          <p:nvPr>
            <p:ph type="ctrTitle" idx="4294967295"/>
          </p:nvPr>
        </p:nvSpPr>
        <p:spPr>
          <a:xfrm>
            <a:off x="6396035" y="1604688"/>
            <a:ext cx="20538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sz="1800"/>
              <a:t>GOAL 3</a:t>
            </a:r>
            <a:endParaRPr sz="1800"/>
          </a:p>
        </p:txBody>
      </p:sp>
      <p:sp>
        <p:nvSpPr>
          <p:cNvPr id="3475" name="Google Shape;3475;p49"/>
          <p:cNvSpPr txBox="1">
            <a:spLocks noGrp="1"/>
          </p:cNvSpPr>
          <p:nvPr>
            <p:ph type="subTitle" idx="4294967295"/>
          </p:nvPr>
        </p:nvSpPr>
        <p:spPr>
          <a:xfrm>
            <a:off x="6395944" y="1923888"/>
            <a:ext cx="2053800" cy="65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very high temperatures</a:t>
            </a:r>
            <a:endParaRPr/>
          </a:p>
        </p:txBody>
      </p:sp>
      <p:sp>
        <p:nvSpPr>
          <p:cNvPr id="3476" name="Google Shape;3476;p49"/>
          <p:cNvSpPr/>
          <p:nvPr/>
        </p:nvSpPr>
        <p:spPr>
          <a:xfrm rot="10800000" flipH="1">
            <a:off x="6451575" y="2994325"/>
            <a:ext cx="8784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9"/>
          <p:cNvSpPr txBox="1">
            <a:spLocks noGrp="1"/>
          </p:cNvSpPr>
          <p:nvPr>
            <p:ph type="ctrTitle" idx="4294967295"/>
          </p:nvPr>
        </p:nvSpPr>
        <p:spPr>
          <a:xfrm>
            <a:off x="6376716" y="2778425"/>
            <a:ext cx="2053800" cy="31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sz="1800"/>
              <a:t>GOAL 4</a:t>
            </a:r>
            <a:endParaRPr sz="1800"/>
          </a:p>
        </p:txBody>
      </p:sp>
      <p:sp>
        <p:nvSpPr>
          <p:cNvPr id="3478" name="Google Shape;3478;p49"/>
          <p:cNvSpPr txBox="1">
            <a:spLocks noGrp="1"/>
          </p:cNvSpPr>
          <p:nvPr>
            <p:ph type="subTitle" idx="4294967295"/>
          </p:nvPr>
        </p:nvSpPr>
        <p:spPr>
          <a:xfrm>
            <a:off x="6376625" y="3097625"/>
            <a:ext cx="2053800" cy="65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composed of hydrogen and helium</a:t>
            </a:r>
            <a:endParaRPr/>
          </a:p>
        </p:txBody>
      </p:sp>
      <p:sp>
        <p:nvSpPr>
          <p:cNvPr id="3479" name="Google Shape;3479;p49"/>
          <p:cNvSpPr/>
          <p:nvPr/>
        </p:nvSpPr>
        <p:spPr>
          <a:xfrm rot="10800000" flipH="1">
            <a:off x="1760099" y="1839500"/>
            <a:ext cx="8628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480" name="Google Shape;3480;p49"/>
          <p:cNvSpPr txBox="1">
            <a:spLocks noGrp="1"/>
          </p:cNvSpPr>
          <p:nvPr>
            <p:ph type="ctrTitle" idx="4294967295"/>
          </p:nvPr>
        </p:nvSpPr>
        <p:spPr>
          <a:xfrm>
            <a:off x="715148" y="1604688"/>
            <a:ext cx="2053800" cy="319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Font typeface="Arial"/>
              <a:buNone/>
            </a:pPr>
            <a:r>
              <a:rPr lang="en" sz="1800"/>
              <a:t>GOAL 1</a:t>
            </a:r>
            <a:endParaRPr sz="1800"/>
          </a:p>
        </p:txBody>
      </p:sp>
      <p:sp>
        <p:nvSpPr>
          <p:cNvPr id="3481" name="Google Shape;3481;p49"/>
          <p:cNvSpPr txBox="1">
            <a:spLocks noGrp="1"/>
          </p:cNvSpPr>
          <p:nvPr>
            <p:ph type="subTitle" idx="4294967295"/>
          </p:nvPr>
        </p:nvSpPr>
        <p:spPr>
          <a:xfrm>
            <a:off x="715057" y="1923888"/>
            <a:ext cx="2053800" cy="650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Jupiter is the biggest planet in the Solar System</a:t>
            </a:r>
            <a:endParaRPr/>
          </a:p>
        </p:txBody>
      </p:sp>
      <p:sp>
        <p:nvSpPr>
          <p:cNvPr id="3482" name="Google Shape;3482;p49"/>
          <p:cNvSpPr/>
          <p:nvPr/>
        </p:nvSpPr>
        <p:spPr>
          <a:xfrm rot="10800000" flipH="1">
            <a:off x="1792321" y="2994325"/>
            <a:ext cx="8376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483" name="Google Shape;3483;p49"/>
          <p:cNvSpPr txBox="1">
            <a:spLocks noGrp="1"/>
          </p:cNvSpPr>
          <p:nvPr>
            <p:ph type="ctrTitle" idx="4294967295"/>
          </p:nvPr>
        </p:nvSpPr>
        <p:spPr>
          <a:xfrm>
            <a:off x="715191" y="2778425"/>
            <a:ext cx="2053800" cy="319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Font typeface="Arial"/>
              <a:buNone/>
            </a:pPr>
            <a:r>
              <a:rPr lang="en" sz="1800"/>
              <a:t>GOAL 2</a:t>
            </a:r>
            <a:endParaRPr sz="1800"/>
          </a:p>
        </p:txBody>
      </p:sp>
      <p:sp>
        <p:nvSpPr>
          <p:cNvPr id="3484" name="Google Shape;3484;p49"/>
          <p:cNvSpPr txBox="1">
            <a:spLocks noGrp="1"/>
          </p:cNvSpPr>
          <p:nvPr>
            <p:ph type="subTitle" idx="4294967295"/>
          </p:nvPr>
        </p:nvSpPr>
        <p:spPr>
          <a:xfrm>
            <a:off x="715100" y="3097625"/>
            <a:ext cx="2053800" cy="650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Despite being red, Mars is actually a very cold planet</a:t>
            </a:r>
            <a:endParaRPr/>
          </a:p>
        </p:txBody>
      </p:sp>
      <p:sp>
        <p:nvSpPr>
          <p:cNvPr id="3485" name="Google Shape;3485;p49"/>
          <p:cNvSpPr txBox="1"/>
          <p:nvPr/>
        </p:nvSpPr>
        <p:spPr>
          <a:xfrm>
            <a:off x="715100" y="547700"/>
            <a:ext cx="2592600" cy="38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3000">
                <a:solidFill>
                  <a:schemeClr val="dk1"/>
                </a:solidFill>
                <a:latin typeface="Questrial"/>
                <a:ea typeface="Questrial"/>
                <a:cs typeface="Questrial"/>
                <a:sym typeface="Questrial"/>
              </a:rPr>
              <a:t>SHORT TERM</a:t>
            </a:r>
            <a:endParaRPr sz="3000">
              <a:solidFill>
                <a:schemeClr val="dk1"/>
              </a:solidFill>
              <a:latin typeface="Questrial"/>
              <a:ea typeface="Questrial"/>
              <a:cs typeface="Questrial"/>
              <a:sym typeface="Questrial"/>
            </a:endParaRPr>
          </a:p>
        </p:txBody>
      </p:sp>
      <p:sp>
        <p:nvSpPr>
          <p:cNvPr id="3486" name="Google Shape;3486;p49"/>
          <p:cNvSpPr/>
          <p:nvPr/>
        </p:nvSpPr>
        <p:spPr>
          <a:xfrm rot="10800000" flipH="1">
            <a:off x="6664899" y="-45"/>
            <a:ext cx="2479201" cy="1409742"/>
          </a:xfrm>
          <a:custGeom>
            <a:avLst/>
            <a:gdLst/>
            <a:ahLst/>
            <a:cxnLst/>
            <a:rect l="l" t="t" r="r" b="b"/>
            <a:pathLst>
              <a:path w="116586" h="66294" extrusionOk="0">
                <a:moveTo>
                  <a:pt x="116586" y="0"/>
                </a:moveTo>
                <a:lnTo>
                  <a:pt x="0" y="66294"/>
                </a:lnTo>
                <a:lnTo>
                  <a:pt x="116586" y="66294"/>
                </a:lnTo>
                <a:close/>
              </a:path>
            </a:pathLst>
          </a:custGeom>
          <a:solidFill>
            <a:schemeClr val="accent2"/>
          </a:solidFill>
          <a:ln>
            <a:noFill/>
          </a:ln>
        </p:spPr>
        <p:txBody>
          <a:bodyPr/>
          <a:lstStyle/>
          <a:p>
            <a:endParaRPr lang="en-US"/>
          </a:p>
        </p:txBody>
      </p:sp>
      <p:sp>
        <p:nvSpPr>
          <p:cNvPr id="3487" name="Google Shape;3487;p49"/>
          <p:cNvSpPr/>
          <p:nvPr/>
        </p:nvSpPr>
        <p:spPr>
          <a:xfrm flipH="1">
            <a:off x="-44" y="3957348"/>
            <a:ext cx="2086015" cy="1186165"/>
          </a:xfrm>
          <a:custGeom>
            <a:avLst/>
            <a:gdLst/>
            <a:ahLst/>
            <a:cxnLst/>
            <a:rect l="l" t="t" r="r" b="b"/>
            <a:pathLst>
              <a:path w="116586" h="66294" extrusionOk="0">
                <a:moveTo>
                  <a:pt x="116586" y="0"/>
                </a:moveTo>
                <a:lnTo>
                  <a:pt x="0" y="66294"/>
                </a:lnTo>
                <a:lnTo>
                  <a:pt x="116586" y="66294"/>
                </a:lnTo>
                <a:close/>
              </a:path>
            </a:pathLst>
          </a:custGeom>
          <a:solidFill>
            <a:schemeClr val="accent1"/>
          </a:solidFill>
          <a:ln>
            <a:noFill/>
          </a:ln>
        </p:spPr>
        <p:txBody>
          <a:bodyPr/>
          <a:lstStyle/>
          <a:p>
            <a:endParaRPr lang="en-US"/>
          </a:p>
        </p:txBody>
      </p:sp>
      <p:grpSp>
        <p:nvGrpSpPr>
          <p:cNvPr id="3488" name="Google Shape;3488;p49"/>
          <p:cNvGrpSpPr/>
          <p:nvPr/>
        </p:nvGrpSpPr>
        <p:grpSpPr>
          <a:xfrm>
            <a:off x="4863366" y="223423"/>
            <a:ext cx="593164" cy="1161172"/>
            <a:chOff x="4921825" y="870250"/>
            <a:chExt cx="407925" cy="798550"/>
          </a:xfrm>
        </p:grpSpPr>
        <p:sp>
          <p:nvSpPr>
            <p:cNvPr id="3489" name="Google Shape;3489;p49"/>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9"/>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9"/>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9"/>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9"/>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9"/>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9"/>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9"/>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9"/>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9"/>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9"/>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9"/>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9"/>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9"/>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9"/>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9"/>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9"/>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9"/>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9"/>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9"/>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9"/>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9"/>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9"/>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9"/>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9"/>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9"/>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9"/>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9"/>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9"/>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9"/>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9" name="Google Shape;3519;p49"/>
          <p:cNvGrpSpPr/>
          <p:nvPr/>
        </p:nvGrpSpPr>
        <p:grpSpPr>
          <a:xfrm>
            <a:off x="2714541" y="3884973"/>
            <a:ext cx="593164" cy="1161172"/>
            <a:chOff x="4921825" y="870250"/>
            <a:chExt cx="407925" cy="798550"/>
          </a:xfrm>
        </p:grpSpPr>
        <p:sp>
          <p:nvSpPr>
            <p:cNvPr id="3520" name="Google Shape;3520;p49"/>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9"/>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9"/>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9"/>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9"/>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9"/>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9"/>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9"/>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9"/>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9"/>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9"/>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9"/>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9"/>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9"/>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9"/>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9"/>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9"/>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9"/>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9"/>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9"/>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9"/>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9"/>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9"/>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9"/>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9"/>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9"/>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9"/>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9"/>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9"/>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9"/>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49"/>
          <p:cNvGrpSpPr/>
          <p:nvPr/>
        </p:nvGrpSpPr>
        <p:grpSpPr>
          <a:xfrm>
            <a:off x="4333005" y="2698749"/>
            <a:ext cx="526479" cy="660384"/>
            <a:chOff x="755071" y="1719000"/>
            <a:chExt cx="318018" cy="398903"/>
          </a:xfrm>
        </p:grpSpPr>
        <p:sp>
          <p:nvSpPr>
            <p:cNvPr id="3551" name="Google Shape;3551;p49"/>
            <p:cNvSpPr/>
            <p:nvPr/>
          </p:nvSpPr>
          <p:spPr>
            <a:xfrm>
              <a:off x="755071" y="1719000"/>
              <a:ext cx="318018" cy="398903"/>
            </a:xfrm>
            <a:custGeom>
              <a:avLst/>
              <a:gdLst/>
              <a:ahLst/>
              <a:cxnLst/>
              <a:rect l="l" t="t" r="r" b="b"/>
              <a:pathLst>
                <a:path w="9503" h="11920" extrusionOk="0">
                  <a:moveTo>
                    <a:pt x="5438" y="432"/>
                  </a:moveTo>
                  <a:cubicBezTo>
                    <a:pt x="5554" y="432"/>
                    <a:pt x="5668" y="474"/>
                    <a:pt x="5739" y="560"/>
                  </a:cubicBezTo>
                  <a:cubicBezTo>
                    <a:pt x="5888" y="727"/>
                    <a:pt x="6094" y="822"/>
                    <a:pt x="6302" y="822"/>
                  </a:cubicBezTo>
                  <a:cubicBezTo>
                    <a:pt x="6361" y="822"/>
                    <a:pt x="6420" y="814"/>
                    <a:pt x="6478" y="798"/>
                  </a:cubicBezTo>
                  <a:cubicBezTo>
                    <a:pt x="6500" y="796"/>
                    <a:pt x="6521" y="795"/>
                    <a:pt x="6543" y="795"/>
                  </a:cubicBezTo>
                  <a:cubicBezTo>
                    <a:pt x="6735" y="795"/>
                    <a:pt x="6916" y="887"/>
                    <a:pt x="7002" y="1037"/>
                  </a:cubicBezTo>
                  <a:cubicBezTo>
                    <a:pt x="7121" y="1298"/>
                    <a:pt x="7359" y="1465"/>
                    <a:pt x="7621" y="1489"/>
                  </a:cubicBezTo>
                  <a:cubicBezTo>
                    <a:pt x="7835" y="1513"/>
                    <a:pt x="7978" y="1680"/>
                    <a:pt x="8002" y="1894"/>
                  </a:cubicBezTo>
                  <a:cubicBezTo>
                    <a:pt x="8026" y="2156"/>
                    <a:pt x="8216" y="2394"/>
                    <a:pt x="8454" y="2513"/>
                  </a:cubicBezTo>
                  <a:cubicBezTo>
                    <a:pt x="8621" y="2608"/>
                    <a:pt x="8740" y="2799"/>
                    <a:pt x="8692" y="3013"/>
                  </a:cubicBezTo>
                  <a:cubicBezTo>
                    <a:pt x="8621" y="3275"/>
                    <a:pt x="8716" y="3585"/>
                    <a:pt x="8931" y="3751"/>
                  </a:cubicBezTo>
                  <a:cubicBezTo>
                    <a:pt x="9073" y="3894"/>
                    <a:pt x="9097" y="4109"/>
                    <a:pt x="9026" y="4299"/>
                  </a:cubicBezTo>
                  <a:cubicBezTo>
                    <a:pt x="8859" y="4537"/>
                    <a:pt x="8859" y="4823"/>
                    <a:pt x="9026" y="5061"/>
                  </a:cubicBezTo>
                  <a:cubicBezTo>
                    <a:pt x="9097" y="5252"/>
                    <a:pt x="9073" y="5490"/>
                    <a:pt x="8931" y="5609"/>
                  </a:cubicBezTo>
                  <a:cubicBezTo>
                    <a:pt x="8716" y="5776"/>
                    <a:pt x="8621" y="6085"/>
                    <a:pt x="8692" y="6347"/>
                  </a:cubicBezTo>
                  <a:cubicBezTo>
                    <a:pt x="8716" y="6561"/>
                    <a:pt x="8621" y="6776"/>
                    <a:pt x="8454" y="6847"/>
                  </a:cubicBezTo>
                  <a:cubicBezTo>
                    <a:pt x="8216" y="6966"/>
                    <a:pt x="8026" y="7204"/>
                    <a:pt x="8002" y="7466"/>
                  </a:cubicBezTo>
                  <a:cubicBezTo>
                    <a:pt x="7978" y="7681"/>
                    <a:pt x="7835" y="7824"/>
                    <a:pt x="7621" y="7871"/>
                  </a:cubicBezTo>
                  <a:cubicBezTo>
                    <a:pt x="7359" y="7895"/>
                    <a:pt x="7121" y="8062"/>
                    <a:pt x="7002" y="8324"/>
                  </a:cubicBezTo>
                  <a:cubicBezTo>
                    <a:pt x="6921" y="8465"/>
                    <a:pt x="6754" y="8572"/>
                    <a:pt x="6574" y="8572"/>
                  </a:cubicBezTo>
                  <a:cubicBezTo>
                    <a:pt x="6542" y="8572"/>
                    <a:pt x="6510" y="8569"/>
                    <a:pt x="6478" y="8562"/>
                  </a:cubicBezTo>
                  <a:cubicBezTo>
                    <a:pt x="6420" y="8546"/>
                    <a:pt x="6361" y="8538"/>
                    <a:pt x="6302" y="8538"/>
                  </a:cubicBezTo>
                  <a:cubicBezTo>
                    <a:pt x="6094" y="8538"/>
                    <a:pt x="5888" y="8633"/>
                    <a:pt x="5739" y="8800"/>
                  </a:cubicBezTo>
                  <a:cubicBezTo>
                    <a:pt x="5654" y="8886"/>
                    <a:pt x="5542" y="8929"/>
                    <a:pt x="5431" y="8929"/>
                  </a:cubicBezTo>
                  <a:cubicBezTo>
                    <a:pt x="5356" y="8929"/>
                    <a:pt x="5282" y="8910"/>
                    <a:pt x="5216" y="8871"/>
                  </a:cubicBezTo>
                  <a:cubicBezTo>
                    <a:pt x="5096" y="8824"/>
                    <a:pt x="4930" y="8800"/>
                    <a:pt x="4811" y="8800"/>
                  </a:cubicBezTo>
                  <a:cubicBezTo>
                    <a:pt x="4668" y="8800"/>
                    <a:pt x="4549" y="8824"/>
                    <a:pt x="4430" y="8871"/>
                  </a:cubicBezTo>
                  <a:cubicBezTo>
                    <a:pt x="4363" y="8910"/>
                    <a:pt x="4285" y="8929"/>
                    <a:pt x="4207" y="8929"/>
                  </a:cubicBezTo>
                  <a:cubicBezTo>
                    <a:pt x="4091" y="8929"/>
                    <a:pt x="3977" y="8886"/>
                    <a:pt x="3906" y="8800"/>
                  </a:cubicBezTo>
                  <a:cubicBezTo>
                    <a:pt x="3757" y="8633"/>
                    <a:pt x="3551" y="8538"/>
                    <a:pt x="3332" y="8538"/>
                  </a:cubicBezTo>
                  <a:cubicBezTo>
                    <a:pt x="3270" y="8538"/>
                    <a:pt x="3207" y="8546"/>
                    <a:pt x="3144" y="8562"/>
                  </a:cubicBezTo>
                  <a:cubicBezTo>
                    <a:pt x="3124" y="8564"/>
                    <a:pt x="3105" y="8565"/>
                    <a:pt x="3085" y="8565"/>
                  </a:cubicBezTo>
                  <a:cubicBezTo>
                    <a:pt x="2911" y="8565"/>
                    <a:pt x="2729" y="8473"/>
                    <a:pt x="2644" y="8324"/>
                  </a:cubicBezTo>
                  <a:cubicBezTo>
                    <a:pt x="2524" y="8062"/>
                    <a:pt x="2286" y="7895"/>
                    <a:pt x="2024" y="7871"/>
                  </a:cubicBezTo>
                  <a:cubicBezTo>
                    <a:pt x="1810" y="7847"/>
                    <a:pt x="1667" y="7681"/>
                    <a:pt x="1643" y="7466"/>
                  </a:cubicBezTo>
                  <a:cubicBezTo>
                    <a:pt x="1596" y="7204"/>
                    <a:pt x="1429" y="6966"/>
                    <a:pt x="1191" y="6847"/>
                  </a:cubicBezTo>
                  <a:cubicBezTo>
                    <a:pt x="1000" y="6752"/>
                    <a:pt x="881" y="6561"/>
                    <a:pt x="953" y="6347"/>
                  </a:cubicBezTo>
                  <a:cubicBezTo>
                    <a:pt x="1000" y="6085"/>
                    <a:pt x="929" y="5776"/>
                    <a:pt x="715" y="5609"/>
                  </a:cubicBezTo>
                  <a:cubicBezTo>
                    <a:pt x="572" y="5466"/>
                    <a:pt x="524" y="5252"/>
                    <a:pt x="619" y="5061"/>
                  </a:cubicBezTo>
                  <a:cubicBezTo>
                    <a:pt x="762" y="4823"/>
                    <a:pt x="762" y="4537"/>
                    <a:pt x="619" y="4299"/>
                  </a:cubicBezTo>
                  <a:cubicBezTo>
                    <a:pt x="524" y="4109"/>
                    <a:pt x="572" y="3870"/>
                    <a:pt x="715" y="3751"/>
                  </a:cubicBezTo>
                  <a:cubicBezTo>
                    <a:pt x="929" y="3585"/>
                    <a:pt x="1000" y="3275"/>
                    <a:pt x="953" y="3013"/>
                  </a:cubicBezTo>
                  <a:cubicBezTo>
                    <a:pt x="929" y="2799"/>
                    <a:pt x="1000" y="2584"/>
                    <a:pt x="1191" y="2513"/>
                  </a:cubicBezTo>
                  <a:cubicBezTo>
                    <a:pt x="1429" y="2394"/>
                    <a:pt x="1596" y="2156"/>
                    <a:pt x="1643" y="1894"/>
                  </a:cubicBezTo>
                  <a:cubicBezTo>
                    <a:pt x="1667" y="1680"/>
                    <a:pt x="1810" y="1537"/>
                    <a:pt x="2024" y="1489"/>
                  </a:cubicBezTo>
                  <a:cubicBezTo>
                    <a:pt x="2286" y="1465"/>
                    <a:pt x="2524" y="1298"/>
                    <a:pt x="2644" y="1037"/>
                  </a:cubicBezTo>
                  <a:cubicBezTo>
                    <a:pt x="2724" y="895"/>
                    <a:pt x="2891" y="788"/>
                    <a:pt x="3056" y="788"/>
                  </a:cubicBezTo>
                  <a:cubicBezTo>
                    <a:pt x="3086" y="788"/>
                    <a:pt x="3115" y="791"/>
                    <a:pt x="3144" y="798"/>
                  </a:cubicBezTo>
                  <a:cubicBezTo>
                    <a:pt x="3207" y="814"/>
                    <a:pt x="3270" y="822"/>
                    <a:pt x="3332" y="822"/>
                  </a:cubicBezTo>
                  <a:cubicBezTo>
                    <a:pt x="3551" y="822"/>
                    <a:pt x="3757" y="727"/>
                    <a:pt x="3906" y="560"/>
                  </a:cubicBezTo>
                  <a:cubicBezTo>
                    <a:pt x="3991" y="474"/>
                    <a:pt x="4103" y="432"/>
                    <a:pt x="4214" y="432"/>
                  </a:cubicBezTo>
                  <a:cubicBezTo>
                    <a:pt x="4289" y="432"/>
                    <a:pt x="4363" y="451"/>
                    <a:pt x="4430" y="489"/>
                  </a:cubicBezTo>
                  <a:cubicBezTo>
                    <a:pt x="4549" y="560"/>
                    <a:pt x="4686" y="596"/>
                    <a:pt x="4823" y="596"/>
                  </a:cubicBezTo>
                  <a:cubicBezTo>
                    <a:pt x="4960" y="596"/>
                    <a:pt x="5096" y="560"/>
                    <a:pt x="5216" y="489"/>
                  </a:cubicBezTo>
                  <a:cubicBezTo>
                    <a:pt x="5282" y="451"/>
                    <a:pt x="5360" y="432"/>
                    <a:pt x="5438" y="432"/>
                  </a:cubicBezTo>
                  <a:close/>
                  <a:moveTo>
                    <a:pt x="7502" y="8228"/>
                  </a:moveTo>
                  <a:lnTo>
                    <a:pt x="8597" y="10586"/>
                  </a:lnTo>
                  <a:lnTo>
                    <a:pt x="7621" y="10515"/>
                  </a:lnTo>
                  <a:cubicBezTo>
                    <a:pt x="7549" y="10515"/>
                    <a:pt x="7502" y="10538"/>
                    <a:pt x="7478" y="10586"/>
                  </a:cubicBezTo>
                  <a:lnTo>
                    <a:pt x="6906" y="11372"/>
                  </a:lnTo>
                  <a:lnTo>
                    <a:pt x="5835" y="9181"/>
                  </a:lnTo>
                  <a:cubicBezTo>
                    <a:pt x="5882" y="9157"/>
                    <a:pt x="5954" y="9086"/>
                    <a:pt x="5978" y="9062"/>
                  </a:cubicBezTo>
                  <a:cubicBezTo>
                    <a:pt x="6071" y="8968"/>
                    <a:pt x="6180" y="8904"/>
                    <a:pt x="6303" y="8904"/>
                  </a:cubicBezTo>
                  <a:cubicBezTo>
                    <a:pt x="6336" y="8904"/>
                    <a:pt x="6371" y="8909"/>
                    <a:pt x="6406" y="8919"/>
                  </a:cubicBezTo>
                  <a:cubicBezTo>
                    <a:pt x="6454" y="8919"/>
                    <a:pt x="6478" y="8919"/>
                    <a:pt x="6549" y="8943"/>
                  </a:cubicBezTo>
                  <a:lnTo>
                    <a:pt x="6954" y="9776"/>
                  </a:lnTo>
                  <a:cubicBezTo>
                    <a:pt x="7002" y="9824"/>
                    <a:pt x="7049" y="9872"/>
                    <a:pt x="7121" y="9872"/>
                  </a:cubicBezTo>
                  <a:cubicBezTo>
                    <a:pt x="7144" y="9872"/>
                    <a:pt x="7168" y="9872"/>
                    <a:pt x="7192" y="9824"/>
                  </a:cubicBezTo>
                  <a:cubicBezTo>
                    <a:pt x="7287" y="9800"/>
                    <a:pt x="7311" y="9681"/>
                    <a:pt x="7287" y="9586"/>
                  </a:cubicBezTo>
                  <a:lnTo>
                    <a:pt x="6906" y="8824"/>
                  </a:lnTo>
                  <a:cubicBezTo>
                    <a:pt x="7073" y="8729"/>
                    <a:pt x="7192" y="8609"/>
                    <a:pt x="7287" y="8443"/>
                  </a:cubicBezTo>
                  <a:cubicBezTo>
                    <a:pt x="7311" y="8348"/>
                    <a:pt x="7406" y="8276"/>
                    <a:pt x="7502" y="8228"/>
                  </a:cubicBezTo>
                  <a:close/>
                  <a:moveTo>
                    <a:pt x="2120" y="8324"/>
                  </a:moveTo>
                  <a:cubicBezTo>
                    <a:pt x="2191" y="8371"/>
                    <a:pt x="2263" y="8443"/>
                    <a:pt x="2286" y="8514"/>
                  </a:cubicBezTo>
                  <a:cubicBezTo>
                    <a:pt x="2382" y="8705"/>
                    <a:pt x="2524" y="8848"/>
                    <a:pt x="2667" y="8919"/>
                  </a:cubicBezTo>
                  <a:lnTo>
                    <a:pt x="2310" y="9681"/>
                  </a:lnTo>
                  <a:cubicBezTo>
                    <a:pt x="2286" y="9776"/>
                    <a:pt x="2310" y="9872"/>
                    <a:pt x="2405" y="9919"/>
                  </a:cubicBezTo>
                  <a:cubicBezTo>
                    <a:pt x="2429" y="9919"/>
                    <a:pt x="2453" y="9943"/>
                    <a:pt x="2501" y="9943"/>
                  </a:cubicBezTo>
                  <a:cubicBezTo>
                    <a:pt x="2548" y="9943"/>
                    <a:pt x="2620" y="9919"/>
                    <a:pt x="2644" y="9872"/>
                  </a:cubicBezTo>
                  <a:lnTo>
                    <a:pt x="3048" y="9038"/>
                  </a:lnTo>
                  <a:cubicBezTo>
                    <a:pt x="3096" y="9038"/>
                    <a:pt x="3144" y="9038"/>
                    <a:pt x="3167" y="8991"/>
                  </a:cubicBezTo>
                  <a:cubicBezTo>
                    <a:pt x="3189" y="8987"/>
                    <a:pt x="3210" y="8986"/>
                    <a:pt x="3231" y="8986"/>
                  </a:cubicBezTo>
                  <a:cubicBezTo>
                    <a:pt x="3371" y="8986"/>
                    <a:pt x="3492" y="9054"/>
                    <a:pt x="3596" y="9157"/>
                  </a:cubicBezTo>
                  <a:cubicBezTo>
                    <a:pt x="3668" y="9205"/>
                    <a:pt x="3691" y="9229"/>
                    <a:pt x="3739" y="9276"/>
                  </a:cubicBezTo>
                  <a:lnTo>
                    <a:pt x="2667" y="11420"/>
                  </a:lnTo>
                  <a:lnTo>
                    <a:pt x="2120" y="10610"/>
                  </a:lnTo>
                  <a:cubicBezTo>
                    <a:pt x="2084" y="10556"/>
                    <a:pt x="2048" y="10530"/>
                    <a:pt x="2002" y="10530"/>
                  </a:cubicBezTo>
                  <a:cubicBezTo>
                    <a:pt x="1987" y="10530"/>
                    <a:pt x="1971" y="10532"/>
                    <a:pt x="1953" y="10538"/>
                  </a:cubicBezTo>
                  <a:lnTo>
                    <a:pt x="977" y="10610"/>
                  </a:lnTo>
                  <a:lnTo>
                    <a:pt x="2120" y="8324"/>
                  </a:lnTo>
                  <a:close/>
                  <a:moveTo>
                    <a:pt x="4129" y="0"/>
                  </a:moveTo>
                  <a:cubicBezTo>
                    <a:pt x="3917" y="0"/>
                    <a:pt x="3710" y="89"/>
                    <a:pt x="3548" y="251"/>
                  </a:cubicBezTo>
                  <a:cubicBezTo>
                    <a:pt x="3429" y="350"/>
                    <a:pt x="3310" y="399"/>
                    <a:pt x="3191" y="399"/>
                  </a:cubicBezTo>
                  <a:cubicBezTo>
                    <a:pt x="3167" y="399"/>
                    <a:pt x="3144" y="397"/>
                    <a:pt x="3120" y="394"/>
                  </a:cubicBezTo>
                  <a:cubicBezTo>
                    <a:pt x="3080" y="388"/>
                    <a:pt x="3039" y="386"/>
                    <a:pt x="2999" y="386"/>
                  </a:cubicBezTo>
                  <a:cubicBezTo>
                    <a:pt x="2684" y="386"/>
                    <a:pt x="2384" y="550"/>
                    <a:pt x="2215" y="846"/>
                  </a:cubicBezTo>
                  <a:cubicBezTo>
                    <a:pt x="2167" y="989"/>
                    <a:pt x="2024" y="1084"/>
                    <a:pt x="1858" y="1108"/>
                  </a:cubicBezTo>
                  <a:cubicBezTo>
                    <a:pt x="1500" y="1132"/>
                    <a:pt x="1215" y="1441"/>
                    <a:pt x="1191" y="1799"/>
                  </a:cubicBezTo>
                  <a:cubicBezTo>
                    <a:pt x="1167" y="1941"/>
                    <a:pt x="1072" y="2084"/>
                    <a:pt x="905" y="2156"/>
                  </a:cubicBezTo>
                  <a:cubicBezTo>
                    <a:pt x="595" y="2299"/>
                    <a:pt x="405" y="2656"/>
                    <a:pt x="476" y="3037"/>
                  </a:cubicBezTo>
                  <a:cubicBezTo>
                    <a:pt x="500" y="3204"/>
                    <a:pt x="429" y="3347"/>
                    <a:pt x="310" y="3466"/>
                  </a:cubicBezTo>
                  <a:cubicBezTo>
                    <a:pt x="48" y="3704"/>
                    <a:pt x="0" y="4109"/>
                    <a:pt x="167" y="4442"/>
                  </a:cubicBezTo>
                  <a:cubicBezTo>
                    <a:pt x="262" y="4585"/>
                    <a:pt x="262" y="4752"/>
                    <a:pt x="167" y="4894"/>
                  </a:cubicBezTo>
                  <a:cubicBezTo>
                    <a:pt x="0" y="5228"/>
                    <a:pt x="48" y="5609"/>
                    <a:pt x="310" y="5871"/>
                  </a:cubicBezTo>
                  <a:cubicBezTo>
                    <a:pt x="429" y="5990"/>
                    <a:pt x="500" y="6133"/>
                    <a:pt x="476" y="6299"/>
                  </a:cubicBezTo>
                  <a:cubicBezTo>
                    <a:pt x="405" y="6657"/>
                    <a:pt x="595" y="7014"/>
                    <a:pt x="905" y="7181"/>
                  </a:cubicBezTo>
                  <a:cubicBezTo>
                    <a:pt x="1072" y="7252"/>
                    <a:pt x="1143" y="7395"/>
                    <a:pt x="1191" y="7538"/>
                  </a:cubicBezTo>
                  <a:cubicBezTo>
                    <a:pt x="1215" y="7847"/>
                    <a:pt x="1429" y="8109"/>
                    <a:pt x="1691" y="8205"/>
                  </a:cubicBezTo>
                  <a:lnTo>
                    <a:pt x="476" y="10705"/>
                  </a:lnTo>
                  <a:cubicBezTo>
                    <a:pt x="453" y="10753"/>
                    <a:pt x="453" y="10824"/>
                    <a:pt x="476" y="10872"/>
                  </a:cubicBezTo>
                  <a:cubicBezTo>
                    <a:pt x="500" y="10943"/>
                    <a:pt x="572" y="10967"/>
                    <a:pt x="619" y="10967"/>
                  </a:cubicBezTo>
                  <a:lnTo>
                    <a:pt x="1810" y="10896"/>
                  </a:lnTo>
                  <a:lnTo>
                    <a:pt x="2501" y="11848"/>
                  </a:lnTo>
                  <a:cubicBezTo>
                    <a:pt x="2524" y="11920"/>
                    <a:pt x="2572" y="11920"/>
                    <a:pt x="2644" y="11920"/>
                  </a:cubicBezTo>
                  <a:cubicBezTo>
                    <a:pt x="2715" y="11920"/>
                    <a:pt x="2763" y="11896"/>
                    <a:pt x="2786" y="11824"/>
                  </a:cubicBezTo>
                  <a:lnTo>
                    <a:pt x="4001" y="9324"/>
                  </a:lnTo>
                  <a:cubicBezTo>
                    <a:pt x="4040" y="9330"/>
                    <a:pt x="4080" y="9333"/>
                    <a:pt x="4119" y="9333"/>
                  </a:cubicBezTo>
                  <a:cubicBezTo>
                    <a:pt x="4245" y="9333"/>
                    <a:pt x="4368" y="9301"/>
                    <a:pt x="4477" y="9229"/>
                  </a:cubicBezTo>
                  <a:cubicBezTo>
                    <a:pt x="4561" y="9181"/>
                    <a:pt x="4638" y="9157"/>
                    <a:pt x="4712" y="9157"/>
                  </a:cubicBezTo>
                  <a:cubicBezTo>
                    <a:pt x="4787" y="9157"/>
                    <a:pt x="4858" y="9181"/>
                    <a:pt x="4930" y="9229"/>
                  </a:cubicBezTo>
                  <a:cubicBezTo>
                    <a:pt x="5049" y="9300"/>
                    <a:pt x="5192" y="9324"/>
                    <a:pt x="5311" y="9324"/>
                  </a:cubicBezTo>
                  <a:lnTo>
                    <a:pt x="5406" y="9324"/>
                  </a:lnTo>
                  <a:lnTo>
                    <a:pt x="6621" y="11824"/>
                  </a:lnTo>
                  <a:cubicBezTo>
                    <a:pt x="6668" y="11896"/>
                    <a:pt x="6716" y="11920"/>
                    <a:pt x="6787" y="11920"/>
                  </a:cubicBezTo>
                  <a:cubicBezTo>
                    <a:pt x="6835" y="11920"/>
                    <a:pt x="6906" y="11896"/>
                    <a:pt x="6930" y="11848"/>
                  </a:cubicBezTo>
                  <a:lnTo>
                    <a:pt x="7621" y="10896"/>
                  </a:lnTo>
                  <a:lnTo>
                    <a:pt x="8811" y="10967"/>
                  </a:lnTo>
                  <a:cubicBezTo>
                    <a:pt x="8859" y="10967"/>
                    <a:pt x="8931" y="10943"/>
                    <a:pt x="8954" y="10872"/>
                  </a:cubicBezTo>
                  <a:cubicBezTo>
                    <a:pt x="8978" y="10824"/>
                    <a:pt x="8978" y="10753"/>
                    <a:pt x="8954" y="10705"/>
                  </a:cubicBezTo>
                  <a:lnTo>
                    <a:pt x="7740" y="8157"/>
                  </a:lnTo>
                  <a:cubicBezTo>
                    <a:pt x="8002" y="8086"/>
                    <a:pt x="8216" y="7800"/>
                    <a:pt x="8240" y="7514"/>
                  </a:cubicBezTo>
                  <a:cubicBezTo>
                    <a:pt x="8264" y="7371"/>
                    <a:pt x="8359" y="7204"/>
                    <a:pt x="8502" y="7157"/>
                  </a:cubicBezTo>
                  <a:cubicBezTo>
                    <a:pt x="8835" y="7014"/>
                    <a:pt x="9002" y="6657"/>
                    <a:pt x="8954" y="6252"/>
                  </a:cubicBezTo>
                  <a:cubicBezTo>
                    <a:pt x="8931" y="6109"/>
                    <a:pt x="8978" y="5966"/>
                    <a:pt x="9097" y="5847"/>
                  </a:cubicBezTo>
                  <a:cubicBezTo>
                    <a:pt x="9359" y="5609"/>
                    <a:pt x="9431" y="5180"/>
                    <a:pt x="9240" y="4871"/>
                  </a:cubicBezTo>
                  <a:cubicBezTo>
                    <a:pt x="9264" y="4775"/>
                    <a:pt x="9264" y="4585"/>
                    <a:pt x="9312" y="4442"/>
                  </a:cubicBezTo>
                  <a:cubicBezTo>
                    <a:pt x="9502" y="4109"/>
                    <a:pt x="9431" y="3728"/>
                    <a:pt x="9169" y="3466"/>
                  </a:cubicBezTo>
                  <a:cubicBezTo>
                    <a:pt x="9050" y="3347"/>
                    <a:pt x="8978" y="3204"/>
                    <a:pt x="9026" y="3037"/>
                  </a:cubicBezTo>
                  <a:cubicBezTo>
                    <a:pt x="9073" y="2680"/>
                    <a:pt x="8907" y="2322"/>
                    <a:pt x="8573" y="2156"/>
                  </a:cubicBezTo>
                  <a:cubicBezTo>
                    <a:pt x="8430" y="2084"/>
                    <a:pt x="8335" y="1941"/>
                    <a:pt x="8311" y="1799"/>
                  </a:cubicBezTo>
                  <a:cubicBezTo>
                    <a:pt x="8264" y="1441"/>
                    <a:pt x="7978" y="1132"/>
                    <a:pt x="7621" y="1108"/>
                  </a:cubicBezTo>
                  <a:cubicBezTo>
                    <a:pt x="7478" y="1084"/>
                    <a:pt x="7311" y="989"/>
                    <a:pt x="7264" y="846"/>
                  </a:cubicBezTo>
                  <a:cubicBezTo>
                    <a:pt x="7137" y="550"/>
                    <a:pt x="6822" y="386"/>
                    <a:pt x="6487" y="386"/>
                  </a:cubicBezTo>
                  <a:cubicBezTo>
                    <a:pt x="6444" y="386"/>
                    <a:pt x="6401" y="388"/>
                    <a:pt x="6359" y="394"/>
                  </a:cubicBezTo>
                  <a:cubicBezTo>
                    <a:pt x="6335" y="397"/>
                    <a:pt x="6311" y="399"/>
                    <a:pt x="6287" y="399"/>
                  </a:cubicBezTo>
                  <a:cubicBezTo>
                    <a:pt x="6169" y="399"/>
                    <a:pt x="6053" y="350"/>
                    <a:pt x="5954" y="251"/>
                  </a:cubicBezTo>
                  <a:cubicBezTo>
                    <a:pt x="5807" y="89"/>
                    <a:pt x="5588" y="0"/>
                    <a:pt x="5363" y="0"/>
                  </a:cubicBezTo>
                  <a:cubicBezTo>
                    <a:pt x="5223" y="0"/>
                    <a:pt x="5081" y="35"/>
                    <a:pt x="4954" y="108"/>
                  </a:cubicBezTo>
                  <a:cubicBezTo>
                    <a:pt x="4882" y="143"/>
                    <a:pt x="4811" y="161"/>
                    <a:pt x="4739" y="161"/>
                  </a:cubicBezTo>
                  <a:cubicBezTo>
                    <a:pt x="4668" y="161"/>
                    <a:pt x="4596" y="143"/>
                    <a:pt x="4525" y="108"/>
                  </a:cubicBezTo>
                  <a:cubicBezTo>
                    <a:pt x="4397" y="35"/>
                    <a:pt x="4262" y="0"/>
                    <a:pt x="41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9"/>
            <p:cNvSpPr/>
            <p:nvPr/>
          </p:nvSpPr>
          <p:spPr>
            <a:xfrm>
              <a:off x="834750" y="1786029"/>
              <a:ext cx="172981" cy="163711"/>
            </a:xfrm>
            <a:custGeom>
              <a:avLst/>
              <a:gdLst/>
              <a:ahLst/>
              <a:cxnLst/>
              <a:rect l="l" t="t" r="r" b="b"/>
              <a:pathLst>
                <a:path w="5169" h="4892" extrusionOk="0">
                  <a:moveTo>
                    <a:pt x="3282" y="405"/>
                  </a:moveTo>
                  <a:cubicBezTo>
                    <a:pt x="3298" y="405"/>
                    <a:pt x="3315" y="408"/>
                    <a:pt x="3335" y="415"/>
                  </a:cubicBezTo>
                  <a:cubicBezTo>
                    <a:pt x="3382" y="439"/>
                    <a:pt x="3454" y="510"/>
                    <a:pt x="3430" y="558"/>
                  </a:cubicBezTo>
                  <a:cubicBezTo>
                    <a:pt x="3239" y="1129"/>
                    <a:pt x="2977" y="1510"/>
                    <a:pt x="2977" y="1534"/>
                  </a:cubicBezTo>
                  <a:cubicBezTo>
                    <a:pt x="2954" y="1605"/>
                    <a:pt x="2954" y="1653"/>
                    <a:pt x="2977" y="1725"/>
                  </a:cubicBezTo>
                  <a:cubicBezTo>
                    <a:pt x="3001" y="1772"/>
                    <a:pt x="3073" y="1820"/>
                    <a:pt x="3120" y="1820"/>
                  </a:cubicBezTo>
                  <a:lnTo>
                    <a:pt x="4621" y="1820"/>
                  </a:lnTo>
                  <a:cubicBezTo>
                    <a:pt x="4740" y="1820"/>
                    <a:pt x="4811" y="1891"/>
                    <a:pt x="4811" y="2010"/>
                  </a:cubicBezTo>
                  <a:cubicBezTo>
                    <a:pt x="4811" y="2034"/>
                    <a:pt x="4740" y="2106"/>
                    <a:pt x="4644" y="2106"/>
                  </a:cubicBezTo>
                  <a:lnTo>
                    <a:pt x="4073" y="2106"/>
                  </a:lnTo>
                  <a:cubicBezTo>
                    <a:pt x="3978" y="2106"/>
                    <a:pt x="3906" y="2201"/>
                    <a:pt x="3906" y="2296"/>
                  </a:cubicBezTo>
                  <a:cubicBezTo>
                    <a:pt x="3906" y="2391"/>
                    <a:pt x="3978" y="2463"/>
                    <a:pt x="4073" y="2463"/>
                  </a:cubicBezTo>
                  <a:lnTo>
                    <a:pt x="4430" y="2463"/>
                  </a:lnTo>
                  <a:cubicBezTo>
                    <a:pt x="4549" y="2463"/>
                    <a:pt x="4644" y="2558"/>
                    <a:pt x="4644" y="2677"/>
                  </a:cubicBezTo>
                  <a:cubicBezTo>
                    <a:pt x="4644" y="2796"/>
                    <a:pt x="4549" y="2891"/>
                    <a:pt x="4430" y="2891"/>
                  </a:cubicBezTo>
                  <a:lnTo>
                    <a:pt x="3859" y="2891"/>
                  </a:lnTo>
                  <a:cubicBezTo>
                    <a:pt x="3763" y="2891"/>
                    <a:pt x="3692" y="2963"/>
                    <a:pt x="3692" y="3058"/>
                  </a:cubicBezTo>
                  <a:cubicBezTo>
                    <a:pt x="3692" y="3153"/>
                    <a:pt x="3763" y="3249"/>
                    <a:pt x="3859" y="3249"/>
                  </a:cubicBezTo>
                  <a:lnTo>
                    <a:pt x="4216" y="3249"/>
                  </a:lnTo>
                  <a:cubicBezTo>
                    <a:pt x="4335" y="3249"/>
                    <a:pt x="4430" y="3320"/>
                    <a:pt x="4430" y="3439"/>
                  </a:cubicBezTo>
                  <a:cubicBezTo>
                    <a:pt x="4430" y="3558"/>
                    <a:pt x="4335" y="3654"/>
                    <a:pt x="4216" y="3654"/>
                  </a:cubicBezTo>
                  <a:lnTo>
                    <a:pt x="3716" y="3654"/>
                  </a:lnTo>
                  <a:cubicBezTo>
                    <a:pt x="3620" y="3654"/>
                    <a:pt x="3549" y="3749"/>
                    <a:pt x="3549" y="3844"/>
                  </a:cubicBezTo>
                  <a:cubicBezTo>
                    <a:pt x="3549" y="3915"/>
                    <a:pt x="3620" y="4011"/>
                    <a:pt x="3716" y="4011"/>
                  </a:cubicBezTo>
                  <a:lnTo>
                    <a:pt x="4073" y="4011"/>
                  </a:lnTo>
                  <a:cubicBezTo>
                    <a:pt x="4192" y="4011"/>
                    <a:pt x="4287" y="4106"/>
                    <a:pt x="4287" y="4225"/>
                  </a:cubicBezTo>
                  <a:cubicBezTo>
                    <a:pt x="4287" y="4344"/>
                    <a:pt x="4192" y="4439"/>
                    <a:pt x="4073" y="4439"/>
                  </a:cubicBezTo>
                  <a:lnTo>
                    <a:pt x="1834" y="4439"/>
                  </a:lnTo>
                  <a:lnTo>
                    <a:pt x="1834" y="2725"/>
                  </a:lnTo>
                  <a:cubicBezTo>
                    <a:pt x="1834" y="2653"/>
                    <a:pt x="1763" y="2558"/>
                    <a:pt x="1668" y="2558"/>
                  </a:cubicBezTo>
                  <a:cubicBezTo>
                    <a:pt x="1572" y="2558"/>
                    <a:pt x="1477" y="2653"/>
                    <a:pt x="1477" y="2725"/>
                  </a:cubicBezTo>
                  <a:lnTo>
                    <a:pt x="1477" y="4392"/>
                  </a:lnTo>
                  <a:cubicBezTo>
                    <a:pt x="1477" y="4511"/>
                    <a:pt x="1406" y="4606"/>
                    <a:pt x="1287" y="4606"/>
                  </a:cubicBezTo>
                  <a:lnTo>
                    <a:pt x="525" y="4606"/>
                  </a:lnTo>
                  <a:cubicBezTo>
                    <a:pt x="405" y="4606"/>
                    <a:pt x="334" y="4511"/>
                    <a:pt x="334" y="4392"/>
                  </a:cubicBezTo>
                  <a:lnTo>
                    <a:pt x="334" y="1820"/>
                  </a:lnTo>
                  <a:cubicBezTo>
                    <a:pt x="334" y="1701"/>
                    <a:pt x="405" y="1605"/>
                    <a:pt x="525" y="1605"/>
                  </a:cubicBezTo>
                  <a:lnTo>
                    <a:pt x="1287" y="1605"/>
                  </a:lnTo>
                  <a:cubicBezTo>
                    <a:pt x="1406" y="1605"/>
                    <a:pt x="1477" y="1701"/>
                    <a:pt x="1477" y="1820"/>
                  </a:cubicBezTo>
                  <a:lnTo>
                    <a:pt x="1477" y="1986"/>
                  </a:lnTo>
                  <a:cubicBezTo>
                    <a:pt x="1477" y="2082"/>
                    <a:pt x="1572" y="2177"/>
                    <a:pt x="1668" y="2177"/>
                  </a:cubicBezTo>
                  <a:cubicBezTo>
                    <a:pt x="1763" y="2177"/>
                    <a:pt x="1834" y="2082"/>
                    <a:pt x="1834" y="1986"/>
                  </a:cubicBezTo>
                  <a:lnTo>
                    <a:pt x="1834" y="1772"/>
                  </a:lnTo>
                  <a:lnTo>
                    <a:pt x="1906" y="1772"/>
                  </a:lnTo>
                  <a:cubicBezTo>
                    <a:pt x="2620" y="1510"/>
                    <a:pt x="3001" y="820"/>
                    <a:pt x="3192" y="462"/>
                  </a:cubicBezTo>
                  <a:cubicBezTo>
                    <a:pt x="3209" y="428"/>
                    <a:pt x="3239" y="405"/>
                    <a:pt x="3282" y="405"/>
                  </a:cubicBezTo>
                  <a:close/>
                  <a:moveTo>
                    <a:pt x="3309" y="1"/>
                  </a:moveTo>
                  <a:cubicBezTo>
                    <a:pt x="3133" y="1"/>
                    <a:pt x="2973" y="109"/>
                    <a:pt x="2882" y="272"/>
                  </a:cubicBezTo>
                  <a:cubicBezTo>
                    <a:pt x="2739" y="605"/>
                    <a:pt x="2382" y="1153"/>
                    <a:pt x="1810" y="1391"/>
                  </a:cubicBezTo>
                  <a:lnTo>
                    <a:pt x="1691" y="1391"/>
                  </a:lnTo>
                  <a:cubicBezTo>
                    <a:pt x="1596" y="1272"/>
                    <a:pt x="1453" y="1224"/>
                    <a:pt x="1287" y="1224"/>
                  </a:cubicBezTo>
                  <a:lnTo>
                    <a:pt x="525" y="1224"/>
                  </a:lnTo>
                  <a:cubicBezTo>
                    <a:pt x="239" y="1224"/>
                    <a:pt x="1" y="1463"/>
                    <a:pt x="1" y="1748"/>
                  </a:cubicBezTo>
                  <a:lnTo>
                    <a:pt x="1" y="4344"/>
                  </a:lnTo>
                  <a:cubicBezTo>
                    <a:pt x="1" y="4654"/>
                    <a:pt x="239" y="4892"/>
                    <a:pt x="525" y="4892"/>
                  </a:cubicBezTo>
                  <a:lnTo>
                    <a:pt x="1287" y="4892"/>
                  </a:lnTo>
                  <a:cubicBezTo>
                    <a:pt x="1429" y="4892"/>
                    <a:pt x="1572" y="4820"/>
                    <a:pt x="1691" y="4701"/>
                  </a:cubicBezTo>
                  <a:lnTo>
                    <a:pt x="4073" y="4701"/>
                  </a:lnTo>
                  <a:cubicBezTo>
                    <a:pt x="4382" y="4701"/>
                    <a:pt x="4621" y="4463"/>
                    <a:pt x="4621" y="4177"/>
                  </a:cubicBezTo>
                  <a:cubicBezTo>
                    <a:pt x="4621" y="4082"/>
                    <a:pt x="4573" y="3963"/>
                    <a:pt x="4525" y="3892"/>
                  </a:cubicBezTo>
                  <a:cubicBezTo>
                    <a:pt x="4668" y="3820"/>
                    <a:pt x="4787" y="3630"/>
                    <a:pt x="4787" y="3415"/>
                  </a:cubicBezTo>
                  <a:cubicBezTo>
                    <a:pt x="4787" y="3344"/>
                    <a:pt x="4763" y="3225"/>
                    <a:pt x="4692" y="3153"/>
                  </a:cubicBezTo>
                  <a:cubicBezTo>
                    <a:pt x="4859" y="3058"/>
                    <a:pt x="4978" y="2891"/>
                    <a:pt x="4978" y="2677"/>
                  </a:cubicBezTo>
                  <a:cubicBezTo>
                    <a:pt x="4978" y="2582"/>
                    <a:pt x="4930" y="2463"/>
                    <a:pt x="4883" y="2415"/>
                  </a:cubicBezTo>
                  <a:cubicBezTo>
                    <a:pt x="5097" y="2296"/>
                    <a:pt x="5168" y="2106"/>
                    <a:pt x="5168" y="1939"/>
                  </a:cubicBezTo>
                  <a:cubicBezTo>
                    <a:pt x="5168" y="1629"/>
                    <a:pt x="4930" y="1391"/>
                    <a:pt x="4644" y="1391"/>
                  </a:cubicBezTo>
                  <a:lnTo>
                    <a:pt x="3454" y="1391"/>
                  </a:lnTo>
                  <a:cubicBezTo>
                    <a:pt x="3549" y="1224"/>
                    <a:pt x="3692" y="962"/>
                    <a:pt x="3787" y="629"/>
                  </a:cubicBezTo>
                  <a:cubicBezTo>
                    <a:pt x="3859" y="391"/>
                    <a:pt x="3716" y="129"/>
                    <a:pt x="3477" y="34"/>
                  </a:cubicBezTo>
                  <a:cubicBezTo>
                    <a:pt x="3421" y="11"/>
                    <a:pt x="336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9"/>
            <p:cNvSpPr/>
            <p:nvPr/>
          </p:nvSpPr>
          <p:spPr>
            <a:xfrm>
              <a:off x="859447" y="1912258"/>
              <a:ext cx="12014" cy="11980"/>
            </a:xfrm>
            <a:custGeom>
              <a:avLst/>
              <a:gdLst/>
              <a:ahLst/>
              <a:cxnLst/>
              <a:rect l="l" t="t" r="r" b="b"/>
              <a:pathLst>
                <a:path w="359" h="358" extrusionOk="0">
                  <a:moveTo>
                    <a:pt x="191" y="1"/>
                  </a:moveTo>
                  <a:cubicBezTo>
                    <a:pt x="96" y="1"/>
                    <a:pt x="1" y="96"/>
                    <a:pt x="1" y="191"/>
                  </a:cubicBezTo>
                  <a:cubicBezTo>
                    <a:pt x="1" y="286"/>
                    <a:pt x="96" y="358"/>
                    <a:pt x="191" y="358"/>
                  </a:cubicBezTo>
                  <a:cubicBezTo>
                    <a:pt x="263" y="358"/>
                    <a:pt x="358" y="286"/>
                    <a:pt x="358" y="191"/>
                  </a:cubicBezTo>
                  <a:cubicBezTo>
                    <a:pt x="358" y="96"/>
                    <a:pt x="263" y="48"/>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3557"/>
        <p:cNvGrpSpPr/>
        <p:nvPr/>
      </p:nvGrpSpPr>
      <p:grpSpPr>
        <a:xfrm>
          <a:off x="0" y="0"/>
          <a:ext cx="0" cy="0"/>
          <a:chOff x="0" y="0"/>
          <a:chExt cx="0" cy="0"/>
        </a:xfrm>
      </p:grpSpPr>
      <p:grpSp>
        <p:nvGrpSpPr>
          <p:cNvPr id="3558" name="Google Shape;3558;p50"/>
          <p:cNvGrpSpPr/>
          <p:nvPr/>
        </p:nvGrpSpPr>
        <p:grpSpPr>
          <a:xfrm>
            <a:off x="5257525" y="2134412"/>
            <a:ext cx="629196" cy="623027"/>
            <a:chOff x="3501675" y="1201012"/>
            <a:chExt cx="629196" cy="623027"/>
          </a:xfrm>
        </p:grpSpPr>
        <p:sp>
          <p:nvSpPr>
            <p:cNvPr id="3559" name="Google Shape;3559;p50"/>
            <p:cNvSpPr/>
            <p:nvPr/>
          </p:nvSpPr>
          <p:spPr>
            <a:xfrm>
              <a:off x="3501675" y="1201012"/>
              <a:ext cx="606900" cy="6054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0"/>
            <p:cNvSpPr/>
            <p:nvPr/>
          </p:nvSpPr>
          <p:spPr>
            <a:xfrm>
              <a:off x="3523971" y="1218639"/>
              <a:ext cx="606900" cy="6054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0"/>
          <p:cNvGrpSpPr/>
          <p:nvPr/>
        </p:nvGrpSpPr>
        <p:grpSpPr>
          <a:xfrm>
            <a:off x="5257525" y="3016462"/>
            <a:ext cx="629196" cy="623027"/>
            <a:chOff x="3501675" y="1201012"/>
            <a:chExt cx="629196" cy="623027"/>
          </a:xfrm>
        </p:grpSpPr>
        <p:sp>
          <p:nvSpPr>
            <p:cNvPr id="3562" name="Google Shape;3562;p50"/>
            <p:cNvSpPr/>
            <p:nvPr/>
          </p:nvSpPr>
          <p:spPr>
            <a:xfrm>
              <a:off x="3501675" y="1201012"/>
              <a:ext cx="606900" cy="6054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0"/>
            <p:cNvSpPr/>
            <p:nvPr/>
          </p:nvSpPr>
          <p:spPr>
            <a:xfrm>
              <a:off x="3523971" y="1218639"/>
              <a:ext cx="606900" cy="6054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0"/>
          <p:cNvGrpSpPr/>
          <p:nvPr/>
        </p:nvGrpSpPr>
        <p:grpSpPr>
          <a:xfrm>
            <a:off x="5257525" y="3886537"/>
            <a:ext cx="629196" cy="623027"/>
            <a:chOff x="3501675" y="1201012"/>
            <a:chExt cx="629196" cy="623027"/>
          </a:xfrm>
        </p:grpSpPr>
        <p:sp>
          <p:nvSpPr>
            <p:cNvPr id="3565" name="Google Shape;3565;p50"/>
            <p:cNvSpPr/>
            <p:nvPr/>
          </p:nvSpPr>
          <p:spPr>
            <a:xfrm>
              <a:off x="3501675" y="1201012"/>
              <a:ext cx="606900" cy="6054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0"/>
            <p:cNvSpPr/>
            <p:nvPr/>
          </p:nvSpPr>
          <p:spPr>
            <a:xfrm>
              <a:off x="3523971" y="1218639"/>
              <a:ext cx="606900" cy="6054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50"/>
          <p:cNvGrpSpPr/>
          <p:nvPr/>
        </p:nvGrpSpPr>
        <p:grpSpPr>
          <a:xfrm>
            <a:off x="5257525" y="1257049"/>
            <a:ext cx="629196" cy="623027"/>
            <a:chOff x="3501675" y="1201012"/>
            <a:chExt cx="629196" cy="623027"/>
          </a:xfrm>
        </p:grpSpPr>
        <p:sp>
          <p:nvSpPr>
            <p:cNvPr id="3568" name="Google Shape;3568;p50"/>
            <p:cNvSpPr/>
            <p:nvPr/>
          </p:nvSpPr>
          <p:spPr>
            <a:xfrm>
              <a:off x="3501675" y="1201012"/>
              <a:ext cx="606900" cy="6054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0"/>
            <p:cNvSpPr/>
            <p:nvPr/>
          </p:nvSpPr>
          <p:spPr>
            <a:xfrm>
              <a:off x="3523971" y="1218639"/>
              <a:ext cx="606900" cy="6054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570" name="Google Shape;3570;p50"/>
          <p:cNvCxnSpPr>
            <a:stCxn id="3571" idx="3"/>
            <a:endCxn id="3572" idx="1"/>
          </p:cNvCxnSpPr>
          <p:nvPr/>
        </p:nvCxnSpPr>
        <p:spPr>
          <a:xfrm rot="10800000" flipH="1">
            <a:off x="2090940" y="1673711"/>
            <a:ext cx="1351500" cy="612300"/>
          </a:xfrm>
          <a:prstGeom prst="bentConnector3">
            <a:avLst>
              <a:gd name="adj1" fmla="val 50001"/>
            </a:avLst>
          </a:prstGeom>
          <a:noFill/>
          <a:ln w="19050" cap="flat" cmpd="sng">
            <a:solidFill>
              <a:schemeClr val="lt2"/>
            </a:solidFill>
            <a:prstDash val="solid"/>
            <a:round/>
            <a:headEnd type="none" w="med" len="med"/>
            <a:tailEnd type="none" w="med" len="med"/>
          </a:ln>
        </p:spPr>
      </p:cxnSp>
      <p:cxnSp>
        <p:nvCxnSpPr>
          <p:cNvPr id="3573" name="Google Shape;3573;p50"/>
          <p:cNvCxnSpPr>
            <a:stCxn id="3571" idx="3"/>
            <a:endCxn id="3574" idx="1"/>
          </p:cNvCxnSpPr>
          <p:nvPr/>
        </p:nvCxnSpPr>
        <p:spPr>
          <a:xfrm>
            <a:off x="2090940" y="2286011"/>
            <a:ext cx="1353300" cy="1086300"/>
          </a:xfrm>
          <a:prstGeom prst="bentConnector3">
            <a:avLst>
              <a:gd name="adj1" fmla="val 50001"/>
            </a:avLst>
          </a:prstGeom>
          <a:noFill/>
          <a:ln w="19050" cap="flat" cmpd="sng">
            <a:solidFill>
              <a:schemeClr val="accent2"/>
            </a:solidFill>
            <a:prstDash val="solid"/>
            <a:round/>
            <a:headEnd type="none" w="med" len="med"/>
            <a:tailEnd type="none" w="med" len="med"/>
          </a:ln>
        </p:spPr>
      </p:cxnSp>
      <p:grpSp>
        <p:nvGrpSpPr>
          <p:cNvPr id="3575" name="Google Shape;3575;p50"/>
          <p:cNvGrpSpPr/>
          <p:nvPr/>
        </p:nvGrpSpPr>
        <p:grpSpPr>
          <a:xfrm>
            <a:off x="3422000" y="3052237"/>
            <a:ext cx="628579" cy="622714"/>
            <a:chOff x="3503500" y="2899837"/>
            <a:chExt cx="628579" cy="622714"/>
          </a:xfrm>
        </p:grpSpPr>
        <p:sp>
          <p:nvSpPr>
            <p:cNvPr id="3576" name="Google Shape;3576;p50"/>
            <p:cNvSpPr/>
            <p:nvPr/>
          </p:nvSpPr>
          <p:spPr>
            <a:xfrm>
              <a:off x="3503500" y="2899837"/>
              <a:ext cx="606300" cy="6051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0"/>
            <p:cNvSpPr/>
            <p:nvPr/>
          </p:nvSpPr>
          <p:spPr>
            <a:xfrm>
              <a:off x="3525779" y="2917451"/>
              <a:ext cx="606300" cy="6051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7" name="Google Shape;3577;p50"/>
          <p:cNvGrpSpPr/>
          <p:nvPr/>
        </p:nvGrpSpPr>
        <p:grpSpPr>
          <a:xfrm>
            <a:off x="3420175" y="1353412"/>
            <a:ext cx="629196" cy="623027"/>
            <a:chOff x="3501675" y="1201012"/>
            <a:chExt cx="629196" cy="623027"/>
          </a:xfrm>
        </p:grpSpPr>
        <p:sp>
          <p:nvSpPr>
            <p:cNvPr id="3578" name="Google Shape;3578;p50"/>
            <p:cNvSpPr/>
            <p:nvPr/>
          </p:nvSpPr>
          <p:spPr>
            <a:xfrm>
              <a:off x="3501675" y="1201012"/>
              <a:ext cx="606900" cy="6054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0"/>
            <p:cNvSpPr/>
            <p:nvPr/>
          </p:nvSpPr>
          <p:spPr>
            <a:xfrm>
              <a:off x="3523971" y="1218639"/>
              <a:ext cx="606900" cy="6054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9" name="Google Shape;3579;p50"/>
          <p:cNvSpPr/>
          <p:nvPr/>
        </p:nvSpPr>
        <p:spPr>
          <a:xfrm>
            <a:off x="3520025" y="685975"/>
            <a:ext cx="20721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000"/>
              <a:t>STRATEGY</a:t>
            </a:r>
            <a:endParaRPr/>
          </a:p>
        </p:txBody>
      </p:sp>
      <p:sp>
        <p:nvSpPr>
          <p:cNvPr id="3581" name="Google Shape;3581;p50"/>
          <p:cNvSpPr/>
          <p:nvPr/>
        </p:nvSpPr>
        <p:spPr>
          <a:xfrm rot="10800000" flipH="1">
            <a:off x="1294074" y="2850175"/>
            <a:ext cx="7257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582" name="Google Shape;3582;p50"/>
          <p:cNvSpPr txBox="1">
            <a:spLocks noGrp="1"/>
          </p:cNvSpPr>
          <p:nvPr>
            <p:ph type="ctrTitle" idx="4294967295"/>
          </p:nvPr>
        </p:nvSpPr>
        <p:spPr>
          <a:xfrm>
            <a:off x="715172" y="2653434"/>
            <a:ext cx="2009100" cy="31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Font typeface="Arial"/>
              <a:buNone/>
            </a:pPr>
            <a:r>
              <a:rPr lang="en" sz="1800"/>
              <a:t>GOAL 1</a:t>
            </a:r>
            <a:endParaRPr sz="1800"/>
          </a:p>
        </p:txBody>
      </p:sp>
      <p:sp>
        <p:nvSpPr>
          <p:cNvPr id="3583" name="Google Shape;3583;p50"/>
          <p:cNvSpPr txBox="1">
            <a:spLocks noGrp="1"/>
          </p:cNvSpPr>
          <p:nvPr>
            <p:ph type="subTitle" idx="4294967295"/>
          </p:nvPr>
        </p:nvSpPr>
        <p:spPr>
          <a:xfrm>
            <a:off x="683675" y="2993100"/>
            <a:ext cx="20721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 is the star at the center of the Solar System</a:t>
            </a:r>
            <a:endParaRPr/>
          </a:p>
        </p:txBody>
      </p:sp>
      <p:sp>
        <p:nvSpPr>
          <p:cNvPr id="3584" name="Google Shape;3584;p50"/>
          <p:cNvSpPr/>
          <p:nvPr/>
        </p:nvSpPr>
        <p:spPr>
          <a:xfrm rot="10800000" flipH="1">
            <a:off x="2882975" y="2184500"/>
            <a:ext cx="15294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585" name="Google Shape;3585;p50"/>
          <p:cNvSpPr txBox="1">
            <a:spLocks noGrp="1"/>
          </p:cNvSpPr>
          <p:nvPr>
            <p:ph type="ctrTitle" idx="4294967295"/>
          </p:nvPr>
        </p:nvSpPr>
        <p:spPr>
          <a:xfrm>
            <a:off x="2724707" y="1974209"/>
            <a:ext cx="2009100" cy="31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Font typeface="Arial"/>
              <a:buNone/>
            </a:pPr>
            <a:r>
              <a:rPr lang="en" sz="1800"/>
              <a:t>KEY ACTION 1</a:t>
            </a:r>
            <a:endParaRPr sz="1800"/>
          </a:p>
        </p:txBody>
      </p:sp>
      <p:sp>
        <p:nvSpPr>
          <p:cNvPr id="3586" name="Google Shape;3586;p50"/>
          <p:cNvSpPr txBox="1">
            <a:spLocks noGrp="1"/>
          </p:cNvSpPr>
          <p:nvPr>
            <p:ph type="subTitle" idx="4294967295"/>
          </p:nvPr>
        </p:nvSpPr>
        <p:spPr>
          <a:xfrm>
            <a:off x="2763272" y="2313875"/>
            <a:ext cx="1966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very far away from us</a:t>
            </a:r>
            <a:endParaRPr/>
          </a:p>
        </p:txBody>
      </p:sp>
      <p:sp>
        <p:nvSpPr>
          <p:cNvPr id="3587" name="Google Shape;3587;p50"/>
          <p:cNvSpPr/>
          <p:nvPr/>
        </p:nvSpPr>
        <p:spPr>
          <a:xfrm rot="10800000" flipH="1">
            <a:off x="2882975" y="3876300"/>
            <a:ext cx="15840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588" name="Google Shape;3588;p50"/>
          <p:cNvSpPr txBox="1">
            <a:spLocks noGrp="1"/>
          </p:cNvSpPr>
          <p:nvPr>
            <p:ph type="ctrTitle" idx="4294967295"/>
          </p:nvPr>
        </p:nvSpPr>
        <p:spPr>
          <a:xfrm>
            <a:off x="2724675" y="3666009"/>
            <a:ext cx="2009100" cy="31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Font typeface="Arial"/>
              <a:buNone/>
            </a:pPr>
            <a:r>
              <a:rPr lang="en" sz="1800"/>
              <a:t>KEY ACTION 2</a:t>
            </a:r>
            <a:endParaRPr sz="1800"/>
          </a:p>
        </p:txBody>
      </p:sp>
      <p:sp>
        <p:nvSpPr>
          <p:cNvPr id="3589" name="Google Shape;3589;p50"/>
          <p:cNvSpPr txBox="1">
            <a:spLocks noGrp="1"/>
          </p:cNvSpPr>
          <p:nvPr>
            <p:ph type="subTitle" idx="4294967295"/>
          </p:nvPr>
        </p:nvSpPr>
        <p:spPr>
          <a:xfrm>
            <a:off x="2763250" y="4005675"/>
            <a:ext cx="1966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extremely high temperatures</a:t>
            </a:r>
            <a:endParaRPr/>
          </a:p>
        </p:txBody>
      </p:sp>
      <p:sp>
        <p:nvSpPr>
          <p:cNvPr id="3590" name="Google Shape;3590;p50"/>
          <p:cNvSpPr txBox="1">
            <a:spLocks noGrp="1"/>
          </p:cNvSpPr>
          <p:nvPr>
            <p:ph type="ctrTitle" idx="4294967295"/>
          </p:nvPr>
        </p:nvSpPr>
        <p:spPr>
          <a:xfrm>
            <a:off x="5976941" y="1243300"/>
            <a:ext cx="2318100" cy="192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Font typeface="Arial"/>
              <a:buNone/>
            </a:pPr>
            <a:r>
              <a:rPr lang="en" sz="1800"/>
              <a:t>MERCURY</a:t>
            </a:r>
            <a:endParaRPr sz="1800"/>
          </a:p>
        </p:txBody>
      </p:sp>
      <p:sp>
        <p:nvSpPr>
          <p:cNvPr id="3591" name="Google Shape;3591;p50"/>
          <p:cNvSpPr txBox="1">
            <a:spLocks noGrp="1"/>
          </p:cNvSpPr>
          <p:nvPr>
            <p:ph type="subTitle" idx="4294967295"/>
          </p:nvPr>
        </p:nvSpPr>
        <p:spPr>
          <a:xfrm>
            <a:off x="5976850" y="1519122"/>
            <a:ext cx="2318100" cy="37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smallest planet in the Solar System</a:t>
            </a:r>
            <a:endParaRPr/>
          </a:p>
        </p:txBody>
      </p:sp>
      <p:sp>
        <p:nvSpPr>
          <p:cNvPr id="3592" name="Google Shape;3592;p50"/>
          <p:cNvSpPr txBox="1">
            <a:spLocks noGrp="1"/>
          </p:cNvSpPr>
          <p:nvPr>
            <p:ph type="ctrTitle" idx="4294967295"/>
          </p:nvPr>
        </p:nvSpPr>
        <p:spPr>
          <a:xfrm>
            <a:off x="5976986" y="2119393"/>
            <a:ext cx="2318100" cy="192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Font typeface="Arial"/>
              <a:buNone/>
            </a:pPr>
            <a:r>
              <a:rPr lang="en" sz="1800"/>
              <a:t>JUPITER</a:t>
            </a:r>
            <a:endParaRPr sz="1800"/>
          </a:p>
        </p:txBody>
      </p:sp>
      <p:sp>
        <p:nvSpPr>
          <p:cNvPr id="3593" name="Google Shape;3593;p50"/>
          <p:cNvSpPr txBox="1">
            <a:spLocks noGrp="1"/>
          </p:cNvSpPr>
          <p:nvPr>
            <p:ph type="subTitle" idx="4294967295"/>
          </p:nvPr>
        </p:nvSpPr>
        <p:spPr>
          <a:xfrm>
            <a:off x="5976850" y="2394727"/>
            <a:ext cx="2318100" cy="37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a gas giant and the biggest planet in the Solar System</a:t>
            </a:r>
            <a:endParaRPr/>
          </a:p>
        </p:txBody>
      </p:sp>
      <p:sp>
        <p:nvSpPr>
          <p:cNvPr id="3594" name="Google Shape;3594;p50"/>
          <p:cNvSpPr txBox="1">
            <a:spLocks noGrp="1"/>
          </p:cNvSpPr>
          <p:nvPr>
            <p:ph type="ctrTitle" idx="4294967295"/>
          </p:nvPr>
        </p:nvSpPr>
        <p:spPr>
          <a:xfrm>
            <a:off x="5976986" y="2998023"/>
            <a:ext cx="2318100" cy="192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Font typeface="Arial"/>
              <a:buNone/>
            </a:pPr>
            <a:r>
              <a:rPr lang="en" sz="1800"/>
              <a:t>SATURN</a:t>
            </a:r>
            <a:endParaRPr sz="1800"/>
          </a:p>
        </p:txBody>
      </p:sp>
      <p:sp>
        <p:nvSpPr>
          <p:cNvPr id="3595" name="Google Shape;3595;p50"/>
          <p:cNvSpPr txBox="1">
            <a:spLocks noGrp="1"/>
          </p:cNvSpPr>
          <p:nvPr>
            <p:ph type="subTitle" idx="4294967295"/>
          </p:nvPr>
        </p:nvSpPr>
        <p:spPr>
          <a:xfrm>
            <a:off x="5976895" y="3270328"/>
            <a:ext cx="2318100" cy="37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composed mostly of hydrogen and helium</a:t>
            </a:r>
            <a:endParaRPr/>
          </a:p>
        </p:txBody>
      </p:sp>
      <p:sp>
        <p:nvSpPr>
          <p:cNvPr id="3596" name="Google Shape;3596;p50"/>
          <p:cNvSpPr txBox="1">
            <a:spLocks noGrp="1"/>
          </p:cNvSpPr>
          <p:nvPr>
            <p:ph type="ctrTitle" idx="4294967295"/>
          </p:nvPr>
        </p:nvSpPr>
        <p:spPr>
          <a:xfrm>
            <a:off x="5976986" y="3886516"/>
            <a:ext cx="2318100" cy="192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Font typeface="Arial"/>
              <a:buNone/>
            </a:pPr>
            <a:r>
              <a:rPr lang="en" sz="1800"/>
              <a:t>MARS</a:t>
            </a:r>
            <a:endParaRPr sz="1800"/>
          </a:p>
        </p:txBody>
      </p:sp>
      <p:sp>
        <p:nvSpPr>
          <p:cNvPr id="3597" name="Google Shape;3597;p50"/>
          <p:cNvSpPr txBox="1">
            <a:spLocks noGrp="1"/>
          </p:cNvSpPr>
          <p:nvPr>
            <p:ph type="subTitle" idx="4294967295"/>
          </p:nvPr>
        </p:nvSpPr>
        <p:spPr>
          <a:xfrm>
            <a:off x="5976986" y="4164300"/>
            <a:ext cx="2318100" cy="37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very cold place</a:t>
            </a:r>
            <a:endParaRPr/>
          </a:p>
        </p:txBody>
      </p:sp>
      <p:grpSp>
        <p:nvGrpSpPr>
          <p:cNvPr id="3598" name="Google Shape;3598;p50"/>
          <p:cNvGrpSpPr/>
          <p:nvPr/>
        </p:nvGrpSpPr>
        <p:grpSpPr>
          <a:xfrm>
            <a:off x="1298763" y="1882513"/>
            <a:ext cx="792177" cy="784798"/>
            <a:chOff x="1298763" y="1882513"/>
            <a:chExt cx="792177" cy="784798"/>
          </a:xfrm>
        </p:grpSpPr>
        <p:sp>
          <p:nvSpPr>
            <p:cNvPr id="3599" name="Google Shape;3599;p50"/>
            <p:cNvSpPr/>
            <p:nvPr/>
          </p:nvSpPr>
          <p:spPr>
            <a:xfrm>
              <a:off x="1298763" y="1882513"/>
              <a:ext cx="764100" cy="762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0"/>
            <p:cNvSpPr/>
            <p:nvPr/>
          </p:nvSpPr>
          <p:spPr>
            <a:xfrm>
              <a:off x="1326840" y="1904711"/>
              <a:ext cx="764100" cy="7626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600" name="Google Shape;3600;p50"/>
          <p:cNvCxnSpPr>
            <a:endCxn id="3572" idx="3"/>
          </p:cNvCxnSpPr>
          <p:nvPr/>
        </p:nvCxnSpPr>
        <p:spPr>
          <a:xfrm rot="10800000">
            <a:off x="4049371" y="1673739"/>
            <a:ext cx="1108500" cy="12300"/>
          </a:xfrm>
          <a:prstGeom prst="straightConnector1">
            <a:avLst/>
          </a:prstGeom>
          <a:noFill/>
          <a:ln w="19050" cap="flat" cmpd="sng">
            <a:solidFill>
              <a:srgbClr val="E6B8AF"/>
            </a:solidFill>
            <a:prstDash val="solid"/>
            <a:round/>
            <a:headEnd type="oval" w="med" len="med"/>
            <a:tailEnd type="none" w="med" len="med"/>
          </a:ln>
        </p:spPr>
      </p:cxnSp>
      <p:cxnSp>
        <p:nvCxnSpPr>
          <p:cNvPr id="3601" name="Google Shape;3601;p50"/>
          <p:cNvCxnSpPr/>
          <p:nvPr/>
        </p:nvCxnSpPr>
        <p:spPr>
          <a:xfrm rot="-5400000" flipH="1">
            <a:off x="4468700" y="1935050"/>
            <a:ext cx="960000" cy="437400"/>
          </a:xfrm>
          <a:prstGeom prst="bentConnector3">
            <a:avLst>
              <a:gd name="adj1" fmla="val 100487"/>
            </a:avLst>
          </a:prstGeom>
          <a:noFill/>
          <a:ln w="19050" cap="flat" cmpd="sng">
            <a:solidFill>
              <a:schemeClr val="accent3"/>
            </a:solidFill>
            <a:prstDash val="solid"/>
            <a:round/>
            <a:headEnd type="none" w="med" len="med"/>
            <a:tailEnd type="oval" w="med" len="med"/>
          </a:ln>
        </p:spPr>
      </p:cxnSp>
      <p:cxnSp>
        <p:nvCxnSpPr>
          <p:cNvPr id="3602" name="Google Shape;3602;p50"/>
          <p:cNvCxnSpPr>
            <a:endCxn id="3574" idx="3"/>
          </p:cNvCxnSpPr>
          <p:nvPr/>
        </p:nvCxnSpPr>
        <p:spPr>
          <a:xfrm rot="10800000">
            <a:off x="4050579" y="3372401"/>
            <a:ext cx="1126200" cy="9000"/>
          </a:xfrm>
          <a:prstGeom prst="straightConnector1">
            <a:avLst/>
          </a:prstGeom>
          <a:noFill/>
          <a:ln w="19050" cap="flat" cmpd="sng">
            <a:solidFill>
              <a:schemeClr val="accent5"/>
            </a:solidFill>
            <a:prstDash val="solid"/>
            <a:round/>
            <a:headEnd type="oval" w="med" len="med"/>
            <a:tailEnd type="none" w="med" len="med"/>
          </a:ln>
        </p:spPr>
      </p:cxnSp>
      <p:cxnSp>
        <p:nvCxnSpPr>
          <p:cNvPr id="3603" name="Google Shape;3603;p50"/>
          <p:cNvCxnSpPr/>
          <p:nvPr/>
        </p:nvCxnSpPr>
        <p:spPr>
          <a:xfrm rot="-5400000" flipH="1">
            <a:off x="4452900" y="3676700"/>
            <a:ext cx="1000200" cy="419100"/>
          </a:xfrm>
          <a:prstGeom prst="bentConnector3">
            <a:avLst>
              <a:gd name="adj1" fmla="val 100467"/>
            </a:avLst>
          </a:prstGeom>
          <a:noFill/>
          <a:ln w="19050" cap="flat" cmpd="sng">
            <a:solidFill>
              <a:schemeClr val="lt2"/>
            </a:solidFill>
            <a:prstDash val="solid"/>
            <a:round/>
            <a:headEnd type="none" w="med" len="med"/>
            <a:tailEnd type="oval" w="med" len="med"/>
          </a:ln>
        </p:spPr>
      </p:cxnSp>
      <p:sp>
        <p:nvSpPr>
          <p:cNvPr id="3604" name="Google Shape;3604;p50"/>
          <p:cNvSpPr/>
          <p:nvPr/>
        </p:nvSpPr>
        <p:spPr>
          <a:xfrm flipH="1">
            <a:off x="-120" y="3648559"/>
            <a:ext cx="2629014" cy="1494930"/>
          </a:xfrm>
          <a:custGeom>
            <a:avLst/>
            <a:gdLst/>
            <a:ahLst/>
            <a:cxnLst/>
            <a:rect l="l" t="t" r="r" b="b"/>
            <a:pathLst>
              <a:path w="116586" h="66294" extrusionOk="0">
                <a:moveTo>
                  <a:pt x="116586" y="0"/>
                </a:moveTo>
                <a:lnTo>
                  <a:pt x="0" y="66294"/>
                </a:lnTo>
                <a:lnTo>
                  <a:pt x="116586" y="66294"/>
                </a:lnTo>
                <a:close/>
              </a:path>
            </a:pathLst>
          </a:custGeom>
          <a:solidFill>
            <a:schemeClr val="lt2"/>
          </a:solidFill>
          <a:ln>
            <a:noFill/>
          </a:ln>
        </p:spPr>
        <p:txBody>
          <a:bodyPr/>
          <a:lstStyle/>
          <a:p>
            <a:endParaRPr lang="en-US"/>
          </a:p>
        </p:txBody>
      </p:sp>
      <p:sp>
        <p:nvSpPr>
          <p:cNvPr id="3605" name="Google Shape;3605;p50"/>
          <p:cNvSpPr/>
          <p:nvPr/>
        </p:nvSpPr>
        <p:spPr>
          <a:xfrm rot="10800000">
            <a:off x="11" y="57"/>
            <a:ext cx="2713539" cy="1542993"/>
          </a:xfrm>
          <a:custGeom>
            <a:avLst/>
            <a:gdLst/>
            <a:ahLst/>
            <a:cxnLst/>
            <a:rect l="l" t="t" r="r" b="b"/>
            <a:pathLst>
              <a:path w="116586" h="66294" extrusionOk="0">
                <a:moveTo>
                  <a:pt x="116586" y="0"/>
                </a:moveTo>
                <a:lnTo>
                  <a:pt x="0" y="66294"/>
                </a:lnTo>
                <a:lnTo>
                  <a:pt x="116586" y="66294"/>
                </a:lnTo>
                <a:close/>
              </a:path>
            </a:pathLst>
          </a:custGeom>
          <a:solidFill>
            <a:schemeClr val="accent2"/>
          </a:solidFill>
          <a:ln>
            <a:noFill/>
          </a:ln>
        </p:spPr>
        <p:txBody>
          <a:bodyPr/>
          <a:lstStyle/>
          <a:p>
            <a:endParaRPr lang="en-US"/>
          </a:p>
        </p:txBody>
      </p:sp>
      <p:grpSp>
        <p:nvGrpSpPr>
          <p:cNvPr id="3606" name="Google Shape;3606;p50"/>
          <p:cNvGrpSpPr/>
          <p:nvPr/>
        </p:nvGrpSpPr>
        <p:grpSpPr>
          <a:xfrm>
            <a:off x="7830841" y="-802"/>
            <a:ext cx="593164" cy="1161172"/>
            <a:chOff x="4921825" y="870250"/>
            <a:chExt cx="407925" cy="798550"/>
          </a:xfrm>
        </p:grpSpPr>
        <p:sp>
          <p:nvSpPr>
            <p:cNvPr id="3607" name="Google Shape;3607;p50"/>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0"/>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0"/>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0"/>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0"/>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0"/>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0"/>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0"/>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0"/>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0"/>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0"/>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0"/>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0"/>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0"/>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0"/>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0"/>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0"/>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0"/>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0"/>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0"/>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0"/>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0"/>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0"/>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0"/>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0"/>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0"/>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0"/>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0"/>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0"/>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0"/>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7" name="Google Shape;3637;p50"/>
          <p:cNvSpPr txBox="1">
            <a:spLocks noGrp="1"/>
          </p:cNvSpPr>
          <p:nvPr>
            <p:ph type="title" idx="4294967295"/>
          </p:nvPr>
        </p:nvSpPr>
        <p:spPr>
          <a:xfrm>
            <a:off x="5257573" y="1369363"/>
            <a:ext cx="629100" cy="39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a:t>
            </a:r>
            <a:endParaRPr/>
          </a:p>
        </p:txBody>
      </p:sp>
      <p:sp>
        <p:nvSpPr>
          <p:cNvPr id="3638" name="Google Shape;3638;p50"/>
          <p:cNvSpPr txBox="1">
            <a:spLocks noGrp="1"/>
          </p:cNvSpPr>
          <p:nvPr>
            <p:ph type="title" idx="4294967295"/>
          </p:nvPr>
        </p:nvSpPr>
        <p:spPr>
          <a:xfrm>
            <a:off x="5257573" y="2246726"/>
            <a:ext cx="629100" cy="39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a:t>
            </a:r>
            <a:endParaRPr/>
          </a:p>
        </p:txBody>
      </p:sp>
      <p:sp>
        <p:nvSpPr>
          <p:cNvPr id="3639" name="Google Shape;3639;p50"/>
          <p:cNvSpPr txBox="1">
            <a:spLocks noGrp="1"/>
          </p:cNvSpPr>
          <p:nvPr>
            <p:ph type="title" idx="4294967295"/>
          </p:nvPr>
        </p:nvSpPr>
        <p:spPr>
          <a:xfrm>
            <a:off x="5257573" y="3128776"/>
            <a:ext cx="629100" cy="39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a:t>
            </a:r>
            <a:endParaRPr/>
          </a:p>
        </p:txBody>
      </p:sp>
      <p:sp>
        <p:nvSpPr>
          <p:cNvPr id="3640" name="Google Shape;3640;p50"/>
          <p:cNvSpPr txBox="1">
            <a:spLocks noGrp="1"/>
          </p:cNvSpPr>
          <p:nvPr>
            <p:ph type="title" idx="4294967295"/>
          </p:nvPr>
        </p:nvSpPr>
        <p:spPr>
          <a:xfrm>
            <a:off x="5257573" y="3998851"/>
            <a:ext cx="629100" cy="39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a:t>
            </a:r>
            <a:endParaRPr/>
          </a:p>
        </p:txBody>
      </p:sp>
      <p:grpSp>
        <p:nvGrpSpPr>
          <p:cNvPr id="3641" name="Google Shape;3641;p50"/>
          <p:cNvGrpSpPr/>
          <p:nvPr/>
        </p:nvGrpSpPr>
        <p:grpSpPr>
          <a:xfrm>
            <a:off x="1476160" y="2002023"/>
            <a:ext cx="437397" cy="532107"/>
            <a:chOff x="1768821" y="3361108"/>
            <a:chExt cx="278739" cy="339073"/>
          </a:xfrm>
        </p:grpSpPr>
        <p:sp>
          <p:nvSpPr>
            <p:cNvPr id="3642" name="Google Shape;3642;p50"/>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0"/>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0"/>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0"/>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0"/>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0"/>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0"/>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0"/>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0"/>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0"/>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0"/>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50"/>
          <p:cNvGrpSpPr/>
          <p:nvPr/>
        </p:nvGrpSpPr>
        <p:grpSpPr>
          <a:xfrm>
            <a:off x="3519972" y="1456399"/>
            <a:ext cx="451895" cy="418797"/>
            <a:chOff x="6630539" y="2917502"/>
            <a:chExt cx="371777" cy="349434"/>
          </a:xfrm>
        </p:grpSpPr>
        <p:sp>
          <p:nvSpPr>
            <p:cNvPr id="3654" name="Google Shape;3654;p50"/>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0"/>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0"/>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0"/>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0"/>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0"/>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0"/>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1" name="Google Shape;3661;p50"/>
          <p:cNvGrpSpPr/>
          <p:nvPr/>
        </p:nvGrpSpPr>
        <p:grpSpPr>
          <a:xfrm>
            <a:off x="3521845" y="3148020"/>
            <a:ext cx="440459" cy="440483"/>
            <a:chOff x="1754279" y="4286593"/>
            <a:chExt cx="351439" cy="345965"/>
          </a:xfrm>
        </p:grpSpPr>
        <p:sp>
          <p:nvSpPr>
            <p:cNvPr id="3662" name="Google Shape;3662;p50"/>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0"/>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0"/>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0"/>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0"/>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3670"/>
        <p:cNvGrpSpPr/>
        <p:nvPr/>
      </p:nvGrpSpPr>
      <p:grpSpPr>
        <a:xfrm>
          <a:off x="0" y="0"/>
          <a:ext cx="0" cy="0"/>
          <a:chOff x="0" y="0"/>
          <a:chExt cx="0" cy="0"/>
        </a:xfrm>
      </p:grpSpPr>
      <p:sp>
        <p:nvSpPr>
          <p:cNvPr id="3671" name="Google Shape;3671;p51"/>
          <p:cNvSpPr/>
          <p:nvPr/>
        </p:nvSpPr>
        <p:spPr>
          <a:xfrm rot="10800000" flipH="1">
            <a:off x="2461426" y="1656200"/>
            <a:ext cx="1529700" cy="1125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72" name="Google Shape;3672;p51"/>
          <p:cNvSpPr/>
          <p:nvPr/>
        </p:nvSpPr>
        <p:spPr>
          <a:xfrm rot="10800000" flipH="1">
            <a:off x="4423575" y="1656200"/>
            <a:ext cx="17583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73" name="Google Shape;3673;p51"/>
          <p:cNvSpPr/>
          <p:nvPr/>
        </p:nvSpPr>
        <p:spPr>
          <a:xfrm rot="10800000" flipH="1">
            <a:off x="6585750" y="1656200"/>
            <a:ext cx="15678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74" name="Google Shape;3674;p51"/>
          <p:cNvSpPr/>
          <p:nvPr/>
        </p:nvSpPr>
        <p:spPr>
          <a:xfrm rot="10800000" flipH="1">
            <a:off x="790566" y="2421550"/>
            <a:ext cx="13152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75" name="Google Shape;3675;p51"/>
          <p:cNvSpPr/>
          <p:nvPr/>
        </p:nvSpPr>
        <p:spPr>
          <a:xfrm rot="10800000" flipH="1">
            <a:off x="790566" y="3250225"/>
            <a:ext cx="1315200" cy="112500"/>
          </a:xfrm>
          <a:prstGeom prst="rect">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76" name="Google Shape;3676;p51"/>
          <p:cNvSpPr/>
          <p:nvPr/>
        </p:nvSpPr>
        <p:spPr>
          <a:xfrm rot="10800000" flipH="1">
            <a:off x="790566" y="4078900"/>
            <a:ext cx="13152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77" name="Google Shape;3677;p51"/>
          <p:cNvSpPr/>
          <p:nvPr/>
        </p:nvSpPr>
        <p:spPr>
          <a:xfrm>
            <a:off x="2347750" y="1957200"/>
            <a:ext cx="6071100" cy="2559000"/>
          </a:xfrm>
          <a:prstGeom prst="roundRect">
            <a:avLst>
              <a:gd name="adj" fmla="val 6849"/>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1"/>
          <p:cNvSpPr/>
          <p:nvPr/>
        </p:nvSpPr>
        <p:spPr>
          <a:xfrm>
            <a:off x="2816025" y="685975"/>
            <a:ext cx="35766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000"/>
              <a:t>KEY ACTION ITEMS</a:t>
            </a:r>
            <a:endParaRPr/>
          </a:p>
        </p:txBody>
      </p:sp>
      <p:graphicFrame>
        <p:nvGraphicFramePr>
          <p:cNvPr id="3680" name="Google Shape;3680;p51"/>
          <p:cNvGraphicFramePr/>
          <p:nvPr/>
        </p:nvGraphicFramePr>
        <p:xfrm>
          <a:off x="715111" y="1441547"/>
          <a:ext cx="3000000" cy="3000000"/>
        </p:xfrm>
        <a:graphic>
          <a:graphicData uri="http://schemas.openxmlformats.org/drawingml/2006/table">
            <a:tbl>
              <a:tblPr>
                <a:noFill/>
                <a:tableStyleId>{5523365D-2D8C-41E8-AB08-E5754EFEE760}</a:tableStyleId>
              </a:tblPr>
              <a:tblGrid>
                <a:gridCol w="1632650">
                  <a:extLst>
                    <a:ext uri="{9D8B030D-6E8A-4147-A177-3AD203B41FA5}">
                      <a16:colId xmlns:a16="http://schemas.microsoft.com/office/drawing/2014/main" val="20000"/>
                    </a:ext>
                  </a:extLst>
                </a:gridCol>
                <a:gridCol w="2023775">
                  <a:extLst>
                    <a:ext uri="{9D8B030D-6E8A-4147-A177-3AD203B41FA5}">
                      <a16:colId xmlns:a16="http://schemas.microsoft.com/office/drawing/2014/main" val="20001"/>
                    </a:ext>
                  </a:extLst>
                </a:gridCol>
                <a:gridCol w="2023775">
                  <a:extLst>
                    <a:ext uri="{9D8B030D-6E8A-4147-A177-3AD203B41FA5}">
                      <a16:colId xmlns:a16="http://schemas.microsoft.com/office/drawing/2014/main" val="20002"/>
                    </a:ext>
                  </a:extLst>
                </a:gridCol>
                <a:gridCol w="2023775">
                  <a:extLst>
                    <a:ext uri="{9D8B030D-6E8A-4147-A177-3AD203B41FA5}">
                      <a16:colId xmlns:a16="http://schemas.microsoft.com/office/drawing/2014/main" val="20003"/>
                    </a:ext>
                  </a:extLst>
                </a:gridCol>
              </a:tblGrid>
              <a:tr h="591850">
                <a:tc>
                  <a:txBody>
                    <a:bodyPr/>
                    <a:lstStyle/>
                    <a:p>
                      <a:pPr marL="0" lvl="0" indent="0" algn="l" rtl="0">
                        <a:spcBef>
                          <a:spcPts val="0"/>
                        </a:spcBef>
                        <a:spcAft>
                          <a:spcPts val="0"/>
                        </a:spcAft>
                        <a:buNone/>
                      </a:pPr>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9E9E9E">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Questrial"/>
                          <a:ea typeface="Questrial"/>
                          <a:cs typeface="Questrial"/>
                          <a:sym typeface="Questrial"/>
                        </a:rPr>
                        <a:t>FIRST QUARTER</a:t>
                      </a:r>
                      <a:endParaRPr sz="1600">
                        <a:solidFill>
                          <a:schemeClr val="dk1"/>
                        </a:solidFill>
                        <a:latin typeface="Questrial"/>
                        <a:ea typeface="Questrial"/>
                        <a:cs typeface="Questrial"/>
                        <a:sym typeface="Questria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9E9E9E">
                          <a:alpha val="0"/>
                        </a:srgbClr>
                      </a:solidFill>
                      <a:prstDash val="solid"/>
                      <a:round/>
                      <a:headEnd type="none" w="sm" len="sm"/>
                      <a:tailEnd type="none" w="sm" len="sm"/>
                    </a:lnT>
                    <a:lnB w="19050"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Questrial"/>
                          <a:ea typeface="Questrial"/>
                          <a:cs typeface="Questrial"/>
                          <a:sym typeface="Questrial"/>
                        </a:rPr>
                        <a:t>SECOND QUARTER</a:t>
                      </a:r>
                      <a:endParaRPr sz="1600">
                        <a:solidFill>
                          <a:schemeClr val="dk1"/>
                        </a:solidFill>
                        <a:latin typeface="Questrial"/>
                        <a:ea typeface="Questrial"/>
                        <a:cs typeface="Questrial"/>
                        <a:sym typeface="Questria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9E9E9E">
                          <a:alpha val="0"/>
                        </a:srgbClr>
                      </a:solidFill>
                      <a:prstDash val="solid"/>
                      <a:round/>
                      <a:headEnd type="none" w="sm" len="sm"/>
                      <a:tailEnd type="none" w="sm" len="sm"/>
                    </a:lnT>
                    <a:lnB w="19050"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Questrial"/>
                          <a:ea typeface="Questrial"/>
                          <a:cs typeface="Questrial"/>
                          <a:sym typeface="Questrial"/>
                        </a:rPr>
                        <a:t>THIRD QUARTER</a:t>
                      </a:r>
                      <a:endParaRPr sz="1600">
                        <a:solidFill>
                          <a:schemeClr val="dk1"/>
                        </a:solidFill>
                        <a:latin typeface="Questrial"/>
                        <a:ea typeface="Questrial"/>
                        <a:cs typeface="Questrial"/>
                        <a:sym typeface="Questria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9E9E9E">
                          <a:alpha val="0"/>
                        </a:srgbClr>
                      </a:solidFill>
                      <a:prstDash val="solid"/>
                      <a:round/>
                      <a:headEnd type="none" w="sm" len="sm"/>
                      <a:tailEnd type="none" w="sm" len="sm"/>
                    </a:lnT>
                    <a:lnB w="19050"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0"/>
                  </a:ext>
                </a:extLst>
              </a:tr>
              <a:tr h="827575">
                <a:tc>
                  <a:txBody>
                    <a:bodyPr/>
                    <a:lstStyle/>
                    <a:p>
                      <a:pPr marL="0" lvl="0" indent="0" algn="ctr" rtl="0">
                        <a:spcBef>
                          <a:spcPts val="0"/>
                        </a:spcBef>
                        <a:spcAft>
                          <a:spcPts val="0"/>
                        </a:spcAft>
                        <a:buNone/>
                      </a:pPr>
                      <a:r>
                        <a:rPr lang="en" sz="1600">
                          <a:solidFill>
                            <a:schemeClr val="dk1"/>
                          </a:solidFill>
                          <a:latin typeface="Questrial"/>
                          <a:ea typeface="Questrial"/>
                          <a:cs typeface="Questrial"/>
                          <a:sym typeface="Questrial"/>
                        </a:rPr>
                        <a:t>KEY ACTION 1</a:t>
                      </a:r>
                      <a:endParaRPr sz="1600">
                        <a:solidFill>
                          <a:schemeClr val="dk1"/>
                        </a:solidFill>
                        <a:latin typeface="Questrial"/>
                        <a:ea typeface="Questrial"/>
                        <a:cs typeface="Questrial"/>
                        <a:sym typeface="Questrial"/>
                      </a:endParaRPr>
                    </a:p>
                  </a:txBody>
                  <a:tcPr marL="91425" marR="91425" marT="91425" marB="91425" anchor="ctr">
                    <a:lnL w="19050" cap="flat" cmpd="sng">
                      <a:solidFill>
                        <a:srgbClr val="DD7E6B">
                          <a:alpha val="0"/>
                        </a:srgbClr>
                      </a:solidFill>
                      <a:prstDash val="solid"/>
                      <a:round/>
                      <a:headEnd type="none" w="sm" len="sm"/>
                      <a:tailEnd type="none" w="sm" len="sm"/>
                    </a:lnL>
                    <a:lnR w="19050" cap="flat" cmpd="sng">
                      <a:solidFill>
                        <a:srgbClr val="DD7E6B">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DD7E6B">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9E9E9E">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9E9E9E">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9E9E9E">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extLst>
                  <a:ext uri="{0D108BD9-81ED-4DB2-BD59-A6C34878D82A}">
                    <a16:rowId xmlns:a16="http://schemas.microsoft.com/office/drawing/2014/main" val="10001"/>
                  </a:ext>
                </a:extLst>
              </a:tr>
              <a:tr h="827575">
                <a:tc>
                  <a:txBody>
                    <a:bodyPr/>
                    <a:lstStyle/>
                    <a:p>
                      <a:pPr marL="0" lvl="0" indent="0" algn="ctr" rtl="0">
                        <a:spcBef>
                          <a:spcPts val="0"/>
                        </a:spcBef>
                        <a:spcAft>
                          <a:spcPts val="0"/>
                        </a:spcAft>
                        <a:buNone/>
                      </a:pPr>
                      <a:r>
                        <a:rPr lang="en" sz="1600">
                          <a:solidFill>
                            <a:schemeClr val="dk1"/>
                          </a:solidFill>
                          <a:latin typeface="Questrial"/>
                          <a:ea typeface="Questrial"/>
                          <a:cs typeface="Questrial"/>
                          <a:sym typeface="Questrial"/>
                        </a:rPr>
                        <a:t>KEY ACTION 2</a:t>
                      </a:r>
                      <a:endParaRPr sz="1600">
                        <a:solidFill>
                          <a:schemeClr val="dk1"/>
                        </a:solidFill>
                        <a:latin typeface="Questrial"/>
                        <a:ea typeface="Questrial"/>
                        <a:cs typeface="Questrial"/>
                        <a:sym typeface="Questrial"/>
                      </a:endParaRPr>
                    </a:p>
                  </a:txBody>
                  <a:tcPr marL="91425" marR="91425" marT="91425" marB="91425" anchor="ctr">
                    <a:lnL w="19050" cap="flat" cmpd="sng">
                      <a:solidFill>
                        <a:srgbClr val="DD7E6B">
                          <a:alpha val="0"/>
                        </a:srgbClr>
                      </a:solidFill>
                      <a:prstDash val="solid"/>
                      <a:round/>
                      <a:headEnd type="none" w="sm" len="sm"/>
                      <a:tailEnd type="none" w="sm" len="sm"/>
                    </a:lnL>
                    <a:lnR w="19050" cap="flat" cmpd="sng">
                      <a:solidFill>
                        <a:srgbClr val="DD7E6B">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DD7E6B">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extLst>
                  <a:ext uri="{0D108BD9-81ED-4DB2-BD59-A6C34878D82A}">
                    <a16:rowId xmlns:a16="http://schemas.microsoft.com/office/drawing/2014/main" val="10002"/>
                  </a:ext>
                </a:extLst>
              </a:tr>
              <a:tr h="827575">
                <a:tc>
                  <a:txBody>
                    <a:bodyPr/>
                    <a:lstStyle/>
                    <a:p>
                      <a:pPr marL="0" lvl="0" indent="0" algn="ctr" rtl="0">
                        <a:spcBef>
                          <a:spcPts val="0"/>
                        </a:spcBef>
                        <a:spcAft>
                          <a:spcPts val="0"/>
                        </a:spcAft>
                        <a:buNone/>
                      </a:pPr>
                      <a:r>
                        <a:rPr lang="en" sz="1600">
                          <a:solidFill>
                            <a:schemeClr val="dk1"/>
                          </a:solidFill>
                          <a:latin typeface="Questrial"/>
                          <a:ea typeface="Questrial"/>
                          <a:cs typeface="Questrial"/>
                          <a:sym typeface="Questrial"/>
                        </a:rPr>
                        <a:t>KEY ACTION 3</a:t>
                      </a:r>
                      <a:endParaRPr sz="1600">
                        <a:solidFill>
                          <a:schemeClr val="dk1"/>
                        </a:solidFill>
                        <a:latin typeface="Questrial"/>
                        <a:ea typeface="Questrial"/>
                        <a:cs typeface="Questrial"/>
                        <a:sym typeface="Questrial"/>
                      </a:endParaRPr>
                    </a:p>
                  </a:txBody>
                  <a:tcPr marL="91425" marR="91425" marT="91425" marB="91425" anchor="ctr">
                    <a:lnL w="19050" cap="flat" cmpd="sng">
                      <a:solidFill>
                        <a:srgbClr val="DD7E6B">
                          <a:alpha val="0"/>
                        </a:srgbClr>
                      </a:solidFill>
                      <a:prstDash val="solid"/>
                      <a:round/>
                      <a:headEnd type="none" w="sm" len="sm"/>
                      <a:tailEnd type="none" w="sm" len="sm"/>
                    </a:lnL>
                    <a:lnR w="19050" cap="flat" cmpd="sng">
                      <a:solidFill>
                        <a:srgbClr val="DD7E6B">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DD7E6B">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2"/>
                          </a:solidFill>
                          <a:latin typeface="Abel"/>
                          <a:ea typeface="Abel"/>
                          <a:cs typeface="Abel"/>
                          <a:sym typeface="Abel"/>
                        </a:rPr>
                        <a:t>You can describe your items for the quarter here</a:t>
                      </a:r>
                      <a:endParaRPr>
                        <a:solidFill>
                          <a:schemeClr val="dk2"/>
                        </a:solidFill>
                        <a:latin typeface="Abel"/>
                        <a:ea typeface="Abel"/>
                        <a:cs typeface="Abel"/>
                        <a:sym typeface="Abel"/>
                      </a:endParaRPr>
                    </a:p>
                  </a:txBody>
                  <a:tcPr marL="91425" marR="91425" marT="91425" marB="91425">
                    <a:lnL w="19050" cap="flat" cmpd="sng">
                      <a:solidFill>
                        <a:srgbClr val="9E9E9E">
                          <a:alpha val="0"/>
                        </a:srgbClr>
                      </a:solidFill>
                      <a:prstDash val="solid"/>
                      <a:round/>
                      <a:headEnd type="none" w="sm" len="sm"/>
                      <a:tailEnd type="none" w="sm" len="sm"/>
                    </a:lnL>
                    <a:lnR w="19050" cap="flat" cmpd="sng">
                      <a:solidFill>
                        <a:srgbClr val="9E9E9E">
                          <a:alpha val="0"/>
                        </a:srgbClr>
                      </a:solidFill>
                      <a:prstDash val="solid"/>
                      <a:round/>
                      <a:headEnd type="none" w="sm" len="sm"/>
                      <a:tailEnd type="none" w="sm" len="sm"/>
                    </a:lnR>
                    <a:lnT w="19050" cap="flat" cmpd="sng">
                      <a:solidFill>
                        <a:srgbClr val="DD7E6B">
                          <a:alpha val="0"/>
                        </a:srgbClr>
                      </a:solidFill>
                      <a:prstDash val="solid"/>
                      <a:round/>
                      <a:headEnd type="none" w="sm" len="sm"/>
                      <a:tailEnd type="none" w="sm" len="sm"/>
                    </a:lnT>
                    <a:lnB w="19050" cap="flat" cmpd="sng">
                      <a:solidFill>
                        <a:srgbClr val="DD7E6B">
                          <a:alpha val="0"/>
                        </a:srgb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pSp>
        <p:nvGrpSpPr>
          <p:cNvPr id="3681" name="Google Shape;3681;p51"/>
          <p:cNvGrpSpPr/>
          <p:nvPr/>
        </p:nvGrpSpPr>
        <p:grpSpPr>
          <a:xfrm flipH="1">
            <a:off x="-2196357" y="-1687577"/>
            <a:ext cx="4017967" cy="3644766"/>
            <a:chOff x="3166062" y="1034326"/>
            <a:chExt cx="6010422" cy="5452155"/>
          </a:xfrm>
        </p:grpSpPr>
        <p:sp>
          <p:nvSpPr>
            <p:cNvPr id="3682" name="Google Shape;3682;p51"/>
            <p:cNvSpPr/>
            <p:nvPr/>
          </p:nvSpPr>
          <p:spPr>
            <a:xfrm>
              <a:off x="3234090" y="1157235"/>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1"/>
            <p:cNvSpPr/>
            <p:nvPr/>
          </p:nvSpPr>
          <p:spPr>
            <a:xfrm>
              <a:off x="3166062" y="1034326"/>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3687"/>
        <p:cNvGrpSpPr/>
        <p:nvPr/>
      </p:nvGrpSpPr>
      <p:grpSpPr>
        <a:xfrm>
          <a:off x="0" y="0"/>
          <a:ext cx="0" cy="0"/>
          <a:chOff x="0" y="0"/>
          <a:chExt cx="0" cy="0"/>
        </a:xfrm>
      </p:grpSpPr>
      <p:sp>
        <p:nvSpPr>
          <p:cNvPr id="3688" name="Google Shape;3688;p52"/>
          <p:cNvSpPr/>
          <p:nvPr/>
        </p:nvSpPr>
        <p:spPr>
          <a:xfrm>
            <a:off x="2180100" y="2578775"/>
            <a:ext cx="4783800" cy="5561100"/>
          </a:xfrm>
          <a:prstGeom prst="chord">
            <a:avLst>
              <a:gd name="adj1" fmla="val 10808248"/>
              <a:gd name="adj2" fmla="val 5870"/>
            </a:avLst>
          </a:prstGeom>
          <a:noFill/>
          <a:ln w="28575" cap="flat" cmpd="sng">
            <a:solidFill>
              <a:schemeClr val="dk2"/>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2"/>
          <p:cNvSpPr/>
          <p:nvPr/>
        </p:nvSpPr>
        <p:spPr>
          <a:xfrm rot="10800000" flipH="1">
            <a:off x="1332921" y="2965200"/>
            <a:ext cx="9804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90" name="Google Shape;3690;p52"/>
          <p:cNvSpPr/>
          <p:nvPr/>
        </p:nvSpPr>
        <p:spPr>
          <a:xfrm rot="10800000" flipH="1">
            <a:off x="1779853" y="1950750"/>
            <a:ext cx="11310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91" name="Google Shape;3691;p52"/>
          <p:cNvSpPr/>
          <p:nvPr/>
        </p:nvSpPr>
        <p:spPr>
          <a:xfrm rot="10800000" flipH="1">
            <a:off x="4221201" y="1252525"/>
            <a:ext cx="741900" cy="112500"/>
          </a:xfrm>
          <a:prstGeom prst="rect">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92" name="Google Shape;3692;p52"/>
          <p:cNvSpPr/>
          <p:nvPr/>
        </p:nvSpPr>
        <p:spPr>
          <a:xfrm rot="10800000" flipH="1">
            <a:off x="6194375" y="1974450"/>
            <a:ext cx="729000" cy="1125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93" name="Google Shape;3693;p52"/>
          <p:cNvSpPr/>
          <p:nvPr/>
        </p:nvSpPr>
        <p:spPr>
          <a:xfrm rot="10800000" flipH="1">
            <a:off x="6779670" y="2985275"/>
            <a:ext cx="10455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94" name="Google Shape;3694;p52"/>
          <p:cNvSpPr/>
          <p:nvPr/>
        </p:nvSpPr>
        <p:spPr>
          <a:xfrm>
            <a:off x="3714250" y="685975"/>
            <a:ext cx="17073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TIMELINE</a:t>
            </a:r>
            <a:endParaRPr/>
          </a:p>
        </p:txBody>
      </p:sp>
      <p:sp>
        <p:nvSpPr>
          <p:cNvPr id="3696" name="Google Shape;3696;p52"/>
          <p:cNvSpPr txBox="1"/>
          <p:nvPr/>
        </p:nvSpPr>
        <p:spPr>
          <a:xfrm>
            <a:off x="1288975" y="2130900"/>
            <a:ext cx="1707300" cy="519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200"/>
              </a:spcAft>
              <a:buNone/>
            </a:pPr>
            <a:r>
              <a:rPr lang="en">
                <a:solidFill>
                  <a:schemeClr val="dk2"/>
                </a:solidFill>
                <a:latin typeface="Abel"/>
                <a:ea typeface="Abel"/>
                <a:cs typeface="Abel"/>
                <a:sym typeface="Abel"/>
              </a:rPr>
              <a:t>Mercury is the closest planet to the Sun </a:t>
            </a:r>
            <a:endParaRPr>
              <a:solidFill>
                <a:schemeClr val="dk2"/>
              </a:solidFill>
              <a:latin typeface="Abel"/>
              <a:ea typeface="Abel"/>
              <a:cs typeface="Abel"/>
              <a:sym typeface="Abel"/>
            </a:endParaRPr>
          </a:p>
        </p:txBody>
      </p:sp>
      <p:sp>
        <p:nvSpPr>
          <p:cNvPr id="3697" name="Google Shape;3697;p52"/>
          <p:cNvSpPr txBox="1"/>
          <p:nvPr/>
        </p:nvSpPr>
        <p:spPr>
          <a:xfrm>
            <a:off x="3718275" y="1396375"/>
            <a:ext cx="1707300" cy="49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Abel"/>
                <a:ea typeface="Abel"/>
                <a:cs typeface="Abel"/>
                <a:sym typeface="Abel"/>
              </a:rPr>
              <a:t>Venus is the second planet from the Sun</a:t>
            </a:r>
            <a:endParaRPr>
              <a:solidFill>
                <a:schemeClr val="dk2"/>
              </a:solidFill>
              <a:latin typeface="Abel"/>
              <a:ea typeface="Abel"/>
              <a:cs typeface="Abel"/>
              <a:sym typeface="Abel"/>
            </a:endParaRPr>
          </a:p>
        </p:txBody>
      </p:sp>
      <p:sp>
        <p:nvSpPr>
          <p:cNvPr id="3698" name="Google Shape;3698;p52"/>
          <p:cNvSpPr txBox="1"/>
          <p:nvPr/>
        </p:nvSpPr>
        <p:spPr>
          <a:xfrm>
            <a:off x="6139475" y="2130750"/>
            <a:ext cx="1707300" cy="519000"/>
          </a:xfrm>
          <a:prstGeom prst="rect">
            <a:avLst/>
          </a:prstGeom>
          <a:noFill/>
          <a:ln>
            <a:noFill/>
          </a:ln>
        </p:spPr>
        <p:txBody>
          <a:bodyPr spcFirstLastPara="1" wrap="square" lIns="114300" tIns="91425" rIns="91425" bIns="91425" anchor="t" anchorCtr="0">
            <a:noAutofit/>
          </a:bodyPr>
          <a:lstStyle/>
          <a:p>
            <a:pPr marL="0" lvl="0" indent="0" algn="l" rtl="0">
              <a:spcBef>
                <a:spcPts val="0"/>
              </a:spcBef>
              <a:spcAft>
                <a:spcPts val="0"/>
              </a:spcAft>
              <a:buNone/>
            </a:pPr>
            <a:r>
              <a:rPr lang="en">
                <a:solidFill>
                  <a:schemeClr val="dk2"/>
                </a:solidFill>
                <a:latin typeface="Abel"/>
                <a:ea typeface="Abel"/>
                <a:cs typeface="Abel"/>
                <a:sym typeface="Abel"/>
              </a:rPr>
              <a:t>Despite being red, Mars is a cold planet</a:t>
            </a:r>
            <a:endParaRPr>
              <a:solidFill>
                <a:schemeClr val="dk2"/>
              </a:solidFill>
              <a:latin typeface="Abel"/>
              <a:ea typeface="Abel"/>
              <a:cs typeface="Abel"/>
              <a:sym typeface="Abel"/>
            </a:endParaRPr>
          </a:p>
        </p:txBody>
      </p:sp>
      <p:sp>
        <p:nvSpPr>
          <p:cNvPr id="3699" name="Google Shape;3699;p52"/>
          <p:cNvSpPr txBox="1"/>
          <p:nvPr/>
        </p:nvSpPr>
        <p:spPr>
          <a:xfrm>
            <a:off x="728276" y="3145400"/>
            <a:ext cx="1707300" cy="4956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200"/>
              </a:spcAft>
              <a:buNone/>
            </a:pPr>
            <a:r>
              <a:rPr lang="en">
                <a:solidFill>
                  <a:schemeClr val="dk2"/>
                </a:solidFill>
                <a:latin typeface="Abel"/>
                <a:ea typeface="Abel"/>
                <a:cs typeface="Abel"/>
                <a:sym typeface="Abel"/>
              </a:rPr>
              <a:t>Saturn is a gas giant and has several rings</a:t>
            </a:r>
            <a:endParaRPr>
              <a:solidFill>
                <a:schemeClr val="dk2"/>
              </a:solidFill>
              <a:latin typeface="Abel"/>
              <a:ea typeface="Abel"/>
              <a:cs typeface="Abel"/>
              <a:sym typeface="Abel"/>
            </a:endParaRPr>
          </a:p>
        </p:txBody>
      </p:sp>
      <p:sp>
        <p:nvSpPr>
          <p:cNvPr id="3700" name="Google Shape;3700;p52"/>
          <p:cNvSpPr txBox="1"/>
          <p:nvPr/>
        </p:nvSpPr>
        <p:spPr>
          <a:xfrm>
            <a:off x="6708575" y="3145075"/>
            <a:ext cx="1707300" cy="495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latin typeface="Abel"/>
                <a:ea typeface="Abel"/>
                <a:cs typeface="Abel"/>
                <a:sym typeface="Abel"/>
              </a:rPr>
              <a:t>It's the biggest planet in the System Solar</a:t>
            </a:r>
            <a:endParaRPr>
              <a:solidFill>
                <a:schemeClr val="dk2"/>
              </a:solidFill>
              <a:latin typeface="Abel"/>
              <a:ea typeface="Abel"/>
              <a:cs typeface="Abel"/>
              <a:sym typeface="Abel"/>
            </a:endParaRPr>
          </a:p>
        </p:txBody>
      </p:sp>
      <p:cxnSp>
        <p:nvCxnSpPr>
          <p:cNvPr id="3701" name="Google Shape;3701;p52"/>
          <p:cNvCxnSpPr>
            <a:endCxn id="3696" idx="3"/>
          </p:cNvCxnSpPr>
          <p:nvPr/>
        </p:nvCxnSpPr>
        <p:spPr>
          <a:xfrm rot="5400000" flipH="1">
            <a:off x="2914825" y="2471850"/>
            <a:ext cx="614700" cy="451800"/>
          </a:xfrm>
          <a:prstGeom prst="bentConnector2">
            <a:avLst/>
          </a:prstGeom>
          <a:noFill/>
          <a:ln w="19050" cap="flat" cmpd="sng">
            <a:solidFill>
              <a:schemeClr val="lt2"/>
            </a:solidFill>
            <a:prstDash val="solid"/>
            <a:round/>
            <a:headEnd type="oval" w="med" len="med"/>
            <a:tailEnd type="none" w="med" len="med"/>
          </a:ln>
        </p:spPr>
      </p:cxnSp>
      <p:cxnSp>
        <p:nvCxnSpPr>
          <p:cNvPr id="3702" name="Google Shape;3702;p52"/>
          <p:cNvCxnSpPr>
            <a:endCxn id="3698" idx="1"/>
          </p:cNvCxnSpPr>
          <p:nvPr/>
        </p:nvCxnSpPr>
        <p:spPr>
          <a:xfrm rot="-5400000">
            <a:off x="5601875" y="2455650"/>
            <a:ext cx="603000" cy="472200"/>
          </a:xfrm>
          <a:prstGeom prst="bentConnector2">
            <a:avLst/>
          </a:prstGeom>
          <a:noFill/>
          <a:ln w="19050" cap="flat" cmpd="sng">
            <a:solidFill>
              <a:schemeClr val="accent1"/>
            </a:solidFill>
            <a:prstDash val="solid"/>
            <a:round/>
            <a:headEnd type="oval" w="med" len="med"/>
            <a:tailEnd type="none" w="med" len="med"/>
          </a:ln>
        </p:spPr>
      </p:cxnSp>
      <p:cxnSp>
        <p:nvCxnSpPr>
          <p:cNvPr id="3703" name="Google Shape;3703;p52"/>
          <p:cNvCxnSpPr/>
          <p:nvPr/>
        </p:nvCxnSpPr>
        <p:spPr>
          <a:xfrm rot="-5400000">
            <a:off x="4089300" y="2373475"/>
            <a:ext cx="965400" cy="2400"/>
          </a:xfrm>
          <a:prstGeom prst="bentConnector3">
            <a:avLst>
              <a:gd name="adj1" fmla="val 50000"/>
            </a:avLst>
          </a:prstGeom>
          <a:noFill/>
          <a:ln w="19050" cap="flat" cmpd="sng">
            <a:solidFill>
              <a:schemeClr val="accent5"/>
            </a:solidFill>
            <a:prstDash val="solid"/>
            <a:round/>
            <a:headEnd type="oval" w="med" len="med"/>
            <a:tailEnd type="none" w="med" len="med"/>
          </a:ln>
        </p:spPr>
      </p:cxnSp>
      <p:cxnSp>
        <p:nvCxnSpPr>
          <p:cNvPr id="3704" name="Google Shape;3704;p52"/>
          <p:cNvCxnSpPr>
            <a:endCxn id="3699" idx="3"/>
          </p:cNvCxnSpPr>
          <p:nvPr/>
        </p:nvCxnSpPr>
        <p:spPr>
          <a:xfrm rot="10800000">
            <a:off x="2435576" y="3393200"/>
            <a:ext cx="531000" cy="229200"/>
          </a:xfrm>
          <a:prstGeom prst="bentConnector3">
            <a:avLst>
              <a:gd name="adj1" fmla="val -1935"/>
            </a:avLst>
          </a:prstGeom>
          <a:noFill/>
          <a:ln w="19050" cap="flat" cmpd="sng">
            <a:solidFill>
              <a:schemeClr val="accent4"/>
            </a:solidFill>
            <a:prstDash val="solid"/>
            <a:round/>
            <a:headEnd type="none" w="med" len="med"/>
            <a:tailEnd type="none" w="med" len="med"/>
          </a:ln>
        </p:spPr>
      </p:cxnSp>
      <p:cxnSp>
        <p:nvCxnSpPr>
          <p:cNvPr id="3705" name="Google Shape;3705;p52"/>
          <p:cNvCxnSpPr>
            <a:stCxn id="3706" idx="0"/>
            <a:endCxn id="3700" idx="1"/>
          </p:cNvCxnSpPr>
          <p:nvPr/>
        </p:nvCxnSpPr>
        <p:spPr>
          <a:xfrm rot="-5400000">
            <a:off x="6395320" y="3349451"/>
            <a:ext cx="269700" cy="356700"/>
          </a:xfrm>
          <a:prstGeom prst="bentConnector2">
            <a:avLst/>
          </a:prstGeom>
          <a:noFill/>
          <a:ln w="19050" cap="flat" cmpd="sng">
            <a:solidFill>
              <a:schemeClr val="accent2"/>
            </a:solidFill>
            <a:prstDash val="solid"/>
            <a:round/>
            <a:headEnd type="none" w="med" len="med"/>
            <a:tailEnd type="none" w="med" len="med"/>
          </a:ln>
        </p:spPr>
      </p:cxnSp>
      <p:sp>
        <p:nvSpPr>
          <p:cNvPr id="3707" name="Google Shape;3707;p52"/>
          <p:cNvSpPr txBox="1"/>
          <p:nvPr/>
        </p:nvSpPr>
        <p:spPr>
          <a:xfrm>
            <a:off x="1289300" y="1883100"/>
            <a:ext cx="1707300" cy="247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200"/>
              </a:spcAft>
              <a:buNone/>
            </a:pPr>
            <a:r>
              <a:rPr lang="en" sz="1800">
                <a:latin typeface="Questrial"/>
                <a:ea typeface="Questrial"/>
                <a:cs typeface="Questrial"/>
                <a:sym typeface="Questrial"/>
              </a:rPr>
              <a:t>MERCURY</a:t>
            </a:r>
            <a:endParaRPr sz="1800">
              <a:latin typeface="Questrial"/>
              <a:ea typeface="Questrial"/>
              <a:cs typeface="Questrial"/>
              <a:sym typeface="Questrial"/>
            </a:endParaRPr>
          </a:p>
        </p:txBody>
      </p:sp>
      <p:sp>
        <p:nvSpPr>
          <p:cNvPr id="3708" name="Google Shape;3708;p52"/>
          <p:cNvSpPr txBox="1"/>
          <p:nvPr/>
        </p:nvSpPr>
        <p:spPr>
          <a:xfrm>
            <a:off x="3718350" y="1148650"/>
            <a:ext cx="1707300" cy="24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latin typeface="Questrial"/>
                <a:ea typeface="Questrial"/>
                <a:cs typeface="Questrial"/>
                <a:sym typeface="Questrial"/>
              </a:rPr>
              <a:t>VENUS</a:t>
            </a:r>
            <a:endParaRPr sz="1800">
              <a:latin typeface="Questrial"/>
              <a:ea typeface="Questrial"/>
              <a:cs typeface="Questrial"/>
              <a:sym typeface="Questrial"/>
            </a:endParaRPr>
          </a:p>
        </p:txBody>
      </p:sp>
      <p:sp>
        <p:nvSpPr>
          <p:cNvPr id="3709" name="Google Shape;3709;p52"/>
          <p:cNvSpPr txBox="1"/>
          <p:nvPr/>
        </p:nvSpPr>
        <p:spPr>
          <a:xfrm>
            <a:off x="6139500" y="1883100"/>
            <a:ext cx="1707300" cy="247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latin typeface="Questrial"/>
                <a:ea typeface="Questrial"/>
                <a:cs typeface="Questrial"/>
                <a:sym typeface="Questrial"/>
              </a:rPr>
              <a:t>MARS</a:t>
            </a:r>
            <a:endParaRPr sz="1800">
              <a:latin typeface="Questrial"/>
              <a:ea typeface="Questrial"/>
              <a:cs typeface="Questrial"/>
              <a:sym typeface="Questrial"/>
            </a:endParaRPr>
          </a:p>
        </p:txBody>
      </p:sp>
      <p:sp>
        <p:nvSpPr>
          <p:cNvPr id="3710" name="Google Shape;3710;p52"/>
          <p:cNvSpPr txBox="1"/>
          <p:nvPr/>
        </p:nvSpPr>
        <p:spPr>
          <a:xfrm>
            <a:off x="728125" y="2897550"/>
            <a:ext cx="1707300" cy="247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200"/>
              </a:spcAft>
              <a:buNone/>
            </a:pPr>
            <a:r>
              <a:rPr lang="en" sz="1800">
                <a:latin typeface="Questrial"/>
                <a:ea typeface="Questrial"/>
                <a:cs typeface="Questrial"/>
                <a:sym typeface="Questrial"/>
              </a:rPr>
              <a:t>SATURN</a:t>
            </a:r>
            <a:endParaRPr sz="1800">
              <a:latin typeface="Questrial"/>
              <a:ea typeface="Questrial"/>
              <a:cs typeface="Questrial"/>
              <a:sym typeface="Questrial"/>
            </a:endParaRPr>
          </a:p>
        </p:txBody>
      </p:sp>
      <p:sp>
        <p:nvSpPr>
          <p:cNvPr id="3711" name="Google Shape;3711;p52"/>
          <p:cNvSpPr txBox="1"/>
          <p:nvPr/>
        </p:nvSpPr>
        <p:spPr>
          <a:xfrm>
            <a:off x="6708524" y="2897350"/>
            <a:ext cx="1707300" cy="247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a:latin typeface="Questrial"/>
                <a:ea typeface="Questrial"/>
                <a:cs typeface="Questrial"/>
                <a:sym typeface="Questrial"/>
              </a:rPr>
              <a:t>JUPITER</a:t>
            </a:r>
            <a:endParaRPr sz="1800">
              <a:latin typeface="Questrial"/>
              <a:ea typeface="Questrial"/>
              <a:cs typeface="Questrial"/>
              <a:sym typeface="Questrial"/>
            </a:endParaRPr>
          </a:p>
        </p:txBody>
      </p:sp>
      <p:sp>
        <p:nvSpPr>
          <p:cNvPr id="3712" name="Google Shape;3712;p52"/>
          <p:cNvSpPr/>
          <p:nvPr/>
        </p:nvSpPr>
        <p:spPr>
          <a:xfrm rot="10800000" flipH="1">
            <a:off x="7377100" y="-125"/>
            <a:ext cx="1766861" cy="1004851"/>
          </a:xfrm>
          <a:custGeom>
            <a:avLst/>
            <a:gdLst/>
            <a:ahLst/>
            <a:cxnLst/>
            <a:rect l="l" t="t" r="r" b="b"/>
            <a:pathLst>
              <a:path w="116586" h="66294" extrusionOk="0">
                <a:moveTo>
                  <a:pt x="116586" y="0"/>
                </a:moveTo>
                <a:lnTo>
                  <a:pt x="0" y="66294"/>
                </a:lnTo>
                <a:lnTo>
                  <a:pt x="116586" y="66294"/>
                </a:lnTo>
                <a:close/>
              </a:path>
            </a:pathLst>
          </a:custGeom>
          <a:solidFill>
            <a:schemeClr val="accent4"/>
          </a:solidFill>
          <a:ln>
            <a:noFill/>
          </a:ln>
        </p:spPr>
        <p:txBody>
          <a:bodyPr/>
          <a:lstStyle/>
          <a:p>
            <a:endParaRPr lang="en-US"/>
          </a:p>
        </p:txBody>
      </p:sp>
      <p:sp>
        <p:nvSpPr>
          <p:cNvPr id="3713" name="Google Shape;3713;p52"/>
          <p:cNvSpPr/>
          <p:nvPr/>
        </p:nvSpPr>
        <p:spPr>
          <a:xfrm rot="10800000">
            <a:off x="133" y="129"/>
            <a:ext cx="1775896" cy="1009823"/>
          </a:xfrm>
          <a:custGeom>
            <a:avLst/>
            <a:gdLst/>
            <a:ahLst/>
            <a:cxnLst/>
            <a:rect l="l" t="t" r="r" b="b"/>
            <a:pathLst>
              <a:path w="116586" h="66294" extrusionOk="0">
                <a:moveTo>
                  <a:pt x="116586" y="0"/>
                </a:moveTo>
                <a:lnTo>
                  <a:pt x="0" y="66294"/>
                </a:lnTo>
                <a:lnTo>
                  <a:pt x="116586" y="66294"/>
                </a:lnTo>
                <a:close/>
              </a:path>
            </a:pathLst>
          </a:custGeom>
          <a:solidFill>
            <a:schemeClr val="lt2"/>
          </a:solidFill>
          <a:ln>
            <a:noFill/>
          </a:ln>
        </p:spPr>
        <p:txBody>
          <a:bodyPr/>
          <a:lstStyle/>
          <a:p>
            <a:endParaRPr lang="en-US"/>
          </a:p>
        </p:txBody>
      </p:sp>
      <p:grpSp>
        <p:nvGrpSpPr>
          <p:cNvPr id="3714" name="Google Shape;3714;p52"/>
          <p:cNvGrpSpPr/>
          <p:nvPr/>
        </p:nvGrpSpPr>
        <p:grpSpPr>
          <a:xfrm>
            <a:off x="2322120" y="3635344"/>
            <a:ext cx="974660" cy="965396"/>
            <a:chOff x="2104025" y="2443226"/>
            <a:chExt cx="1007400" cy="997825"/>
          </a:xfrm>
        </p:grpSpPr>
        <p:sp>
          <p:nvSpPr>
            <p:cNvPr id="3715" name="Google Shape;3715;p52"/>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2"/>
            <p:cNvSpPr/>
            <p:nvPr/>
          </p:nvSpPr>
          <p:spPr>
            <a:xfrm>
              <a:off x="2139725" y="2471451"/>
              <a:ext cx="971700" cy="9696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7" name="Google Shape;3717;p52"/>
          <p:cNvGrpSpPr/>
          <p:nvPr/>
        </p:nvGrpSpPr>
        <p:grpSpPr>
          <a:xfrm>
            <a:off x="3163569" y="2857369"/>
            <a:ext cx="974660" cy="965396"/>
            <a:chOff x="2104025" y="2443226"/>
            <a:chExt cx="1007400" cy="997825"/>
          </a:xfrm>
        </p:grpSpPr>
        <p:sp>
          <p:nvSpPr>
            <p:cNvPr id="3718" name="Google Shape;3718;p52"/>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2"/>
            <p:cNvSpPr/>
            <p:nvPr/>
          </p:nvSpPr>
          <p:spPr>
            <a:xfrm>
              <a:off x="2139725" y="2471451"/>
              <a:ext cx="971700" cy="9696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0" name="Google Shape;3720;p52"/>
          <p:cNvGrpSpPr/>
          <p:nvPr/>
        </p:nvGrpSpPr>
        <p:grpSpPr>
          <a:xfrm>
            <a:off x="4084670" y="2390394"/>
            <a:ext cx="974660" cy="965396"/>
            <a:chOff x="2104025" y="2443226"/>
            <a:chExt cx="1007400" cy="997825"/>
          </a:xfrm>
        </p:grpSpPr>
        <p:sp>
          <p:nvSpPr>
            <p:cNvPr id="3721" name="Google Shape;3721;p52"/>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2"/>
            <p:cNvSpPr/>
            <p:nvPr/>
          </p:nvSpPr>
          <p:spPr>
            <a:xfrm>
              <a:off x="2139725" y="2471451"/>
              <a:ext cx="971700" cy="9696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3" name="Google Shape;3723;p52"/>
          <p:cNvGrpSpPr/>
          <p:nvPr/>
        </p:nvGrpSpPr>
        <p:grpSpPr>
          <a:xfrm>
            <a:off x="4965945" y="2857369"/>
            <a:ext cx="974660" cy="965396"/>
            <a:chOff x="2104025" y="2443226"/>
            <a:chExt cx="1007400" cy="997825"/>
          </a:xfrm>
        </p:grpSpPr>
        <p:sp>
          <p:nvSpPr>
            <p:cNvPr id="3724" name="Google Shape;3724;p52"/>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2"/>
            <p:cNvSpPr/>
            <p:nvPr/>
          </p:nvSpPr>
          <p:spPr>
            <a:xfrm>
              <a:off x="2139725" y="2471451"/>
              <a:ext cx="971700" cy="9696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6" name="Google Shape;3726;p52"/>
          <p:cNvGrpSpPr/>
          <p:nvPr/>
        </p:nvGrpSpPr>
        <p:grpSpPr>
          <a:xfrm>
            <a:off x="5847220" y="3635344"/>
            <a:ext cx="974660" cy="965396"/>
            <a:chOff x="2104025" y="2443226"/>
            <a:chExt cx="1007400" cy="997825"/>
          </a:xfrm>
        </p:grpSpPr>
        <p:sp>
          <p:nvSpPr>
            <p:cNvPr id="3727" name="Google Shape;3727;p52"/>
            <p:cNvSpPr/>
            <p:nvPr/>
          </p:nvSpPr>
          <p:spPr>
            <a:xfrm>
              <a:off x="2104025" y="2443226"/>
              <a:ext cx="971700" cy="969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2"/>
            <p:cNvSpPr/>
            <p:nvPr/>
          </p:nvSpPr>
          <p:spPr>
            <a:xfrm>
              <a:off x="2139725" y="2471451"/>
              <a:ext cx="971700" cy="9696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28" name="Google Shape;3728;p52"/>
          <p:cNvSpPr txBox="1"/>
          <p:nvPr/>
        </p:nvSpPr>
        <p:spPr>
          <a:xfrm>
            <a:off x="2457400" y="3900111"/>
            <a:ext cx="704100" cy="49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200"/>
              </a:spcAft>
              <a:buNone/>
            </a:pPr>
            <a:r>
              <a:rPr lang="en" sz="1800">
                <a:latin typeface="Questrial"/>
                <a:ea typeface="Questrial"/>
                <a:cs typeface="Questrial"/>
                <a:sym typeface="Questrial"/>
              </a:rPr>
              <a:t>DAY 1</a:t>
            </a:r>
            <a:endParaRPr sz="1800">
              <a:latin typeface="Questrial"/>
              <a:ea typeface="Questrial"/>
              <a:cs typeface="Questrial"/>
              <a:sym typeface="Questrial"/>
            </a:endParaRPr>
          </a:p>
        </p:txBody>
      </p:sp>
      <p:sp>
        <p:nvSpPr>
          <p:cNvPr id="3729" name="Google Shape;3729;p52"/>
          <p:cNvSpPr txBox="1"/>
          <p:nvPr/>
        </p:nvSpPr>
        <p:spPr>
          <a:xfrm>
            <a:off x="3309048" y="3122145"/>
            <a:ext cx="747900" cy="49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200"/>
              </a:spcAft>
              <a:buNone/>
            </a:pPr>
            <a:r>
              <a:rPr lang="en" sz="1800">
                <a:latin typeface="Questrial"/>
                <a:ea typeface="Questrial"/>
                <a:cs typeface="Questrial"/>
                <a:sym typeface="Questrial"/>
              </a:rPr>
              <a:t>DAY 2</a:t>
            </a:r>
            <a:endParaRPr sz="1800">
              <a:latin typeface="Questrial"/>
              <a:ea typeface="Questrial"/>
              <a:cs typeface="Questrial"/>
              <a:sym typeface="Questrial"/>
            </a:endParaRPr>
          </a:p>
        </p:txBody>
      </p:sp>
      <p:sp>
        <p:nvSpPr>
          <p:cNvPr id="3730" name="Google Shape;3730;p52"/>
          <p:cNvSpPr txBox="1"/>
          <p:nvPr/>
        </p:nvSpPr>
        <p:spPr>
          <a:xfrm>
            <a:off x="4254280" y="2655170"/>
            <a:ext cx="650100" cy="49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200"/>
              </a:spcAft>
              <a:buNone/>
            </a:pPr>
            <a:r>
              <a:rPr lang="en" sz="1800">
                <a:latin typeface="Questrial"/>
                <a:ea typeface="Questrial"/>
                <a:cs typeface="Questrial"/>
                <a:sym typeface="Questrial"/>
              </a:rPr>
              <a:t>DAY 3</a:t>
            </a:r>
            <a:endParaRPr sz="1800">
              <a:latin typeface="Questrial"/>
              <a:ea typeface="Questrial"/>
              <a:cs typeface="Questrial"/>
              <a:sym typeface="Questrial"/>
            </a:endParaRPr>
          </a:p>
        </p:txBody>
      </p:sp>
      <p:sp>
        <p:nvSpPr>
          <p:cNvPr id="3731" name="Google Shape;3731;p52"/>
          <p:cNvSpPr txBox="1"/>
          <p:nvPr/>
        </p:nvSpPr>
        <p:spPr>
          <a:xfrm>
            <a:off x="5121625" y="3122145"/>
            <a:ext cx="651600" cy="49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200"/>
              </a:spcAft>
              <a:buNone/>
            </a:pPr>
            <a:r>
              <a:rPr lang="en" sz="1800">
                <a:latin typeface="Questrial"/>
                <a:ea typeface="Questrial"/>
                <a:cs typeface="Questrial"/>
                <a:sym typeface="Questrial"/>
              </a:rPr>
              <a:t>DAY 4</a:t>
            </a:r>
            <a:endParaRPr sz="1800">
              <a:latin typeface="Questrial"/>
              <a:ea typeface="Questrial"/>
              <a:cs typeface="Questrial"/>
              <a:sym typeface="Questrial"/>
            </a:endParaRPr>
          </a:p>
        </p:txBody>
      </p:sp>
      <p:sp>
        <p:nvSpPr>
          <p:cNvPr id="3732" name="Google Shape;3732;p52"/>
          <p:cNvSpPr txBox="1"/>
          <p:nvPr/>
        </p:nvSpPr>
        <p:spPr>
          <a:xfrm>
            <a:off x="5960600" y="3900111"/>
            <a:ext cx="747900" cy="49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200"/>
              </a:spcAft>
              <a:buNone/>
            </a:pPr>
            <a:r>
              <a:rPr lang="en" sz="1800">
                <a:latin typeface="Questrial"/>
                <a:ea typeface="Questrial"/>
                <a:cs typeface="Questrial"/>
                <a:sym typeface="Questrial"/>
              </a:rPr>
              <a:t>DAY 5</a:t>
            </a:r>
            <a:endParaRPr sz="1800">
              <a:latin typeface="Questrial"/>
              <a:ea typeface="Questrial"/>
              <a:cs typeface="Questrial"/>
              <a:sym typeface="Questria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3736"/>
        <p:cNvGrpSpPr/>
        <p:nvPr/>
      </p:nvGrpSpPr>
      <p:grpSpPr>
        <a:xfrm>
          <a:off x="0" y="0"/>
          <a:ext cx="0" cy="0"/>
          <a:chOff x="0" y="0"/>
          <a:chExt cx="0" cy="0"/>
        </a:xfrm>
      </p:grpSpPr>
      <p:sp>
        <p:nvSpPr>
          <p:cNvPr id="3737" name="Google Shape;3737;p53"/>
          <p:cNvSpPr/>
          <p:nvPr/>
        </p:nvSpPr>
        <p:spPr>
          <a:xfrm>
            <a:off x="3714250" y="685975"/>
            <a:ext cx="17073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3"/>
          <p:cNvSpPr txBox="1">
            <a:spLocks noGrp="1"/>
          </p:cNvSpPr>
          <p:nvPr>
            <p:ph type="title" idx="2"/>
          </p:nvPr>
        </p:nvSpPr>
        <p:spPr>
          <a:xfrm>
            <a:off x="720000" y="445025"/>
            <a:ext cx="7704000" cy="57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BUDGET</a:t>
            </a:r>
            <a:endParaRPr/>
          </a:p>
        </p:txBody>
      </p:sp>
      <p:sp>
        <p:nvSpPr>
          <p:cNvPr id="3739" name="Google Shape;3739;p53"/>
          <p:cNvSpPr/>
          <p:nvPr/>
        </p:nvSpPr>
        <p:spPr>
          <a:xfrm>
            <a:off x="588230" y="2559879"/>
            <a:ext cx="793800" cy="7920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3"/>
          <p:cNvSpPr/>
          <p:nvPr/>
        </p:nvSpPr>
        <p:spPr>
          <a:xfrm>
            <a:off x="617395" y="2582935"/>
            <a:ext cx="793800" cy="7920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741" name="Google Shape;3741;p53"/>
          <p:cNvCxnSpPr>
            <a:endCxn id="3742" idx="3"/>
          </p:cNvCxnSpPr>
          <p:nvPr/>
        </p:nvCxnSpPr>
        <p:spPr>
          <a:xfrm rot="10800000">
            <a:off x="2099075" y="1417750"/>
            <a:ext cx="1072800" cy="711300"/>
          </a:xfrm>
          <a:prstGeom prst="straightConnector1">
            <a:avLst/>
          </a:prstGeom>
          <a:noFill/>
          <a:ln w="19050" cap="flat" cmpd="sng">
            <a:solidFill>
              <a:schemeClr val="accent5"/>
            </a:solidFill>
            <a:prstDash val="solid"/>
            <a:round/>
            <a:headEnd type="oval" w="med" len="med"/>
            <a:tailEnd type="none" w="med" len="med"/>
          </a:ln>
        </p:spPr>
      </p:cxnSp>
      <p:cxnSp>
        <p:nvCxnSpPr>
          <p:cNvPr id="3743" name="Google Shape;3743;p53"/>
          <p:cNvCxnSpPr>
            <a:endCxn id="3744" idx="0"/>
          </p:cNvCxnSpPr>
          <p:nvPr/>
        </p:nvCxnSpPr>
        <p:spPr>
          <a:xfrm flipH="1">
            <a:off x="1642012" y="3476598"/>
            <a:ext cx="386700" cy="267900"/>
          </a:xfrm>
          <a:prstGeom prst="straightConnector1">
            <a:avLst/>
          </a:prstGeom>
          <a:noFill/>
          <a:ln w="19050" cap="flat" cmpd="sng">
            <a:solidFill>
              <a:schemeClr val="accent2"/>
            </a:solidFill>
            <a:prstDash val="solid"/>
            <a:round/>
            <a:headEnd type="oval" w="med" len="med"/>
            <a:tailEnd type="none" w="med" len="med"/>
          </a:ln>
        </p:spPr>
      </p:cxnSp>
      <p:cxnSp>
        <p:nvCxnSpPr>
          <p:cNvPr id="3745" name="Google Shape;3745;p53"/>
          <p:cNvCxnSpPr>
            <a:endCxn id="3740" idx="3"/>
          </p:cNvCxnSpPr>
          <p:nvPr/>
        </p:nvCxnSpPr>
        <p:spPr>
          <a:xfrm rot="10800000">
            <a:off x="1411195" y="2978935"/>
            <a:ext cx="513000" cy="21300"/>
          </a:xfrm>
          <a:prstGeom prst="straightConnector1">
            <a:avLst/>
          </a:prstGeom>
          <a:noFill/>
          <a:ln w="19050" cap="flat" cmpd="sng">
            <a:solidFill>
              <a:schemeClr val="accent1"/>
            </a:solidFill>
            <a:prstDash val="solid"/>
            <a:round/>
            <a:headEnd type="oval" w="med" len="med"/>
            <a:tailEnd type="none" w="med" len="med"/>
          </a:ln>
        </p:spPr>
      </p:cxnSp>
      <p:cxnSp>
        <p:nvCxnSpPr>
          <p:cNvPr id="3746" name="Google Shape;3746;p53"/>
          <p:cNvCxnSpPr>
            <a:endCxn id="3747" idx="2"/>
          </p:cNvCxnSpPr>
          <p:nvPr/>
        </p:nvCxnSpPr>
        <p:spPr>
          <a:xfrm rot="10800000" flipH="1">
            <a:off x="4686153" y="2358213"/>
            <a:ext cx="1031100" cy="118200"/>
          </a:xfrm>
          <a:prstGeom prst="straightConnector1">
            <a:avLst/>
          </a:prstGeom>
          <a:noFill/>
          <a:ln w="19050" cap="flat" cmpd="sng">
            <a:solidFill>
              <a:schemeClr val="accent3"/>
            </a:solidFill>
            <a:prstDash val="solid"/>
            <a:round/>
            <a:headEnd type="oval" w="med" len="med"/>
            <a:tailEnd type="none" w="med" len="med"/>
          </a:ln>
        </p:spPr>
      </p:cxnSp>
      <p:cxnSp>
        <p:nvCxnSpPr>
          <p:cNvPr id="3748" name="Google Shape;3748;p53"/>
          <p:cNvCxnSpPr>
            <a:endCxn id="3749" idx="0"/>
          </p:cNvCxnSpPr>
          <p:nvPr/>
        </p:nvCxnSpPr>
        <p:spPr>
          <a:xfrm>
            <a:off x="4638691" y="3295763"/>
            <a:ext cx="1058700" cy="108000"/>
          </a:xfrm>
          <a:prstGeom prst="straightConnector1">
            <a:avLst/>
          </a:prstGeom>
          <a:noFill/>
          <a:ln w="19050" cap="flat" cmpd="sng">
            <a:solidFill>
              <a:schemeClr val="lt2"/>
            </a:solidFill>
            <a:prstDash val="solid"/>
            <a:round/>
            <a:headEnd type="oval" w="med" len="med"/>
            <a:tailEnd type="none" w="med" len="med"/>
          </a:ln>
        </p:spPr>
      </p:cxnSp>
      <p:pic>
        <p:nvPicPr>
          <p:cNvPr id="3750" name="Google Shape;3750;p53"/>
          <p:cNvPicPr preferRelativeResize="0"/>
          <p:nvPr/>
        </p:nvPicPr>
        <p:blipFill>
          <a:blip r:embed="rId3">
            <a:alphaModFix/>
          </a:blip>
          <a:stretch>
            <a:fillRect/>
          </a:stretch>
        </p:blipFill>
        <p:spPr>
          <a:xfrm>
            <a:off x="6892026" y="790750"/>
            <a:ext cx="2155625" cy="2682100"/>
          </a:xfrm>
          <a:prstGeom prst="rect">
            <a:avLst/>
          </a:prstGeom>
          <a:noFill/>
          <a:ln>
            <a:noFill/>
          </a:ln>
        </p:spPr>
      </p:pic>
      <p:grpSp>
        <p:nvGrpSpPr>
          <p:cNvPr id="3751" name="Google Shape;3751;p53"/>
          <p:cNvGrpSpPr/>
          <p:nvPr/>
        </p:nvGrpSpPr>
        <p:grpSpPr>
          <a:xfrm>
            <a:off x="6844566" y="452023"/>
            <a:ext cx="593164" cy="1161172"/>
            <a:chOff x="4921825" y="870250"/>
            <a:chExt cx="407925" cy="798550"/>
          </a:xfrm>
        </p:grpSpPr>
        <p:sp>
          <p:nvSpPr>
            <p:cNvPr id="3752" name="Google Shape;3752;p53"/>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3"/>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3"/>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3"/>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3"/>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3"/>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3"/>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3"/>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3"/>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3"/>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3"/>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3"/>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3"/>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3"/>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3"/>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3"/>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3"/>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3"/>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3"/>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3"/>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3"/>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3"/>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3"/>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3"/>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3"/>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3"/>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3"/>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3"/>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3"/>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3"/>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2" name="Google Shape;3782;p53"/>
          <p:cNvSpPr/>
          <p:nvPr/>
        </p:nvSpPr>
        <p:spPr>
          <a:xfrm>
            <a:off x="2077750" y="2193124"/>
            <a:ext cx="2431500" cy="13122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3"/>
          <p:cNvSpPr/>
          <p:nvPr/>
        </p:nvSpPr>
        <p:spPr>
          <a:xfrm>
            <a:off x="2121958" y="2228893"/>
            <a:ext cx="2431500" cy="13122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3"/>
          <p:cNvSpPr/>
          <p:nvPr/>
        </p:nvSpPr>
        <p:spPr>
          <a:xfrm>
            <a:off x="720012" y="790750"/>
            <a:ext cx="1330200" cy="13272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3"/>
          <p:cNvSpPr/>
          <p:nvPr/>
        </p:nvSpPr>
        <p:spPr>
          <a:xfrm>
            <a:off x="768879" y="829384"/>
            <a:ext cx="1330200" cy="13272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3"/>
          <p:cNvSpPr txBox="1"/>
          <p:nvPr/>
        </p:nvSpPr>
        <p:spPr>
          <a:xfrm>
            <a:off x="768875" y="1138750"/>
            <a:ext cx="1330200" cy="5580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4000">
                <a:solidFill>
                  <a:schemeClr val="dk1"/>
                </a:solidFill>
                <a:latin typeface="Questrial"/>
                <a:ea typeface="Questrial"/>
                <a:cs typeface="Questrial"/>
                <a:sym typeface="Questrial"/>
              </a:rPr>
              <a:t>35%</a:t>
            </a:r>
            <a:endParaRPr sz="4000">
              <a:solidFill>
                <a:schemeClr val="dk1"/>
              </a:solidFill>
              <a:latin typeface="Questrial"/>
              <a:ea typeface="Questrial"/>
              <a:cs typeface="Questrial"/>
              <a:sym typeface="Questrial"/>
            </a:endParaRPr>
          </a:p>
          <a:p>
            <a:pPr marL="0" marR="0" lvl="0" indent="0" algn="ctr" rtl="0">
              <a:lnSpc>
                <a:spcPct val="100000"/>
              </a:lnSpc>
              <a:spcBef>
                <a:spcPts val="0"/>
              </a:spcBef>
              <a:spcAft>
                <a:spcPts val="0"/>
              </a:spcAft>
              <a:buNone/>
            </a:pPr>
            <a:endParaRPr sz="1000">
              <a:solidFill>
                <a:schemeClr val="dk1"/>
              </a:solidFill>
              <a:latin typeface="Questrial"/>
              <a:ea typeface="Questrial"/>
              <a:cs typeface="Questrial"/>
              <a:sym typeface="Questrial"/>
            </a:endParaRPr>
          </a:p>
        </p:txBody>
      </p:sp>
      <p:sp>
        <p:nvSpPr>
          <p:cNvPr id="3786" name="Google Shape;3786;p53"/>
          <p:cNvSpPr txBox="1"/>
          <p:nvPr/>
        </p:nvSpPr>
        <p:spPr>
          <a:xfrm>
            <a:off x="768875" y="1701400"/>
            <a:ext cx="1330200" cy="1458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1200">
                <a:solidFill>
                  <a:schemeClr val="dk1"/>
                </a:solidFill>
                <a:latin typeface="Questrial"/>
                <a:ea typeface="Questrial"/>
                <a:cs typeface="Questrial"/>
                <a:sym typeface="Questrial"/>
              </a:rPr>
              <a:t>MERCURY</a:t>
            </a:r>
            <a:endParaRPr sz="1200">
              <a:solidFill>
                <a:schemeClr val="dk1"/>
              </a:solidFill>
              <a:latin typeface="Questrial"/>
              <a:ea typeface="Questrial"/>
              <a:cs typeface="Questrial"/>
              <a:sym typeface="Questrial"/>
            </a:endParaRPr>
          </a:p>
          <a:p>
            <a:pPr marL="0" marR="0" lvl="0" indent="0" algn="ctr" rtl="0">
              <a:lnSpc>
                <a:spcPct val="100000"/>
              </a:lnSpc>
              <a:spcBef>
                <a:spcPts val="0"/>
              </a:spcBef>
              <a:spcAft>
                <a:spcPts val="0"/>
              </a:spcAft>
              <a:buNone/>
            </a:pPr>
            <a:endParaRPr sz="1000">
              <a:solidFill>
                <a:schemeClr val="dk1"/>
              </a:solidFill>
              <a:latin typeface="Questrial"/>
              <a:ea typeface="Questrial"/>
              <a:cs typeface="Questrial"/>
              <a:sym typeface="Questrial"/>
            </a:endParaRPr>
          </a:p>
        </p:txBody>
      </p:sp>
      <p:sp>
        <p:nvSpPr>
          <p:cNvPr id="3787" name="Google Shape;3787;p53"/>
          <p:cNvSpPr txBox="1"/>
          <p:nvPr/>
        </p:nvSpPr>
        <p:spPr>
          <a:xfrm>
            <a:off x="622875" y="2757325"/>
            <a:ext cx="793800" cy="2853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1800">
                <a:solidFill>
                  <a:schemeClr val="dk1"/>
                </a:solidFill>
                <a:latin typeface="Questrial"/>
                <a:ea typeface="Questrial"/>
                <a:cs typeface="Questrial"/>
                <a:sym typeface="Questrial"/>
              </a:rPr>
              <a:t>10%</a:t>
            </a:r>
            <a:endParaRPr sz="1000">
              <a:solidFill>
                <a:schemeClr val="dk1"/>
              </a:solidFill>
              <a:latin typeface="Questrial"/>
              <a:ea typeface="Questrial"/>
              <a:cs typeface="Questrial"/>
              <a:sym typeface="Questrial"/>
            </a:endParaRPr>
          </a:p>
        </p:txBody>
      </p:sp>
      <p:sp>
        <p:nvSpPr>
          <p:cNvPr id="3788" name="Google Shape;3788;p53"/>
          <p:cNvSpPr txBox="1"/>
          <p:nvPr/>
        </p:nvSpPr>
        <p:spPr>
          <a:xfrm>
            <a:off x="622875" y="3034325"/>
            <a:ext cx="793800" cy="1662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1000">
                <a:solidFill>
                  <a:schemeClr val="dk1"/>
                </a:solidFill>
                <a:latin typeface="Questrial"/>
                <a:ea typeface="Questrial"/>
                <a:cs typeface="Questrial"/>
                <a:sym typeface="Questrial"/>
              </a:rPr>
              <a:t>SUN</a:t>
            </a:r>
            <a:endParaRPr sz="1000">
              <a:solidFill>
                <a:schemeClr val="dk1"/>
              </a:solidFill>
              <a:latin typeface="Questrial"/>
              <a:ea typeface="Questrial"/>
              <a:cs typeface="Questrial"/>
              <a:sym typeface="Questrial"/>
            </a:endParaRPr>
          </a:p>
        </p:txBody>
      </p:sp>
      <p:sp>
        <p:nvSpPr>
          <p:cNvPr id="3789" name="Google Shape;3789;p53"/>
          <p:cNvSpPr/>
          <p:nvPr/>
        </p:nvSpPr>
        <p:spPr>
          <a:xfrm>
            <a:off x="1177300" y="3719349"/>
            <a:ext cx="865800" cy="8640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3"/>
          <p:cNvSpPr/>
          <p:nvPr/>
        </p:nvSpPr>
        <p:spPr>
          <a:xfrm>
            <a:off x="1209112" y="3744498"/>
            <a:ext cx="865800" cy="8640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3"/>
          <p:cNvSpPr txBox="1"/>
          <p:nvPr/>
        </p:nvSpPr>
        <p:spPr>
          <a:xfrm>
            <a:off x="1211950" y="3949225"/>
            <a:ext cx="865800" cy="2853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2400">
                <a:solidFill>
                  <a:schemeClr val="dk1"/>
                </a:solidFill>
                <a:latin typeface="Questrial"/>
                <a:ea typeface="Questrial"/>
                <a:cs typeface="Questrial"/>
                <a:sym typeface="Questrial"/>
              </a:rPr>
              <a:t>15%</a:t>
            </a:r>
            <a:endParaRPr sz="2400">
              <a:solidFill>
                <a:schemeClr val="dk1"/>
              </a:solidFill>
              <a:latin typeface="Questrial"/>
              <a:ea typeface="Questrial"/>
              <a:cs typeface="Questrial"/>
              <a:sym typeface="Questrial"/>
            </a:endParaRPr>
          </a:p>
        </p:txBody>
      </p:sp>
      <p:sp>
        <p:nvSpPr>
          <p:cNvPr id="3791" name="Google Shape;3791;p53"/>
          <p:cNvSpPr txBox="1"/>
          <p:nvPr/>
        </p:nvSpPr>
        <p:spPr>
          <a:xfrm>
            <a:off x="1211950" y="4226225"/>
            <a:ext cx="865800" cy="1662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1100">
                <a:solidFill>
                  <a:schemeClr val="dk1"/>
                </a:solidFill>
                <a:latin typeface="Questrial"/>
                <a:ea typeface="Questrial"/>
                <a:cs typeface="Questrial"/>
                <a:sym typeface="Questrial"/>
              </a:rPr>
              <a:t>VENUS</a:t>
            </a:r>
            <a:endParaRPr sz="1100">
              <a:solidFill>
                <a:schemeClr val="dk1"/>
              </a:solidFill>
              <a:latin typeface="Questrial"/>
              <a:ea typeface="Questrial"/>
              <a:cs typeface="Questrial"/>
              <a:sym typeface="Questrial"/>
            </a:endParaRPr>
          </a:p>
        </p:txBody>
      </p:sp>
      <p:sp>
        <p:nvSpPr>
          <p:cNvPr id="3792" name="Google Shape;3792;p53"/>
          <p:cNvSpPr/>
          <p:nvPr/>
        </p:nvSpPr>
        <p:spPr>
          <a:xfrm>
            <a:off x="5184425" y="1338775"/>
            <a:ext cx="992700" cy="990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3"/>
          <p:cNvSpPr/>
          <p:nvPr/>
        </p:nvSpPr>
        <p:spPr>
          <a:xfrm>
            <a:off x="5220903" y="1367613"/>
            <a:ext cx="992700" cy="9906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3"/>
          <p:cNvSpPr txBox="1"/>
          <p:nvPr/>
        </p:nvSpPr>
        <p:spPr>
          <a:xfrm>
            <a:off x="5224158" y="1602371"/>
            <a:ext cx="992700" cy="3270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3000">
                <a:solidFill>
                  <a:schemeClr val="dk1"/>
                </a:solidFill>
                <a:latin typeface="Questrial"/>
                <a:ea typeface="Questrial"/>
                <a:cs typeface="Questrial"/>
                <a:sym typeface="Questrial"/>
              </a:rPr>
              <a:t>20%</a:t>
            </a:r>
            <a:endParaRPr sz="3000">
              <a:solidFill>
                <a:schemeClr val="dk1"/>
              </a:solidFill>
              <a:latin typeface="Questrial"/>
              <a:ea typeface="Questrial"/>
              <a:cs typeface="Questrial"/>
              <a:sym typeface="Questrial"/>
            </a:endParaRPr>
          </a:p>
        </p:txBody>
      </p:sp>
      <p:sp>
        <p:nvSpPr>
          <p:cNvPr id="3794" name="Google Shape;3794;p53"/>
          <p:cNvSpPr txBox="1"/>
          <p:nvPr/>
        </p:nvSpPr>
        <p:spPr>
          <a:xfrm>
            <a:off x="5224158" y="1920003"/>
            <a:ext cx="992700" cy="1905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1100">
                <a:solidFill>
                  <a:schemeClr val="dk1"/>
                </a:solidFill>
                <a:latin typeface="Questrial"/>
                <a:ea typeface="Questrial"/>
                <a:cs typeface="Questrial"/>
                <a:sym typeface="Questrial"/>
              </a:rPr>
              <a:t>MARS</a:t>
            </a:r>
            <a:endParaRPr sz="1100">
              <a:solidFill>
                <a:schemeClr val="dk1"/>
              </a:solidFill>
              <a:latin typeface="Questrial"/>
              <a:ea typeface="Questrial"/>
              <a:cs typeface="Questrial"/>
              <a:sym typeface="Questrial"/>
            </a:endParaRPr>
          </a:p>
        </p:txBody>
      </p:sp>
      <p:sp>
        <p:nvSpPr>
          <p:cNvPr id="3795" name="Google Shape;3795;p53"/>
          <p:cNvSpPr/>
          <p:nvPr/>
        </p:nvSpPr>
        <p:spPr>
          <a:xfrm>
            <a:off x="5164563" y="3374925"/>
            <a:ext cx="992700" cy="9906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3"/>
          <p:cNvSpPr/>
          <p:nvPr/>
        </p:nvSpPr>
        <p:spPr>
          <a:xfrm>
            <a:off x="5201041" y="3403763"/>
            <a:ext cx="992700" cy="9906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3"/>
          <p:cNvSpPr txBox="1"/>
          <p:nvPr/>
        </p:nvSpPr>
        <p:spPr>
          <a:xfrm>
            <a:off x="5204295" y="3638521"/>
            <a:ext cx="992700" cy="3270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3000">
                <a:solidFill>
                  <a:schemeClr val="dk1"/>
                </a:solidFill>
                <a:latin typeface="Questrial"/>
                <a:ea typeface="Questrial"/>
                <a:cs typeface="Questrial"/>
                <a:sym typeface="Questrial"/>
              </a:rPr>
              <a:t>20%</a:t>
            </a:r>
            <a:endParaRPr sz="3000">
              <a:solidFill>
                <a:schemeClr val="dk1"/>
              </a:solidFill>
              <a:latin typeface="Questrial"/>
              <a:ea typeface="Questrial"/>
              <a:cs typeface="Questrial"/>
              <a:sym typeface="Questrial"/>
            </a:endParaRPr>
          </a:p>
        </p:txBody>
      </p:sp>
      <p:sp>
        <p:nvSpPr>
          <p:cNvPr id="3797" name="Google Shape;3797;p53"/>
          <p:cNvSpPr txBox="1"/>
          <p:nvPr/>
        </p:nvSpPr>
        <p:spPr>
          <a:xfrm>
            <a:off x="5204295" y="3956153"/>
            <a:ext cx="992700" cy="190500"/>
          </a:xfrm>
          <a:prstGeom prst="rect">
            <a:avLst/>
          </a:prstGeom>
          <a:noFill/>
          <a:ln>
            <a:noFill/>
          </a:ln>
        </p:spPr>
        <p:txBody>
          <a:bodyPr spcFirstLastPara="1" wrap="square" lIns="0" tIns="6350" rIns="0" bIns="0" anchor="ctr" anchorCtr="0">
            <a:noAutofit/>
          </a:bodyPr>
          <a:lstStyle/>
          <a:p>
            <a:pPr marL="0" marR="0" lvl="0" indent="0" algn="ctr" rtl="0">
              <a:lnSpc>
                <a:spcPct val="100000"/>
              </a:lnSpc>
              <a:spcBef>
                <a:spcPts val="0"/>
              </a:spcBef>
              <a:spcAft>
                <a:spcPts val="0"/>
              </a:spcAft>
              <a:buNone/>
            </a:pPr>
            <a:r>
              <a:rPr lang="en" sz="1100">
                <a:solidFill>
                  <a:schemeClr val="dk1"/>
                </a:solidFill>
                <a:latin typeface="Questrial"/>
                <a:ea typeface="Questrial"/>
                <a:cs typeface="Questrial"/>
                <a:sym typeface="Questrial"/>
              </a:rPr>
              <a:t>JUPITER</a:t>
            </a:r>
            <a:endParaRPr sz="1100">
              <a:solidFill>
                <a:schemeClr val="dk1"/>
              </a:solidFill>
              <a:latin typeface="Questrial"/>
              <a:ea typeface="Questrial"/>
              <a:cs typeface="Questrial"/>
              <a:sym typeface="Questrial"/>
            </a:endParaRPr>
          </a:p>
        </p:txBody>
      </p:sp>
      <p:sp>
        <p:nvSpPr>
          <p:cNvPr id="3798" name="Google Shape;3798;p53"/>
          <p:cNvSpPr txBox="1">
            <a:spLocks noGrp="1"/>
          </p:cNvSpPr>
          <p:nvPr>
            <p:ph type="title"/>
          </p:nvPr>
        </p:nvSpPr>
        <p:spPr>
          <a:xfrm>
            <a:off x="2113750" y="2522228"/>
            <a:ext cx="2431500" cy="3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Font typeface="Arial"/>
              <a:buNone/>
            </a:pPr>
            <a:r>
              <a:rPr lang="en"/>
              <a:t>$20,000,000</a:t>
            </a:r>
            <a:endParaRPr/>
          </a:p>
        </p:txBody>
      </p:sp>
      <p:sp>
        <p:nvSpPr>
          <p:cNvPr id="3799" name="Google Shape;3799;p53"/>
          <p:cNvSpPr txBox="1">
            <a:spLocks noGrp="1"/>
          </p:cNvSpPr>
          <p:nvPr>
            <p:ph type="subTitle" idx="1"/>
          </p:nvPr>
        </p:nvSpPr>
        <p:spPr>
          <a:xfrm>
            <a:off x="2113750" y="2917803"/>
            <a:ext cx="2431500" cy="32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rgbClr val="000000"/>
              </a:buClr>
              <a:buFont typeface="Arial"/>
              <a:buNone/>
            </a:pPr>
            <a:r>
              <a:rPr lang="en"/>
              <a:t>QUARTERLY BUDGET</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3803"/>
        <p:cNvGrpSpPr/>
        <p:nvPr/>
      </p:nvGrpSpPr>
      <p:grpSpPr>
        <a:xfrm>
          <a:off x="0" y="0"/>
          <a:ext cx="0" cy="0"/>
          <a:chOff x="0" y="0"/>
          <a:chExt cx="0" cy="0"/>
        </a:xfrm>
      </p:grpSpPr>
      <p:grpSp>
        <p:nvGrpSpPr>
          <p:cNvPr id="3804" name="Google Shape;3804;p54"/>
          <p:cNvGrpSpPr/>
          <p:nvPr/>
        </p:nvGrpSpPr>
        <p:grpSpPr>
          <a:xfrm>
            <a:off x="5015711" y="3707376"/>
            <a:ext cx="1566662" cy="700535"/>
            <a:chOff x="780250" y="1830336"/>
            <a:chExt cx="1566662" cy="700535"/>
          </a:xfrm>
        </p:grpSpPr>
        <p:cxnSp>
          <p:nvCxnSpPr>
            <p:cNvPr id="3805" name="Google Shape;3805;p54"/>
            <p:cNvCxnSpPr/>
            <p:nvPr/>
          </p:nvCxnSpPr>
          <p:spPr>
            <a:xfrm>
              <a:off x="1336813" y="2432550"/>
              <a:ext cx="1010100" cy="0"/>
            </a:xfrm>
            <a:prstGeom prst="straightConnector1">
              <a:avLst/>
            </a:prstGeom>
            <a:noFill/>
            <a:ln w="28575" cap="flat" cmpd="sng">
              <a:solidFill>
                <a:schemeClr val="accent1"/>
              </a:solidFill>
              <a:prstDash val="solid"/>
              <a:round/>
              <a:headEnd type="none" w="med" len="med"/>
              <a:tailEnd type="none" w="med" len="med"/>
            </a:ln>
          </p:spPr>
        </p:cxnSp>
        <p:grpSp>
          <p:nvGrpSpPr>
            <p:cNvPr id="3806" name="Google Shape;3806;p54"/>
            <p:cNvGrpSpPr/>
            <p:nvPr/>
          </p:nvGrpSpPr>
          <p:grpSpPr>
            <a:xfrm>
              <a:off x="990794" y="2040922"/>
              <a:ext cx="281088" cy="279312"/>
              <a:chOff x="-61354075" y="1940500"/>
              <a:chExt cx="314275" cy="312325"/>
            </a:xfrm>
          </p:grpSpPr>
          <p:sp>
            <p:nvSpPr>
              <p:cNvPr id="3807" name="Google Shape;3807;p54"/>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a:p>
            </p:txBody>
          </p:sp>
          <p:sp>
            <p:nvSpPr>
              <p:cNvPr id="3808" name="Google Shape;3808;p54"/>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a:p>
            </p:txBody>
          </p:sp>
          <p:sp>
            <p:nvSpPr>
              <p:cNvPr id="3809" name="Google Shape;3809;p54"/>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a:p>
            </p:txBody>
          </p:sp>
          <p:sp>
            <p:nvSpPr>
              <p:cNvPr id="3810" name="Google Shape;3810;p54"/>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a:p>
            </p:txBody>
          </p:sp>
        </p:grpSp>
        <p:grpSp>
          <p:nvGrpSpPr>
            <p:cNvPr id="3811" name="Google Shape;3811;p54"/>
            <p:cNvGrpSpPr/>
            <p:nvPr/>
          </p:nvGrpSpPr>
          <p:grpSpPr>
            <a:xfrm>
              <a:off x="780250" y="1830336"/>
              <a:ext cx="700754" cy="700535"/>
              <a:chOff x="2543222" y="2802319"/>
              <a:chExt cx="492172" cy="492122"/>
            </a:xfrm>
          </p:grpSpPr>
          <p:sp>
            <p:nvSpPr>
              <p:cNvPr id="3812" name="Google Shape;3812;p54"/>
              <p:cNvSpPr/>
              <p:nvPr/>
            </p:nvSpPr>
            <p:spPr>
              <a:xfrm>
                <a:off x="2712955" y="2802319"/>
                <a:ext cx="151969" cy="43028"/>
              </a:xfrm>
              <a:custGeom>
                <a:avLst/>
                <a:gdLst/>
                <a:ahLst/>
                <a:cxnLst/>
                <a:rect l="l" t="t" r="r" b="b"/>
                <a:pathLst>
                  <a:path w="9423" h="2668" extrusionOk="0">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4"/>
              <p:cNvSpPr/>
              <p:nvPr/>
            </p:nvSpPr>
            <p:spPr>
              <a:xfrm>
                <a:off x="2854917" y="2814237"/>
                <a:ext cx="133278" cy="108667"/>
              </a:xfrm>
              <a:custGeom>
                <a:avLst/>
                <a:gdLst/>
                <a:ahLst/>
                <a:cxnLst/>
                <a:rect l="l" t="t" r="r" b="b"/>
                <a:pathLst>
                  <a:path w="8264" h="6738" extrusionOk="0">
                    <a:moveTo>
                      <a:pt x="631" y="0"/>
                    </a:moveTo>
                    <a:lnTo>
                      <a:pt x="0" y="1928"/>
                    </a:lnTo>
                    <a:cubicBezTo>
                      <a:pt x="2663" y="2789"/>
                      <a:pt x="4981" y="4465"/>
                      <a:pt x="6634" y="6737"/>
                    </a:cubicBezTo>
                    <a:lnTo>
                      <a:pt x="8264" y="5544"/>
                    </a:lnTo>
                    <a:cubicBezTo>
                      <a:pt x="6370" y="2938"/>
                      <a:pt x="3696" y="999"/>
                      <a:pt x="6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4"/>
              <p:cNvSpPr/>
              <p:nvPr/>
            </p:nvSpPr>
            <p:spPr>
              <a:xfrm>
                <a:off x="2961901" y="3048363"/>
                <a:ext cx="73493" cy="144760"/>
              </a:xfrm>
              <a:custGeom>
                <a:avLst/>
                <a:gdLst/>
                <a:ahLst/>
                <a:cxnLst/>
                <a:rect l="l" t="t" r="r" b="b"/>
                <a:pathLst>
                  <a:path w="4557" h="8976" extrusionOk="0">
                    <a:moveTo>
                      <a:pt x="2537" y="1"/>
                    </a:moveTo>
                    <a:cubicBezTo>
                      <a:pt x="2537" y="2801"/>
                      <a:pt x="1653" y="5533"/>
                      <a:pt x="0" y="7794"/>
                    </a:cubicBezTo>
                    <a:lnTo>
                      <a:pt x="1630" y="8976"/>
                    </a:lnTo>
                    <a:cubicBezTo>
                      <a:pt x="3535" y="6371"/>
                      <a:pt x="4557" y="3226"/>
                      <a:pt x="45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4"/>
              <p:cNvSpPr/>
              <p:nvPr/>
            </p:nvSpPr>
            <p:spPr>
              <a:xfrm>
                <a:off x="2961901" y="2903626"/>
                <a:ext cx="73493" cy="144760"/>
              </a:xfrm>
              <a:custGeom>
                <a:avLst/>
                <a:gdLst/>
                <a:ahLst/>
                <a:cxnLst/>
                <a:rect l="l" t="t" r="r" b="b"/>
                <a:pathLst>
                  <a:path w="4557" h="8976" extrusionOk="0">
                    <a:moveTo>
                      <a:pt x="1630" y="1"/>
                    </a:moveTo>
                    <a:lnTo>
                      <a:pt x="0" y="1194"/>
                    </a:lnTo>
                    <a:cubicBezTo>
                      <a:pt x="1653" y="3455"/>
                      <a:pt x="2537" y="6175"/>
                      <a:pt x="2537" y="8976"/>
                    </a:cubicBezTo>
                    <a:lnTo>
                      <a:pt x="4545" y="8976"/>
                    </a:lnTo>
                    <a:cubicBezTo>
                      <a:pt x="4557" y="5751"/>
                      <a:pt x="3535" y="2606"/>
                      <a:pt x="16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4"/>
              <p:cNvSpPr/>
              <p:nvPr/>
            </p:nvSpPr>
            <p:spPr>
              <a:xfrm>
                <a:off x="2854917" y="3174037"/>
                <a:ext cx="133278" cy="108490"/>
              </a:xfrm>
              <a:custGeom>
                <a:avLst/>
                <a:gdLst/>
                <a:ahLst/>
                <a:cxnLst/>
                <a:rect l="l" t="t" r="r" b="b"/>
                <a:pathLst>
                  <a:path w="8264" h="6727" extrusionOk="0">
                    <a:moveTo>
                      <a:pt x="6634" y="1"/>
                    </a:moveTo>
                    <a:cubicBezTo>
                      <a:pt x="4981" y="2262"/>
                      <a:pt x="2663" y="3949"/>
                      <a:pt x="0" y="4810"/>
                    </a:cubicBezTo>
                    <a:lnTo>
                      <a:pt x="620" y="6726"/>
                    </a:lnTo>
                    <a:cubicBezTo>
                      <a:pt x="3684" y="5728"/>
                      <a:pt x="6359" y="3788"/>
                      <a:pt x="8264" y="1183"/>
                    </a:cubicBezTo>
                    <a:lnTo>
                      <a:pt x="66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4"/>
              <p:cNvSpPr/>
              <p:nvPr/>
            </p:nvSpPr>
            <p:spPr>
              <a:xfrm>
                <a:off x="2543222" y="2903997"/>
                <a:ext cx="73122" cy="144390"/>
              </a:xfrm>
              <a:custGeom>
                <a:avLst/>
                <a:gdLst/>
                <a:ahLst/>
                <a:cxnLst/>
                <a:rect l="l" t="t" r="r" b="b"/>
                <a:pathLst>
                  <a:path w="4534" h="8953" extrusionOk="0">
                    <a:moveTo>
                      <a:pt x="2904" y="0"/>
                    </a:moveTo>
                    <a:cubicBezTo>
                      <a:pt x="1010" y="2594"/>
                      <a:pt x="0" y="5739"/>
                      <a:pt x="0" y="8953"/>
                    </a:cubicBezTo>
                    <a:lnTo>
                      <a:pt x="2020" y="8953"/>
                    </a:lnTo>
                    <a:cubicBezTo>
                      <a:pt x="2020" y="6164"/>
                      <a:pt x="2893" y="3444"/>
                      <a:pt x="4534" y="1183"/>
                    </a:cubicBezTo>
                    <a:lnTo>
                      <a:pt x="29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4"/>
              <p:cNvSpPr/>
              <p:nvPr/>
            </p:nvSpPr>
            <p:spPr>
              <a:xfrm>
                <a:off x="2712955" y="3251413"/>
                <a:ext cx="151969" cy="43028"/>
              </a:xfrm>
              <a:custGeom>
                <a:avLst/>
                <a:gdLst/>
                <a:ahLst/>
                <a:cxnLst/>
                <a:rect l="l" t="t" r="r" b="b"/>
                <a:pathLst>
                  <a:path w="9423" h="2668" extrusionOk="0">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4"/>
              <p:cNvSpPr/>
              <p:nvPr/>
            </p:nvSpPr>
            <p:spPr>
              <a:xfrm>
                <a:off x="2590054" y="3173666"/>
                <a:ext cx="132907" cy="108667"/>
              </a:xfrm>
              <a:custGeom>
                <a:avLst/>
                <a:gdLst/>
                <a:ahLst/>
                <a:cxnLst/>
                <a:rect l="l" t="t" r="r" b="b"/>
                <a:pathLst>
                  <a:path w="8241" h="6738" extrusionOk="0">
                    <a:moveTo>
                      <a:pt x="1630" y="1"/>
                    </a:moveTo>
                    <a:lnTo>
                      <a:pt x="0" y="1183"/>
                    </a:lnTo>
                    <a:cubicBezTo>
                      <a:pt x="1894" y="3788"/>
                      <a:pt x="4557" y="5728"/>
                      <a:pt x="7621" y="6738"/>
                    </a:cubicBezTo>
                    <a:lnTo>
                      <a:pt x="8241" y="4821"/>
                    </a:lnTo>
                    <a:cubicBezTo>
                      <a:pt x="5590" y="3949"/>
                      <a:pt x="3271" y="2262"/>
                      <a:pt x="16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4"/>
              <p:cNvSpPr/>
              <p:nvPr/>
            </p:nvSpPr>
            <p:spPr>
              <a:xfrm>
                <a:off x="2543222" y="3048363"/>
                <a:ext cx="73122" cy="144390"/>
              </a:xfrm>
              <a:custGeom>
                <a:avLst/>
                <a:gdLst/>
                <a:ahLst/>
                <a:cxnLst/>
                <a:rect l="l" t="t" r="r" b="b"/>
                <a:pathLst>
                  <a:path w="4534" h="8953" extrusionOk="0">
                    <a:moveTo>
                      <a:pt x="0" y="1"/>
                    </a:moveTo>
                    <a:cubicBezTo>
                      <a:pt x="0" y="3214"/>
                      <a:pt x="1010" y="6359"/>
                      <a:pt x="2904" y="8953"/>
                    </a:cubicBezTo>
                    <a:lnTo>
                      <a:pt x="4534" y="7771"/>
                    </a:lnTo>
                    <a:cubicBezTo>
                      <a:pt x="2904" y="5510"/>
                      <a:pt x="2020" y="2790"/>
                      <a:pt x="20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4"/>
              <p:cNvSpPr/>
              <p:nvPr/>
            </p:nvSpPr>
            <p:spPr>
              <a:xfrm>
                <a:off x="2590054" y="2814414"/>
                <a:ext cx="132907" cy="108667"/>
              </a:xfrm>
              <a:custGeom>
                <a:avLst/>
                <a:gdLst/>
                <a:ahLst/>
                <a:cxnLst/>
                <a:rect l="l" t="t" r="r" b="b"/>
                <a:pathLst>
                  <a:path w="8241" h="6738" extrusionOk="0">
                    <a:moveTo>
                      <a:pt x="7621" y="0"/>
                    </a:moveTo>
                    <a:cubicBezTo>
                      <a:pt x="4557" y="1010"/>
                      <a:pt x="1894" y="2950"/>
                      <a:pt x="0" y="5555"/>
                    </a:cubicBezTo>
                    <a:lnTo>
                      <a:pt x="1630" y="6738"/>
                    </a:lnTo>
                    <a:cubicBezTo>
                      <a:pt x="3271" y="4477"/>
                      <a:pt x="5590" y="2789"/>
                      <a:pt x="8241" y="1929"/>
                    </a:cubicBezTo>
                    <a:lnTo>
                      <a:pt x="762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822" name="Google Shape;3822;p54"/>
          <p:cNvSpPr/>
          <p:nvPr/>
        </p:nvSpPr>
        <p:spPr>
          <a:xfrm rot="10800000" flipH="1">
            <a:off x="1859200" y="1285750"/>
            <a:ext cx="1291800" cy="112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823" name="Google Shape;3823;p54"/>
          <p:cNvSpPr/>
          <p:nvPr/>
        </p:nvSpPr>
        <p:spPr>
          <a:xfrm rot="10800000" flipH="1">
            <a:off x="5608250" y="1285750"/>
            <a:ext cx="2168700" cy="1125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824" name="Google Shape;3824;p54"/>
          <p:cNvSpPr/>
          <p:nvPr/>
        </p:nvSpPr>
        <p:spPr>
          <a:xfrm rot="10800000" flipH="1">
            <a:off x="5825575" y="3385775"/>
            <a:ext cx="1734000" cy="112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825" name="Google Shape;3825;p54"/>
          <p:cNvSpPr/>
          <p:nvPr/>
        </p:nvSpPr>
        <p:spPr>
          <a:xfrm>
            <a:off x="3228725" y="685975"/>
            <a:ext cx="25824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KPI OVERVIEW</a:t>
            </a:r>
            <a:endParaRPr/>
          </a:p>
        </p:txBody>
      </p:sp>
      <p:sp>
        <p:nvSpPr>
          <p:cNvPr id="3827" name="Google Shape;3827;p54"/>
          <p:cNvSpPr txBox="1"/>
          <p:nvPr/>
        </p:nvSpPr>
        <p:spPr>
          <a:xfrm>
            <a:off x="4986050" y="2701175"/>
            <a:ext cx="3413100" cy="475500"/>
          </a:xfrm>
          <a:prstGeom prst="rect">
            <a:avLst/>
          </a:prstGeom>
          <a:noFill/>
          <a:ln>
            <a:noFill/>
          </a:ln>
        </p:spPr>
        <p:txBody>
          <a:bodyPr spcFirstLastPara="1" wrap="square" lIns="0" tIns="4775" rIns="0" bIns="0" anchor="ctr" anchorCtr="0">
            <a:noAutofit/>
          </a:bodyPr>
          <a:lstStyle/>
          <a:p>
            <a:pPr marL="0" lvl="0" indent="0" algn="ctr" rtl="0">
              <a:spcBef>
                <a:spcPts val="0"/>
              </a:spcBef>
              <a:spcAft>
                <a:spcPts val="0"/>
              </a:spcAft>
              <a:buClr>
                <a:srgbClr val="000000"/>
              </a:buClr>
              <a:buSzPts val="1100"/>
              <a:buFont typeface="Arial"/>
              <a:buNone/>
            </a:pPr>
            <a:r>
              <a:rPr lang="en" sz="1100">
                <a:solidFill>
                  <a:schemeClr val="dk2"/>
                </a:solidFill>
                <a:latin typeface="Abel"/>
                <a:ea typeface="Abel"/>
                <a:cs typeface="Abel"/>
                <a:sym typeface="Abel"/>
              </a:rPr>
              <a:t>Follow the link in the graph to modify its data and then paste the new one here. </a:t>
            </a:r>
            <a:r>
              <a:rPr lang="en" sz="1100">
                <a:solidFill>
                  <a:schemeClr val="dk2"/>
                </a:solidFill>
                <a:uFill>
                  <a:noFill/>
                </a:uFill>
                <a:latin typeface="Abel"/>
                <a:ea typeface="Abel"/>
                <a:cs typeface="Abel"/>
                <a:sym typeface="Abel"/>
                <a:hlinkClick r:id="rId3">
                  <a:extLst>
                    <a:ext uri="{A12FA001-AC4F-418D-AE19-62706E023703}">
                      <ahyp:hlinkClr xmlns:ahyp="http://schemas.microsoft.com/office/drawing/2018/hyperlinkcolor" val="tx"/>
                    </a:ext>
                  </a:extLst>
                </a:hlinkClick>
              </a:rPr>
              <a:t>For more info,</a:t>
            </a:r>
            <a:r>
              <a:rPr lang="en" sz="1100" b="1">
                <a:solidFill>
                  <a:schemeClr val="dk2"/>
                </a:solidFill>
                <a:uFill>
                  <a:noFill/>
                </a:uFill>
                <a:latin typeface="Abel"/>
                <a:ea typeface="Abel"/>
                <a:cs typeface="Abel"/>
                <a:sym typeface="Abel"/>
                <a:hlinkClick r:id="rId3">
                  <a:extLst>
                    <a:ext uri="{A12FA001-AC4F-418D-AE19-62706E023703}">
                      <ahyp:hlinkClr xmlns:ahyp="http://schemas.microsoft.com/office/drawing/2018/hyperlinkcolor" val="tx"/>
                    </a:ext>
                  </a:extLst>
                </a:hlinkClick>
              </a:rPr>
              <a:t> click here</a:t>
            </a:r>
            <a:endParaRPr sz="1100">
              <a:solidFill>
                <a:schemeClr val="dk2"/>
              </a:solidFill>
              <a:latin typeface="Abel"/>
              <a:ea typeface="Abel"/>
              <a:cs typeface="Abel"/>
              <a:sym typeface="Abel"/>
            </a:endParaRPr>
          </a:p>
        </p:txBody>
      </p:sp>
      <p:sp>
        <p:nvSpPr>
          <p:cNvPr id="3828" name="Google Shape;3828;p54"/>
          <p:cNvSpPr txBox="1"/>
          <p:nvPr/>
        </p:nvSpPr>
        <p:spPr>
          <a:xfrm>
            <a:off x="1480613" y="1085759"/>
            <a:ext cx="2049000" cy="390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latin typeface="Questrial"/>
                <a:ea typeface="Questrial"/>
                <a:cs typeface="Questrial"/>
                <a:sym typeface="Questrial"/>
              </a:rPr>
              <a:t>OUTREACH</a:t>
            </a:r>
            <a:endParaRPr sz="1800">
              <a:latin typeface="Questrial"/>
              <a:ea typeface="Questrial"/>
              <a:cs typeface="Questrial"/>
              <a:sym typeface="Questrial"/>
            </a:endParaRPr>
          </a:p>
        </p:txBody>
      </p:sp>
      <p:grpSp>
        <p:nvGrpSpPr>
          <p:cNvPr id="3829" name="Google Shape;3829;p54"/>
          <p:cNvGrpSpPr/>
          <p:nvPr/>
        </p:nvGrpSpPr>
        <p:grpSpPr>
          <a:xfrm>
            <a:off x="301727" y="1750707"/>
            <a:ext cx="4406746" cy="2554482"/>
            <a:chOff x="1397225" y="1410350"/>
            <a:chExt cx="4786300" cy="2774500"/>
          </a:xfrm>
        </p:grpSpPr>
        <p:grpSp>
          <p:nvGrpSpPr>
            <p:cNvPr id="3830" name="Google Shape;3830;p54"/>
            <p:cNvGrpSpPr/>
            <p:nvPr/>
          </p:nvGrpSpPr>
          <p:grpSpPr>
            <a:xfrm>
              <a:off x="4293400" y="2574725"/>
              <a:ext cx="84425" cy="80100"/>
              <a:chOff x="4293400" y="2574725"/>
              <a:chExt cx="84425" cy="80100"/>
            </a:xfrm>
          </p:grpSpPr>
          <p:sp>
            <p:nvSpPr>
              <p:cNvPr id="3831" name="Google Shape;3831;p54"/>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chemeClr val="lt2"/>
              </a:solidFill>
              <a:ln>
                <a:noFill/>
              </a:ln>
            </p:spPr>
            <p:txBody>
              <a:bodyPr/>
              <a:lstStyle/>
              <a:p>
                <a:endParaRPr lang="en-US"/>
              </a:p>
            </p:txBody>
          </p:sp>
          <p:sp>
            <p:nvSpPr>
              <p:cNvPr id="3832" name="Google Shape;3832;p54"/>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3" name="Google Shape;3833;p54"/>
            <p:cNvGrpSpPr/>
            <p:nvPr/>
          </p:nvGrpSpPr>
          <p:grpSpPr>
            <a:xfrm>
              <a:off x="4000175" y="1462675"/>
              <a:ext cx="1917275" cy="1140875"/>
              <a:chOff x="4000175" y="1462675"/>
              <a:chExt cx="1917275" cy="1140875"/>
            </a:xfrm>
          </p:grpSpPr>
          <p:sp>
            <p:nvSpPr>
              <p:cNvPr id="3834" name="Google Shape;3834;p54"/>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chemeClr val="lt2"/>
              </a:solidFill>
              <a:ln>
                <a:noFill/>
              </a:ln>
            </p:spPr>
            <p:txBody>
              <a:bodyPr/>
              <a:lstStyle/>
              <a:p>
                <a:endParaRPr lang="en-US"/>
              </a:p>
            </p:txBody>
          </p:sp>
          <p:grpSp>
            <p:nvGrpSpPr>
              <p:cNvPr id="3835" name="Google Shape;3835;p54"/>
              <p:cNvGrpSpPr/>
              <p:nvPr/>
            </p:nvGrpSpPr>
            <p:grpSpPr>
              <a:xfrm>
                <a:off x="4000175" y="1462675"/>
                <a:ext cx="1917275" cy="1140875"/>
                <a:chOff x="4000175" y="1462675"/>
                <a:chExt cx="1917275" cy="1140875"/>
              </a:xfrm>
            </p:grpSpPr>
            <p:sp>
              <p:nvSpPr>
                <p:cNvPr id="3836" name="Google Shape;3836;p54"/>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lt2"/>
                </a:solidFill>
                <a:ln>
                  <a:noFill/>
                </a:ln>
              </p:spPr>
              <p:txBody>
                <a:bodyPr/>
                <a:lstStyle/>
                <a:p>
                  <a:endParaRPr lang="en-US"/>
                </a:p>
              </p:txBody>
            </p:sp>
            <p:sp>
              <p:nvSpPr>
                <p:cNvPr id="3837" name="Google Shape;3837;p54"/>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4"/>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4"/>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4"/>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4"/>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42" name="Google Shape;3842;p54"/>
            <p:cNvGrpSpPr/>
            <p:nvPr/>
          </p:nvGrpSpPr>
          <p:grpSpPr>
            <a:xfrm>
              <a:off x="3960625" y="2587825"/>
              <a:ext cx="94050" cy="104125"/>
              <a:chOff x="3960625" y="2587825"/>
              <a:chExt cx="94050" cy="104125"/>
            </a:xfrm>
          </p:grpSpPr>
          <p:sp>
            <p:nvSpPr>
              <p:cNvPr id="3843" name="Google Shape;3843;p54"/>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chemeClr val="lt2"/>
              </a:solidFill>
              <a:ln>
                <a:noFill/>
              </a:ln>
            </p:spPr>
            <p:txBody>
              <a:bodyPr/>
              <a:lstStyle/>
              <a:p>
                <a:endParaRPr lang="en-US"/>
              </a:p>
            </p:txBody>
          </p:sp>
          <p:sp>
            <p:nvSpPr>
              <p:cNvPr id="3844" name="Google Shape;3844;p54"/>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5" name="Google Shape;3845;p54"/>
            <p:cNvGrpSpPr/>
            <p:nvPr/>
          </p:nvGrpSpPr>
          <p:grpSpPr>
            <a:xfrm>
              <a:off x="3765350" y="2500900"/>
              <a:ext cx="173600" cy="187925"/>
              <a:chOff x="3765350" y="2500900"/>
              <a:chExt cx="173600" cy="187925"/>
            </a:xfrm>
          </p:grpSpPr>
          <p:sp>
            <p:nvSpPr>
              <p:cNvPr id="3846" name="Google Shape;3846;p54"/>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lt2"/>
              </a:solidFill>
              <a:ln>
                <a:noFill/>
              </a:ln>
            </p:spPr>
            <p:txBody>
              <a:bodyPr/>
              <a:lstStyle/>
              <a:p>
                <a:endParaRPr lang="en-US"/>
              </a:p>
            </p:txBody>
          </p:sp>
          <p:sp>
            <p:nvSpPr>
              <p:cNvPr id="3847" name="Google Shape;3847;p54"/>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4"/>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4"/>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4"/>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4"/>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2" name="Google Shape;3852;p54"/>
            <p:cNvGrpSpPr/>
            <p:nvPr/>
          </p:nvGrpSpPr>
          <p:grpSpPr>
            <a:xfrm>
              <a:off x="3750475" y="2481850"/>
              <a:ext cx="85125" cy="51800"/>
              <a:chOff x="3750475" y="2481850"/>
              <a:chExt cx="85125" cy="51800"/>
            </a:xfrm>
          </p:grpSpPr>
          <p:sp>
            <p:nvSpPr>
              <p:cNvPr id="3853" name="Google Shape;3853;p54"/>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4"/>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chemeClr val="lt2"/>
              </a:solidFill>
              <a:ln>
                <a:noFill/>
              </a:ln>
            </p:spPr>
            <p:txBody>
              <a:bodyPr/>
              <a:lstStyle/>
              <a:p>
                <a:endParaRPr lang="en-US"/>
              </a:p>
            </p:txBody>
          </p:sp>
        </p:grpSp>
        <p:grpSp>
          <p:nvGrpSpPr>
            <p:cNvPr id="3855" name="Google Shape;3855;p54"/>
            <p:cNvGrpSpPr/>
            <p:nvPr/>
          </p:nvGrpSpPr>
          <p:grpSpPr>
            <a:xfrm>
              <a:off x="3627175" y="2432450"/>
              <a:ext cx="172100" cy="169075"/>
              <a:chOff x="3627175" y="2432450"/>
              <a:chExt cx="172100" cy="169075"/>
            </a:xfrm>
          </p:grpSpPr>
          <p:sp>
            <p:nvSpPr>
              <p:cNvPr id="3856" name="Google Shape;3856;p54"/>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4"/>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chemeClr val="lt2"/>
              </a:solidFill>
              <a:ln>
                <a:noFill/>
              </a:ln>
            </p:spPr>
            <p:txBody>
              <a:bodyPr/>
              <a:lstStyle/>
              <a:p>
                <a:endParaRPr lang="en-US"/>
              </a:p>
            </p:txBody>
          </p:sp>
          <p:sp>
            <p:nvSpPr>
              <p:cNvPr id="3858" name="Google Shape;3858;p54"/>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chemeClr val="lt2"/>
              </a:solidFill>
              <a:ln>
                <a:noFill/>
              </a:ln>
            </p:spPr>
            <p:txBody>
              <a:bodyPr/>
              <a:lstStyle/>
              <a:p>
                <a:endParaRPr lang="en-US"/>
              </a:p>
            </p:txBody>
          </p:sp>
        </p:grpSp>
        <p:grpSp>
          <p:nvGrpSpPr>
            <p:cNvPr id="3859" name="Google Shape;3859;p54"/>
            <p:cNvGrpSpPr/>
            <p:nvPr/>
          </p:nvGrpSpPr>
          <p:grpSpPr>
            <a:xfrm>
              <a:off x="3561536" y="2585450"/>
              <a:ext cx="61539" cy="99045"/>
              <a:chOff x="3561536" y="2585450"/>
              <a:chExt cx="61539" cy="99045"/>
            </a:xfrm>
          </p:grpSpPr>
          <p:sp>
            <p:nvSpPr>
              <p:cNvPr id="3860" name="Google Shape;3860;p54"/>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4"/>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chemeClr val="lt2"/>
              </a:solidFill>
              <a:ln>
                <a:noFill/>
              </a:ln>
            </p:spPr>
            <p:txBody>
              <a:bodyPr/>
              <a:lstStyle/>
              <a:p>
                <a:endParaRPr lang="en-US"/>
              </a:p>
            </p:txBody>
          </p:sp>
        </p:grpSp>
        <p:grpSp>
          <p:nvGrpSpPr>
            <p:cNvPr id="3862" name="Google Shape;3862;p54"/>
            <p:cNvGrpSpPr/>
            <p:nvPr/>
          </p:nvGrpSpPr>
          <p:grpSpPr>
            <a:xfrm>
              <a:off x="3906325" y="1984500"/>
              <a:ext cx="156075" cy="262825"/>
              <a:chOff x="3906325" y="1984500"/>
              <a:chExt cx="156075" cy="262825"/>
            </a:xfrm>
          </p:grpSpPr>
          <p:sp>
            <p:nvSpPr>
              <p:cNvPr id="3863" name="Google Shape;3863;p54"/>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chemeClr val="lt2"/>
              </a:solidFill>
              <a:ln>
                <a:noFill/>
              </a:ln>
            </p:spPr>
            <p:txBody>
              <a:bodyPr/>
              <a:lstStyle/>
              <a:p>
                <a:endParaRPr lang="en-US"/>
              </a:p>
            </p:txBody>
          </p:sp>
          <p:sp>
            <p:nvSpPr>
              <p:cNvPr id="3864" name="Google Shape;3864;p54"/>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5" name="Google Shape;3865;p54"/>
            <p:cNvGrpSpPr/>
            <p:nvPr/>
          </p:nvGrpSpPr>
          <p:grpSpPr>
            <a:xfrm>
              <a:off x="1397225" y="1637375"/>
              <a:ext cx="1401575" cy="1228250"/>
              <a:chOff x="1397225" y="1637375"/>
              <a:chExt cx="1401575" cy="1228250"/>
            </a:xfrm>
          </p:grpSpPr>
          <p:sp>
            <p:nvSpPr>
              <p:cNvPr id="3866" name="Google Shape;3866;p54"/>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lt2"/>
              </a:solidFill>
              <a:ln>
                <a:noFill/>
              </a:ln>
            </p:spPr>
            <p:txBody>
              <a:bodyPr/>
              <a:lstStyle/>
              <a:p>
                <a:endParaRPr lang="en-US"/>
              </a:p>
            </p:txBody>
          </p:sp>
          <p:grpSp>
            <p:nvGrpSpPr>
              <p:cNvPr id="3867" name="Google Shape;3867;p54"/>
              <p:cNvGrpSpPr/>
              <p:nvPr/>
            </p:nvGrpSpPr>
            <p:grpSpPr>
              <a:xfrm>
                <a:off x="1397225" y="1637375"/>
                <a:ext cx="1398775" cy="1228250"/>
                <a:chOff x="1397225" y="1637375"/>
                <a:chExt cx="1398775" cy="1228250"/>
              </a:xfrm>
            </p:grpSpPr>
            <p:sp>
              <p:nvSpPr>
                <p:cNvPr id="3868" name="Google Shape;3868;p54"/>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4"/>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70" name="Google Shape;3870;p54"/>
            <p:cNvGrpSpPr/>
            <p:nvPr/>
          </p:nvGrpSpPr>
          <p:grpSpPr>
            <a:xfrm>
              <a:off x="2605700" y="3152850"/>
              <a:ext cx="594125" cy="616250"/>
              <a:chOff x="2605700" y="3152850"/>
              <a:chExt cx="594125" cy="616250"/>
            </a:xfrm>
          </p:grpSpPr>
          <p:sp>
            <p:nvSpPr>
              <p:cNvPr id="3871" name="Google Shape;3871;p54"/>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lt2"/>
              </a:solidFill>
              <a:ln>
                <a:noFill/>
              </a:ln>
            </p:spPr>
            <p:txBody>
              <a:bodyPr/>
              <a:lstStyle/>
              <a:p>
                <a:endParaRPr lang="en-US"/>
              </a:p>
            </p:txBody>
          </p:sp>
          <p:sp>
            <p:nvSpPr>
              <p:cNvPr id="3872" name="Google Shape;3872;p54"/>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3" name="Google Shape;3873;p54"/>
            <p:cNvGrpSpPr/>
            <p:nvPr/>
          </p:nvGrpSpPr>
          <p:grpSpPr>
            <a:xfrm>
              <a:off x="2680375" y="3423800"/>
              <a:ext cx="182975" cy="761050"/>
              <a:chOff x="2680375" y="3423800"/>
              <a:chExt cx="182975" cy="761050"/>
            </a:xfrm>
          </p:grpSpPr>
          <p:sp>
            <p:nvSpPr>
              <p:cNvPr id="3874" name="Google Shape;3874;p54"/>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lt2"/>
              </a:solidFill>
              <a:ln>
                <a:noFill/>
              </a:ln>
            </p:spPr>
            <p:txBody>
              <a:bodyPr/>
              <a:lstStyle/>
              <a:p>
                <a:endParaRPr lang="en-US"/>
              </a:p>
            </p:txBody>
          </p:sp>
          <p:sp>
            <p:nvSpPr>
              <p:cNvPr id="3875" name="Google Shape;3875;p54"/>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6" name="Google Shape;3876;p54"/>
            <p:cNvGrpSpPr/>
            <p:nvPr/>
          </p:nvGrpSpPr>
          <p:grpSpPr>
            <a:xfrm>
              <a:off x="3918000" y="3561900"/>
              <a:ext cx="236225" cy="207100"/>
              <a:chOff x="3918000" y="3561900"/>
              <a:chExt cx="236225" cy="207100"/>
            </a:xfrm>
          </p:grpSpPr>
          <p:sp>
            <p:nvSpPr>
              <p:cNvPr id="3877" name="Google Shape;3877;p54"/>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chemeClr val="lt2"/>
              </a:solidFill>
              <a:ln>
                <a:noFill/>
              </a:ln>
            </p:spPr>
            <p:txBody>
              <a:bodyPr/>
              <a:lstStyle/>
              <a:p>
                <a:endParaRPr lang="en-US"/>
              </a:p>
            </p:txBody>
          </p:sp>
          <p:sp>
            <p:nvSpPr>
              <p:cNvPr id="3878" name="Google Shape;3878;p54"/>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54"/>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4"/>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4"/>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2" name="Google Shape;3882;p54"/>
            <p:cNvGrpSpPr/>
            <p:nvPr/>
          </p:nvGrpSpPr>
          <p:grpSpPr>
            <a:xfrm>
              <a:off x="1922950" y="1410350"/>
              <a:ext cx="1252825" cy="1162875"/>
              <a:chOff x="1922950" y="1410350"/>
              <a:chExt cx="1252825" cy="1162875"/>
            </a:xfrm>
          </p:grpSpPr>
          <p:sp>
            <p:nvSpPr>
              <p:cNvPr id="3883" name="Google Shape;3883;p54"/>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4"/>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4"/>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4"/>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4"/>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4"/>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4"/>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4"/>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4"/>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4"/>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4"/>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4"/>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4"/>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4"/>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4"/>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4"/>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9" name="Google Shape;3899;p54"/>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4"/>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4"/>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4"/>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4"/>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4"/>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4"/>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4"/>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4"/>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4"/>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4"/>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4"/>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4"/>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4"/>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4"/>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4"/>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4"/>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4"/>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4"/>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4"/>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4"/>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4"/>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21" name="Google Shape;3921;p54"/>
            <p:cNvGrpSpPr/>
            <p:nvPr/>
          </p:nvGrpSpPr>
          <p:grpSpPr>
            <a:xfrm>
              <a:off x="2711750" y="3572300"/>
              <a:ext cx="230725" cy="598425"/>
              <a:chOff x="2711750" y="3572300"/>
              <a:chExt cx="230725" cy="598425"/>
            </a:xfrm>
          </p:grpSpPr>
          <p:sp>
            <p:nvSpPr>
              <p:cNvPr id="3922" name="Google Shape;3922;p54"/>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4"/>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24" name="Google Shape;3924;p54"/>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25" name="Google Shape;3925;p54"/>
            <p:cNvGrpSpPr/>
            <p:nvPr/>
          </p:nvGrpSpPr>
          <p:grpSpPr>
            <a:xfrm>
              <a:off x="3781475" y="1624825"/>
              <a:ext cx="153300" cy="166375"/>
              <a:chOff x="3781475" y="1624825"/>
              <a:chExt cx="153300" cy="166375"/>
            </a:xfrm>
          </p:grpSpPr>
          <p:sp>
            <p:nvSpPr>
              <p:cNvPr id="3926" name="Google Shape;3926;p54"/>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4"/>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4"/>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4"/>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30" name="Google Shape;3930;p54"/>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4"/>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4"/>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4"/>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4"/>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4"/>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4"/>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7" name="Google Shape;3937;p54"/>
            <p:cNvGrpSpPr/>
            <p:nvPr/>
          </p:nvGrpSpPr>
          <p:grpSpPr>
            <a:xfrm>
              <a:off x="5068275" y="3161675"/>
              <a:ext cx="664875" cy="222850"/>
              <a:chOff x="5068275" y="3161675"/>
              <a:chExt cx="664875" cy="222850"/>
            </a:xfrm>
          </p:grpSpPr>
          <p:sp>
            <p:nvSpPr>
              <p:cNvPr id="3938" name="Google Shape;3938;p54"/>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4"/>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4"/>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4"/>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42" name="Google Shape;3942;p54"/>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4"/>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4"/>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4"/>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4"/>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4"/>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4"/>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4"/>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4"/>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4"/>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4"/>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4"/>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4"/>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4"/>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4"/>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4"/>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4"/>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4"/>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4"/>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4"/>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4"/>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4"/>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4"/>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4"/>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4"/>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4"/>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4"/>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4"/>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4"/>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71" name="Google Shape;3971;p54"/>
            <p:cNvGrpSpPr/>
            <p:nvPr/>
          </p:nvGrpSpPr>
          <p:grpSpPr>
            <a:xfrm>
              <a:off x="3586375" y="2281300"/>
              <a:ext cx="125025" cy="175275"/>
              <a:chOff x="3586375" y="2281300"/>
              <a:chExt cx="125025" cy="175275"/>
            </a:xfrm>
          </p:grpSpPr>
          <p:sp>
            <p:nvSpPr>
              <p:cNvPr id="3972" name="Google Shape;3972;p54"/>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4"/>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4" name="Google Shape;3974;p54"/>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75" name="Google Shape;3975;p54"/>
            <p:cNvGrpSpPr/>
            <p:nvPr/>
          </p:nvGrpSpPr>
          <p:grpSpPr>
            <a:xfrm>
              <a:off x="5298975" y="3412225"/>
              <a:ext cx="576450" cy="616225"/>
              <a:chOff x="5298975" y="3412225"/>
              <a:chExt cx="576450" cy="616225"/>
            </a:xfrm>
          </p:grpSpPr>
          <p:sp>
            <p:nvSpPr>
              <p:cNvPr id="3976" name="Google Shape;3976;p54"/>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4"/>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8" name="Google Shape;3978;p54"/>
            <p:cNvGrpSpPr/>
            <p:nvPr/>
          </p:nvGrpSpPr>
          <p:grpSpPr>
            <a:xfrm>
              <a:off x="5952300" y="3852150"/>
              <a:ext cx="231225" cy="287200"/>
              <a:chOff x="5952300" y="3852150"/>
              <a:chExt cx="231225" cy="287200"/>
            </a:xfrm>
          </p:grpSpPr>
          <p:sp>
            <p:nvSpPr>
              <p:cNvPr id="3979" name="Google Shape;3979;p54"/>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4"/>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1" name="Google Shape;3981;p54"/>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4"/>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4"/>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4"/>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4"/>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4"/>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4"/>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4"/>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89" name="Google Shape;3989;p54"/>
            <p:cNvGrpSpPr/>
            <p:nvPr/>
          </p:nvGrpSpPr>
          <p:grpSpPr>
            <a:xfrm>
              <a:off x="4842300" y="3099950"/>
              <a:ext cx="31425" cy="59650"/>
              <a:chOff x="4842300" y="3099950"/>
              <a:chExt cx="31425" cy="59650"/>
            </a:xfrm>
          </p:grpSpPr>
          <p:sp>
            <p:nvSpPr>
              <p:cNvPr id="3990" name="Google Shape;3990;p54"/>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4"/>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4"/>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4"/>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4" name="Google Shape;3994;p54"/>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4"/>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4"/>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4"/>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4"/>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4"/>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4"/>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4"/>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2" name="Google Shape;4002;p54"/>
            <p:cNvGrpSpPr/>
            <p:nvPr/>
          </p:nvGrpSpPr>
          <p:grpSpPr>
            <a:xfrm>
              <a:off x="3866750" y="2520350"/>
              <a:ext cx="78475" cy="60700"/>
              <a:chOff x="3866750" y="2520350"/>
              <a:chExt cx="78475" cy="60700"/>
            </a:xfrm>
          </p:grpSpPr>
          <p:sp>
            <p:nvSpPr>
              <p:cNvPr id="4003" name="Google Shape;4003;p54"/>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4"/>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4"/>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4"/>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07" name="Google Shape;4007;p54"/>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4"/>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4"/>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4"/>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4"/>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4"/>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4"/>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4"/>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4"/>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4"/>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4"/>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4"/>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4"/>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4"/>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4"/>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4"/>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4"/>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4"/>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4"/>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4"/>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4"/>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4"/>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4"/>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4"/>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4"/>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4"/>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4"/>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4"/>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4"/>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4"/>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4"/>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4"/>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4"/>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4"/>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4"/>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4"/>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4"/>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4"/>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4"/>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4"/>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4"/>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4"/>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49" name="Google Shape;4049;p54"/>
            <p:cNvGrpSpPr/>
            <p:nvPr/>
          </p:nvGrpSpPr>
          <p:grpSpPr>
            <a:xfrm>
              <a:off x="3450375" y="3038225"/>
              <a:ext cx="132875" cy="99400"/>
              <a:chOff x="3450375" y="3038225"/>
              <a:chExt cx="132875" cy="99400"/>
            </a:xfrm>
          </p:grpSpPr>
          <p:sp>
            <p:nvSpPr>
              <p:cNvPr id="4050" name="Google Shape;4050;p54"/>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4"/>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2" name="Google Shape;4052;p54"/>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4"/>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4"/>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4"/>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4"/>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4"/>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4"/>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4"/>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4"/>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4"/>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4"/>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4"/>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4"/>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4"/>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4"/>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4"/>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4"/>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4"/>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4"/>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4"/>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4"/>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4"/>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4"/>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4"/>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4"/>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4"/>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4"/>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4"/>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4"/>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4"/>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4"/>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4"/>
            <p:cNvSpPr/>
            <p:nvPr/>
          </p:nvSpPr>
          <p:spPr>
            <a:xfrm>
              <a:off x="4298825" y="2603000"/>
              <a:ext cx="2625" cy="2650"/>
            </a:xfrm>
            <a:custGeom>
              <a:avLst/>
              <a:gdLst/>
              <a:ahLst/>
              <a:cxnLst/>
              <a:rect l="l" t="t" r="r" b="b"/>
              <a:pathLst>
                <a:path w="105" h="106" fill="none" extrusionOk="0">
                  <a:moveTo>
                    <a:pt x="105" y="105"/>
                  </a:moveTo>
                  <a:lnTo>
                    <a:pt x="0" y="1"/>
                  </a:lnTo>
                </a:path>
              </a:pathLst>
            </a:custGeom>
            <a:solidFill>
              <a:schemeClr val="lt2"/>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4"/>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4"/>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4"/>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7" name="Google Shape;4087;p54"/>
          <p:cNvSpPr txBox="1"/>
          <p:nvPr/>
        </p:nvSpPr>
        <p:spPr>
          <a:xfrm>
            <a:off x="5015700" y="4410900"/>
            <a:ext cx="1566600" cy="198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200"/>
              </a:spcAft>
              <a:buClr>
                <a:schemeClr val="dk1"/>
              </a:buClr>
              <a:buSzPts val="1100"/>
              <a:buFont typeface="Arial"/>
              <a:buNone/>
            </a:pPr>
            <a:r>
              <a:rPr lang="en">
                <a:solidFill>
                  <a:schemeClr val="dk2"/>
                </a:solidFill>
                <a:latin typeface="Abel"/>
                <a:ea typeface="Abel"/>
                <a:cs typeface="Abel"/>
                <a:sym typeface="Abel"/>
              </a:rPr>
              <a:t>Saturn is a gas giant</a:t>
            </a:r>
            <a:endParaRPr>
              <a:solidFill>
                <a:schemeClr val="dk2"/>
              </a:solidFill>
              <a:latin typeface="Abel"/>
              <a:ea typeface="Abel"/>
              <a:cs typeface="Abel"/>
              <a:sym typeface="Abel"/>
            </a:endParaRPr>
          </a:p>
        </p:txBody>
      </p:sp>
      <p:sp>
        <p:nvSpPr>
          <p:cNvPr id="4088" name="Google Shape;4088;p54"/>
          <p:cNvSpPr txBox="1"/>
          <p:nvPr/>
        </p:nvSpPr>
        <p:spPr>
          <a:xfrm>
            <a:off x="5796425" y="3866125"/>
            <a:ext cx="667500" cy="30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sz="1800">
                <a:solidFill>
                  <a:srgbClr val="666666"/>
                </a:solidFill>
                <a:latin typeface="Questrial"/>
                <a:ea typeface="Questrial"/>
                <a:cs typeface="Questrial"/>
                <a:sym typeface="Questrial"/>
              </a:rPr>
              <a:t>50%</a:t>
            </a:r>
            <a:endParaRPr sz="1800">
              <a:solidFill>
                <a:srgbClr val="666666"/>
              </a:solidFill>
              <a:latin typeface="Questrial"/>
              <a:ea typeface="Questrial"/>
              <a:cs typeface="Questrial"/>
              <a:sym typeface="Questrial"/>
            </a:endParaRPr>
          </a:p>
        </p:txBody>
      </p:sp>
      <p:grpSp>
        <p:nvGrpSpPr>
          <p:cNvPr id="4089" name="Google Shape;4089;p54"/>
          <p:cNvGrpSpPr/>
          <p:nvPr/>
        </p:nvGrpSpPr>
        <p:grpSpPr>
          <a:xfrm>
            <a:off x="7092917" y="3932264"/>
            <a:ext cx="264193" cy="264910"/>
            <a:chOff x="6679825" y="2693700"/>
            <a:chExt cx="257875" cy="258575"/>
          </a:xfrm>
        </p:grpSpPr>
        <p:sp>
          <p:nvSpPr>
            <p:cNvPr id="4090" name="Google Shape;4090;p54"/>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4"/>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2" name="Google Shape;4092;p54"/>
          <p:cNvSpPr txBox="1"/>
          <p:nvPr/>
        </p:nvSpPr>
        <p:spPr>
          <a:xfrm>
            <a:off x="6867950" y="4410900"/>
            <a:ext cx="1566600" cy="198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a:solidFill>
                  <a:schemeClr val="dk2"/>
                </a:solidFill>
                <a:latin typeface="Abel"/>
                <a:ea typeface="Abel"/>
                <a:cs typeface="Abel"/>
                <a:sym typeface="Abel"/>
              </a:rPr>
              <a:t>Mars is a cold place</a:t>
            </a:r>
            <a:endParaRPr>
              <a:solidFill>
                <a:schemeClr val="dk2"/>
              </a:solidFill>
              <a:latin typeface="Abel"/>
              <a:ea typeface="Abel"/>
              <a:cs typeface="Abel"/>
              <a:sym typeface="Abel"/>
            </a:endParaRPr>
          </a:p>
        </p:txBody>
      </p:sp>
      <p:sp>
        <p:nvSpPr>
          <p:cNvPr id="4093" name="Google Shape;4093;p54"/>
          <p:cNvSpPr txBox="1"/>
          <p:nvPr/>
        </p:nvSpPr>
        <p:spPr>
          <a:xfrm>
            <a:off x="7685200" y="3866125"/>
            <a:ext cx="667500" cy="30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sz="1800">
                <a:solidFill>
                  <a:srgbClr val="666666"/>
                </a:solidFill>
                <a:latin typeface="Questrial"/>
                <a:ea typeface="Questrial"/>
                <a:cs typeface="Questrial"/>
                <a:sym typeface="Questrial"/>
              </a:rPr>
              <a:t>70%</a:t>
            </a:r>
            <a:endParaRPr sz="1800">
              <a:solidFill>
                <a:srgbClr val="666666"/>
              </a:solidFill>
              <a:latin typeface="Questrial"/>
              <a:ea typeface="Questrial"/>
              <a:cs typeface="Questrial"/>
              <a:sym typeface="Questrial"/>
            </a:endParaRPr>
          </a:p>
        </p:txBody>
      </p:sp>
      <p:grpSp>
        <p:nvGrpSpPr>
          <p:cNvPr id="4094" name="Google Shape;4094;p54"/>
          <p:cNvGrpSpPr/>
          <p:nvPr/>
        </p:nvGrpSpPr>
        <p:grpSpPr>
          <a:xfrm>
            <a:off x="6867961" y="3707376"/>
            <a:ext cx="1552262" cy="700535"/>
            <a:chOff x="780250" y="1830336"/>
            <a:chExt cx="1552262" cy="700535"/>
          </a:xfrm>
        </p:grpSpPr>
        <p:cxnSp>
          <p:nvCxnSpPr>
            <p:cNvPr id="4095" name="Google Shape;4095;p54"/>
            <p:cNvCxnSpPr/>
            <p:nvPr/>
          </p:nvCxnSpPr>
          <p:spPr>
            <a:xfrm>
              <a:off x="1336813" y="2432550"/>
              <a:ext cx="995700" cy="0"/>
            </a:xfrm>
            <a:prstGeom prst="straightConnector1">
              <a:avLst/>
            </a:prstGeom>
            <a:noFill/>
            <a:ln w="28575" cap="flat" cmpd="sng">
              <a:solidFill>
                <a:schemeClr val="accent1"/>
              </a:solidFill>
              <a:prstDash val="solid"/>
              <a:round/>
              <a:headEnd type="none" w="med" len="med"/>
              <a:tailEnd type="none" w="med" len="med"/>
            </a:ln>
          </p:spPr>
        </p:cxnSp>
        <p:grpSp>
          <p:nvGrpSpPr>
            <p:cNvPr id="4096" name="Google Shape;4096;p54"/>
            <p:cNvGrpSpPr/>
            <p:nvPr/>
          </p:nvGrpSpPr>
          <p:grpSpPr>
            <a:xfrm>
              <a:off x="780250" y="1830336"/>
              <a:ext cx="700754" cy="700535"/>
              <a:chOff x="2543222" y="2802319"/>
              <a:chExt cx="492172" cy="492122"/>
            </a:xfrm>
          </p:grpSpPr>
          <p:sp>
            <p:nvSpPr>
              <p:cNvPr id="4097" name="Google Shape;4097;p54"/>
              <p:cNvSpPr/>
              <p:nvPr/>
            </p:nvSpPr>
            <p:spPr>
              <a:xfrm>
                <a:off x="2712955" y="2802319"/>
                <a:ext cx="151969" cy="43028"/>
              </a:xfrm>
              <a:custGeom>
                <a:avLst/>
                <a:gdLst/>
                <a:ahLst/>
                <a:cxnLst/>
                <a:rect l="l" t="t" r="r" b="b"/>
                <a:pathLst>
                  <a:path w="9423" h="2668" extrusionOk="0">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4"/>
              <p:cNvSpPr/>
              <p:nvPr/>
            </p:nvSpPr>
            <p:spPr>
              <a:xfrm>
                <a:off x="2854917" y="2814237"/>
                <a:ext cx="133278" cy="108667"/>
              </a:xfrm>
              <a:custGeom>
                <a:avLst/>
                <a:gdLst/>
                <a:ahLst/>
                <a:cxnLst/>
                <a:rect l="l" t="t" r="r" b="b"/>
                <a:pathLst>
                  <a:path w="8264" h="6738" extrusionOk="0">
                    <a:moveTo>
                      <a:pt x="631" y="0"/>
                    </a:moveTo>
                    <a:lnTo>
                      <a:pt x="0" y="1928"/>
                    </a:lnTo>
                    <a:cubicBezTo>
                      <a:pt x="2663" y="2789"/>
                      <a:pt x="4981" y="4465"/>
                      <a:pt x="6634" y="6737"/>
                    </a:cubicBezTo>
                    <a:lnTo>
                      <a:pt x="8264" y="5544"/>
                    </a:lnTo>
                    <a:cubicBezTo>
                      <a:pt x="6370" y="2938"/>
                      <a:pt x="3696" y="999"/>
                      <a:pt x="6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4"/>
              <p:cNvSpPr/>
              <p:nvPr/>
            </p:nvSpPr>
            <p:spPr>
              <a:xfrm>
                <a:off x="2961901" y="3048363"/>
                <a:ext cx="73493" cy="144760"/>
              </a:xfrm>
              <a:custGeom>
                <a:avLst/>
                <a:gdLst/>
                <a:ahLst/>
                <a:cxnLst/>
                <a:rect l="l" t="t" r="r" b="b"/>
                <a:pathLst>
                  <a:path w="4557" h="8976" extrusionOk="0">
                    <a:moveTo>
                      <a:pt x="2537" y="1"/>
                    </a:moveTo>
                    <a:cubicBezTo>
                      <a:pt x="2537" y="2801"/>
                      <a:pt x="1653" y="5533"/>
                      <a:pt x="0" y="7794"/>
                    </a:cubicBezTo>
                    <a:lnTo>
                      <a:pt x="1630" y="8976"/>
                    </a:lnTo>
                    <a:cubicBezTo>
                      <a:pt x="3535" y="6371"/>
                      <a:pt x="4557" y="3226"/>
                      <a:pt x="45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4"/>
              <p:cNvSpPr/>
              <p:nvPr/>
            </p:nvSpPr>
            <p:spPr>
              <a:xfrm>
                <a:off x="2590054" y="2814414"/>
                <a:ext cx="132907" cy="108667"/>
              </a:xfrm>
              <a:custGeom>
                <a:avLst/>
                <a:gdLst/>
                <a:ahLst/>
                <a:cxnLst/>
                <a:rect l="l" t="t" r="r" b="b"/>
                <a:pathLst>
                  <a:path w="8241" h="6738" extrusionOk="0">
                    <a:moveTo>
                      <a:pt x="7621" y="0"/>
                    </a:moveTo>
                    <a:cubicBezTo>
                      <a:pt x="4557" y="1010"/>
                      <a:pt x="1894" y="2950"/>
                      <a:pt x="0" y="5555"/>
                    </a:cubicBezTo>
                    <a:lnTo>
                      <a:pt x="1630" y="6738"/>
                    </a:lnTo>
                    <a:cubicBezTo>
                      <a:pt x="3271" y="4477"/>
                      <a:pt x="5590" y="2789"/>
                      <a:pt x="8241" y="1929"/>
                    </a:cubicBezTo>
                    <a:lnTo>
                      <a:pt x="762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4"/>
              <p:cNvSpPr/>
              <p:nvPr/>
            </p:nvSpPr>
            <p:spPr>
              <a:xfrm>
                <a:off x="2961901" y="2903626"/>
                <a:ext cx="73493" cy="144760"/>
              </a:xfrm>
              <a:custGeom>
                <a:avLst/>
                <a:gdLst/>
                <a:ahLst/>
                <a:cxnLst/>
                <a:rect l="l" t="t" r="r" b="b"/>
                <a:pathLst>
                  <a:path w="4557" h="8976" extrusionOk="0">
                    <a:moveTo>
                      <a:pt x="1630" y="1"/>
                    </a:moveTo>
                    <a:lnTo>
                      <a:pt x="0" y="1194"/>
                    </a:lnTo>
                    <a:cubicBezTo>
                      <a:pt x="1653" y="3455"/>
                      <a:pt x="2537" y="6175"/>
                      <a:pt x="2537" y="8976"/>
                    </a:cubicBezTo>
                    <a:lnTo>
                      <a:pt x="4545" y="8976"/>
                    </a:lnTo>
                    <a:cubicBezTo>
                      <a:pt x="4557" y="5751"/>
                      <a:pt x="3535" y="2606"/>
                      <a:pt x="1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4"/>
              <p:cNvSpPr/>
              <p:nvPr/>
            </p:nvSpPr>
            <p:spPr>
              <a:xfrm>
                <a:off x="2854917" y="3174037"/>
                <a:ext cx="133278" cy="108490"/>
              </a:xfrm>
              <a:custGeom>
                <a:avLst/>
                <a:gdLst/>
                <a:ahLst/>
                <a:cxnLst/>
                <a:rect l="l" t="t" r="r" b="b"/>
                <a:pathLst>
                  <a:path w="8264" h="6727" extrusionOk="0">
                    <a:moveTo>
                      <a:pt x="6634" y="1"/>
                    </a:moveTo>
                    <a:cubicBezTo>
                      <a:pt x="4981" y="2262"/>
                      <a:pt x="2663" y="3949"/>
                      <a:pt x="0" y="4810"/>
                    </a:cubicBezTo>
                    <a:lnTo>
                      <a:pt x="620" y="6726"/>
                    </a:lnTo>
                    <a:cubicBezTo>
                      <a:pt x="3684" y="5728"/>
                      <a:pt x="6359" y="3788"/>
                      <a:pt x="8264" y="1183"/>
                    </a:cubicBezTo>
                    <a:lnTo>
                      <a:pt x="66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4"/>
              <p:cNvSpPr/>
              <p:nvPr/>
            </p:nvSpPr>
            <p:spPr>
              <a:xfrm>
                <a:off x="2543222" y="2903997"/>
                <a:ext cx="73122" cy="144390"/>
              </a:xfrm>
              <a:custGeom>
                <a:avLst/>
                <a:gdLst/>
                <a:ahLst/>
                <a:cxnLst/>
                <a:rect l="l" t="t" r="r" b="b"/>
                <a:pathLst>
                  <a:path w="4534" h="8953" extrusionOk="0">
                    <a:moveTo>
                      <a:pt x="2904" y="0"/>
                    </a:moveTo>
                    <a:cubicBezTo>
                      <a:pt x="1010" y="2594"/>
                      <a:pt x="0" y="5739"/>
                      <a:pt x="0" y="8953"/>
                    </a:cubicBezTo>
                    <a:lnTo>
                      <a:pt x="2020" y="8953"/>
                    </a:lnTo>
                    <a:cubicBezTo>
                      <a:pt x="2020" y="6164"/>
                      <a:pt x="2893" y="3444"/>
                      <a:pt x="4534" y="1183"/>
                    </a:cubicBezTo>
                    <a:lnTo>
                      <a:pt x="29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4"/>
              <p:cNvSpPr/>
              <p:nvPr/>
            </p:nvSpPr>
            <p:spPr>
              <a:xfrm>
                <a:off x="2712955" y="3251413"/>
                <a:ext cx="151969" cy="43028"/>
              </a:xfrm>
              <a:custGeom>
                <a:avLst/>
                <a:gdLst/>
                <a:ahLst/>
                <a:cxnLst/>
                <a:rect l="l" t="t" r="r" b="b"/>
                <a:pathLst>
                  <a:path w="9423" h="2668" extrusionOk="0">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4"/>
              <p:cNvSpPr/>
              <p:nvPr/>
            </p:nvSpPr>
            <p:spPr>
              <a:xfrm>
                <a:off x="2590054" y="3173666"/>
                <a:ext cx="132907" cy="108667"/>
              </a:xfrm>
              <a:custGeom>
                <a:avLst/>
                <a:gdLst/>
                <a:ahLst/>
                <a:cxnLst/>
                <a:rect l="l" t="t" r="r" b="b"/>
                <a:pathLst>
                  <a:path w="8241" h="6738" extrusionOk="0">
                    <a:moveTo>
                      <a:pt x="1630" y="1"/>
                    </a:moveTo>
                    <a:lnTo>
                      <a:pt x="0" y="1183"/>
                    </a:lnTo>
                    <a:cubicBezTo>
                      <a:pt x="1894" y="3788"/>
                      <a:pt x="4557" y="5728"/>
                      <a:pt x="7621" y="6738"/>
                    </a:cubicBezTo>
                    <a:lnTo>
                      <a:pt x="8241" y="4821"/>
                    </a:lnTo>
                    <a:cubicBezTo>
                      <a:pt x="5590" y="3949"/>
                      <a:pt x="3271" y="2262"/>
                      <a:pt x="1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4"/>
              <p:cNvSpPr/>
              <p:nvPr/>
            </p:nvSpPr>
            <p:spPr>
              <a:xfrm>
                <a:off x="2543222" y="3048363"/>
                <a:ext cx="73122" cy="144390"/>
              </a:xfrm>
              <a:custGeom>
                <a:avLst/>
                <a:gdLst/>
                <a:ahLst/>
                <a:cxnLst/>
                <a:rect l="l" t="t" r="r" b="b"/>
                <a:pathLst>
                  <a:path w="4534" h="8953" extrusionOk="0">
                    <a:moveTo>
                      <a:pt x="0" y="1"/>
                    </a:moveTo>
                    <a:cubicBezTo>
                      <a:pt x="0" y="3214"/>
                      <a:pt x="1010" y="6359"/>
                      <a:pt x="2904" y="8953"/>
                    </a:cubicBezTo>
                    <a:lnTo>
                      <a:pt x="4534" y="7771"/>
                    </a:lnTo>
                    <a:cubicBezTo>
                      <a:pt x="2904" y="5510"/>
                      <a:pt x="2020" y="2790"/>
                      <a:pt x="20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107" name="Google Shape;4107;p54"/>
          <p:cNvSpPr txBox="1"/>
          <p:nvPr/>
        </p:nvSpPr>
        <p:spPr>
          <a:xfrm>
            <a:off x="5536400" y="1085759"/>
            <a:ext cx="2312400" cy="390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latin typeface="Questrial"/>
                <a:ea typeface="Questrial"/>
                <a:cs typeface="Questrial"/>
                <a:sym typeface="Questrial"/>
              </a:rPr>
              <a:t>COMPLIANCE RATE</a:t>
            </a:r>
            <a:endParaRPr sz="1800">
              <a:latin typeface="Questrial"/>
              <a:ea typeface="Questrial"/>
              <a:cs typeface="Questrial"/>
              <a:sym typeface="Questrial"/>
            </a:endParaRPr>
          </a:p>
        </p:txBody>
      </p:sp>
      <p:sp>
        <p:nvSpPr>
          <p:cNvPr id="4108" name="Google Shape;4108;p54"/>
          <p:cNvSpPr txBox="1"/>
          <p:nvPr/>
        </p:nvSpPr>
        <p:spPr>
          <a:xfrm>
            <a:off x="5668100" y="3174581"/>
            <a:ext cx="2049000" cy="390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latin typeface="Questrial"/>
                <a:ea typeface="Questrial"/>
                <a:cs typeface="Questrial"/>
                <a:sym typeface="Questrial"/>
              </a:rPr>
              <a:t>PRODUCTIVITY</a:t>
            </a:r>
            <a:endParaRPr sz="1800">
              <a:latin typeface="Questrial"/>
              <a:ea typeface="Questrial"/>
              <a:cs typeface="Questrial"/>
              <a:sym typeface="Questrial"/>
            </a:endParaRPr>
          </a:p>
        </p:txBody>
      </p:sp>
      <p:pic>
        <p:nvPicPr>
          <p:cNvPr id="4109" name="Google Shape;4109;p54" title="Gráfico">
            <a:hlinkClick r:id="rId4"/>
          </p:cNvPr>
          <p:cNvPicPr preferRelativeResize="0"/>
          <p:nvPr/>
        </p:nvPicPr>
        <p:blipFill>
          <a:blip r:embed="rId5">
            <a:alphaModFix/>
          </a:blip>
          <a:stretch>
            <a:fillRect/>
          </a:stretch>
        </p:blipFill>
        <p:spPr>
          <a:xfrm>
            <a:off x="5032490" y="1608704"/>
            <a:ext cx="3320219" cy="1144100"/>
          </a:xfrm>
          <a:prstGeom prst="rect">
            <a:avLst/>
          </a:prstGeom>
          <a:noFill/>
          <a:ln>
            <a:noFill/>
          </a:ln>
        </p:spPr>
      </p:pic>
      <p:sp>
        <p:nvSpPr>
          <p:cNvPr id="4110" name="Google Shape;4110;p54"/>
          <p:cNvSpPr/>
          <p:nvPr/>
        </p:nvSpPr>
        <p:spPr>
          <a:xfrm rot="10800000">
            <a:off x="-74" y="-2"/>
            <a:ext cx="1257380" cy="714981"/>
          </a:xfrm>
          <a:custGeom>
            <a:avLst/>
            <a:gdLst/>
            <a:ahLst/>
            <a:cxnLst/>
            <a:rect l="l" t="t" r="r" b="b"/>
            <a:pathLst>
              <a:path w="116586" h="66294" extrusionOk="0">
                <a:moveTo>
                  <a:pt x="116586" y="0"/>
                </a:moveTo>
                <a:lnTo>
                  <a:pt x="0" y="66294"/>
                </a:lnTo>
                <a:lnTo>
                  <a:pt x="116586" y="66294"/>
                </a:lnTo>
                <a:close/>
              </a:path>
            </a:pathLst>
          </a:custGeom>
          <a:solidFill>
            <a:schemeClr val="accent4"/>
          </a:solidFill>
          <a:ln>
            <a:noFill/>
          </a:ln>
        </p:spPr>
        <p:txBody>
          <a:bodyPr/>
          <a:lstStyle/>
          <a:p>
            <a:endParaRPr lang="en-US"/>
          </a:p>
        </p:txBody>
      </p:sp>
      <p:sp>
        <p:nvSpPr>
          <p:cNvPr id="4111" name="Google Shape;4111;p54"/>
          <p:cNvSpPr/>
          <p:nvPr/>
        </p:nvSpPr>
        <p:spPr>
          <a:xfrm rot="10800000" flipH="1">
            <a:off x="7887700" y="-106"/>
            <a:ext cx="1256506" cy="714484"/>
          </a:xfrm>
          <a:custGeom>
            <a:avLst/>
            <a:gdLst/>
            <a:ahLst/>
            <a:cxnLst/>
            <a:rect l="l" t="t" r="r" b="b"/>
            <a:pathLst>
              <a:path w="116586" h="66294" extrusionOk="0">
                <a:moveTo>
                  <a:pt x="116586" y="0"/>
                </a:moveTo>
                <a:lnTo>
                  <a:pt x="0" y="66294"/>
                </a:lnTo>
                <a:lnTo>
                  <a:pt x="116586" y="66294"/>
                </a:lnTo>
                <a:close/>
              </a:path>
            </a:pathLst>
          </a:custGeom>
          <a:solidFill>
            <a:schemeClr val="accent1"/>
          </a:solidFill>
          <a:ln>
            <a:noFill/>
          </a:ln>
        </p:spPr>
        <p:txBody>
          <a:bodyPr/>
          <a:lstStyle/>
          <a:p>
            <a:endParaRPr lang="en-US"/>
          </a:p>
        </p:txBody>
      </p:sp>
      <p:grpSp>
        <p:nvGrpSpPr>
          <p:cNvPr id="4112" name="Google Shape;4112;p54"/>
          <p:cNvGrpSpPr/>
          <p:nvPr/>
        </p:nvGrpSpPr>
        <p:grpSpPr>
          <a:xfrm>
            <a:off x="1164634" y="2662569"/>
            <a:ext cx="3234861" cy="1349929"/>
            <a:chOff x="1164634" y="2662569"/>
            <a:chExt cx="3234861" cy="1349929"/>
          </a:xfrm>
        </p:grpSpPr>
        <p:grpSp>
          <p:nvGrpSpPr>
            <p:cNvPr id="4113" name="Google Shape;4113;p54"/>
            <p:cNvGrpSpPr/>
            <p:nvPr/>
          </p:nvGrpSpPr>
          <p:grpSpPr>
            <a:xfrm>
              <a:off x="1164634" y="2662569"/>
              <a:ext cx="3234861" cy="1349929"/>
              <a:chOff x="1386504" y="2530554"/>
              <a:chExt cx="3351841" cy="1398745"/>
            </a:xfrm>
          </p:grpSpPr>
          <p:sp>
            <p:nvSpPr>
              <p:cNvPr id="4114" name="Google Shape;4114;p54"/>
              <p:cNvSpPr/>
              <p:nvPr/>
            </p:nvSpPr>
            <p:spPr>
              <a:xfrm>
                <a:off x="1403994" y="2530554"/>
                <a:ext cx="484500" cy="4845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4"/>
              <p:cNvSpPr/>
              <p:nvPr/>
            </p:nvSpPr>
            <p:spPr>
              <a:xfrm>
                <a:off x="1386504" y="3050101"/>
                <a:ext cx="195000" cy="1950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4"/>
              <p:cNvSpPr/>
              <p:nvPr/>
            </p:nvSpPr>
            <p:spPr>
              <a:xfrm>
                <a:off x="2865208" y="2809279"/>
                <a:ext cx="52800" cy="5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4"/>
              <p:cNvSpPr/>
              <p:nvPr/>
            </p:nvSpPr>
            <p:spPr>
              <a:xfrm>
                <a:off x="4436893" y="3734300"/>
                <a:ext cx="195000" cy="1950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4"/>
              <p:cNvSpPr/>
              <p:nvPr/>
            </p:nvSpPr>
            <p:spPr>
              <a:xfrm>
                <a:off x="4648945" y="3708214"/>
                <a:ext cx="89400" cy="89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4"/>
              <p:cNvSpPr/>
              <p:nvPr/>
            </p:nvSpPr>
            <p:spPr>
              <a:xfrm>
                <a:off x="3752687" y="2971184"/>
                <a:ext cx="321600" cy="321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4"/>
              <p:cNvSpPr/>
              <p:nvPr/>
            </p:nvSpPr>
            <p:spPr>
              <a:xfrm>
                <a:off x="4180839" y="3245351"/>
                <a:ext cx="63300" cy="63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4"/>
              <p:cNvSpPr/>
              <p:nvPr/>
            </p:nvSpPr>
            <p:spPr>
              <a:xfrm>
                <a:off x="4255178" y="3201045"/>
                <a:ext cx="35700" cy="357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2" name="Google Shape;4122;p54"/>
            <p:cNvGrpSpPr/>
            <p:nvPr/>
          </p:nvGrpSpPr>
          <p:grpSpPr>
            <a:xfrm>
              <a:off x="2478582" y="2759584"/>
              <a:ext cx="347737" cy="204406"/>
              <a:chOff x="2747968" y="2631078"/>
              <a:chExt cx="360312" cy="211798"/>
            </a:xfrm>
          </p:grpSpPr>
          <p:sp>
            <p:nvSpPr>
              <p:cNvPr id="4123" name="Google Shape;4123;p54"/>
              <p:cNvSpPr/>
              <p:nvPr/>
            </p:nvSpPr>
            <p:spPr>
              <a:xfrm>
                <a:off x="2747968" y="2631078"/>
                <a:ext cx="89400" cy="89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4"/>
              <p:cNvSpPr/>
              <p:nvPr/>
            </p:nvSpPr>
            <p:spPr>
              <a:xfrm>
                <a:off x="2913280" y="2647876"/>
                <a:ext cx="195000" cy="1950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4128"/>
        <p:cNvGrpSpPr/>
        <p:nvPr/>
      </p:nvGrpSpPr>
      <p:grpSpPr>
        <a:xfrm>
          <a:off x="0" y="0"/>
          <a:ext cx="0" cy="0"/>
          <a:chOff x="0" y="0"/>
          <a:chExt cx="0" cy="0"/>
        </a:xfrm>
      </p:grpSpPr>
      <p:sp>
        <p:nvSpPr>
          <p:cNvPr id="4129" name="Google Shape;4129;p55"/>
          <p:cNvSpPr/>
          <p:nvPr/>
        </p:nvSpPr>
        <p:spPr>
          <a:xfrm>
            <a:off x="4744725" y="1168762"/>
            <a:ext cx="3684300" cy="2331000"/>
          </a:xfrm>
          <a:prstGeom prst="roundRect">
            <a:avLst>
              <a:gd name="adj" fmla="val 385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5"/>
          <p:cNvSpPr/>
          <p:nvPr/>
        </p:nvSpPr>
        <p:spPr>
          <a:xfrm>
            <a:off x="5956200" y="3465600"/>
            <a:ext cx="1258106" cy="509176"/>
          </a:xfrm>
          <a:custGeom>
            <a:avLst/>
            <a:gdLst/>
            <a:ahLst/>
            <a:cxnLst/>
            <a:rect l="l" t="t" r="r" b="b"/>
            <a:pathLst>
              <a:path w="65999" h="24926" extrusionOk="0">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chemeClr val="accent3"/>
          </a:solidFill>
          <a:ln>
            <a:noFill/>
          </a:ln>
        </p:spPr>
        <p:txBody>
          <a:bodyPr/>
          <a:lstStyle/>
          <a:p>
            <a:endParaRPr lang="en-US"/>
          </a:p>
        </p:txBody>
      </p:sp>
      <p:cxnSp>
        <p:nvCxnSpPr>
          <p:cNvPr id="4131" name="Google Shape;4131;p55"/>
          <p:cNvCxnSpPr/>
          <p:nvPr/>
        </p:nvCxnSpPr>
        <p:spPr>
          <a:xfrm>
            <a:off x="5969796" y="3929772"/>
            <a:ext cx="1239900" cy="0"/>
          </a:xfrm>
          <a:prstGeom prst="straightConnector1">
            <a:avLst/>
          </a:prstGeom>
          <a:noFill/>
          <a:ln w="19050" cap="flat" cmpd="sng">
            <a:solidFill>
              <a:schemeClr val="dk1"/>
            </a:solidFill>
            <a:prstDash val="dot"/>
            <a:round/>
            <a:headEnd type="none" w="med" len="med"/>
            <a:tailEnd type="none" w="med" len="med"/>
          </a:ln>
        </p:spPr>
      </p:cxnSp>
      <p:sp>
        <p:nvSpPr>
          <p:cNvPr id="4132" name="Google Shape;4132;p55"/>
          <p:cNvSpPr txBox="1">
            <a:spLocks noGrp="1"/>
          </p:cNvSpPr>
          <p:nvPr>
            <p:ph type="ctrTitle"/>
          </p:nvPr>
        </p:nvSpPr>
        <p:spPr>
          <a:xfrm>
            <a:off x="713225" y="1735900"/>
            <a:ext cx="3858900" cy="62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SNEAK PEEK</a:t>
            </a:r>
            <a:endParaRPr/>
          </a:p>
        </p:txBody>
      </p:sp>
      <p:sp>
        <p:nvSpPr>
          <p:cNvPr id="4133" name="Google Shape;4133;p55"/>
          <p:cNvSpPr txBox="1">
            <a:spLocks noGrp="1"/>
          </p:cNvSpPr>
          <p:nvPr>
            <p:ph type="subTitle" idx="1"/>
          </p:nvPr>
        </p:nvSpPr>
        <p:spPr>
          <a:xfrm>
            <a:off x="713225" y="2364200"/>
            <a:ext cx="3973200" cy="104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4134" name="Google Shape;4134;p55"/>
          <p:cNvSpPr/>
          <p:nvPr/>
        </p:nvSpPr>
        <p:spPr>
          <a:xfrm>
            <a:off x="4871285" y="1286458"/>
            <a:ext cx="3434100" cy="20940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5" name="Google Shape;4135;p55"/>
          <p:cNvGrpSpPr/>
          <p:nvPr/>
        </p:nvGrpSpPr>
        <p:grpSpPr>
          <a:xfrm>
            <a:off x="854266" y="255998"/>
            <a:ext cx="593164" cy="1161172"/>
            <a:chOff x="4921825" y="870250"/>
            <a:chExt cx="407925" cy="798550"/>
          </a:xfrm>
        </p:grpSpPr>
        <p:sp>
          <p:nvSpPr>
            <p:cNvPr id="4136" name="Google Shape;4136;p55"/>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5"/>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5"/>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5"/>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5"/>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5"/>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5"/>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5"/>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5"/>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5"/>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5"/>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5"/>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5"/>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5"/>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5"/>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5"/>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5"/>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5"/>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5"/>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5"/>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5"/>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5"/>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5"/>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5"/>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5"/>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5"/>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5"/>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5"/>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5"/>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5"/>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6" name="Google Shape;4166;p55"/>
          <p:cNvGrpSpPr/>
          <p:nvPr/>
        </p:nvGrpSpPr>
        <p:grpSpPr>
          <a:xfrm>
            <a:off x="3131516" y="3623098"/>
            <a:ext cx="593164" cy="1161172"/>
            <a:chOff x="4921825" y="870250"/>
            <a:chExt cx="407925" cy="798550"/>
          </a:xfrm>
        </p:grpSpPr>
        <p:sp>
          <p:nvSpPr>
            <p:cNvPr id="4167" name="Google Shape;4167;p55"/>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5"/>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5"/>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5"/>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5"/>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5"/>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5"/>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5"/>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5"/>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5"/>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5"/>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5"/>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5"/>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5"/>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5"/>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5"/>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5"/>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5"/>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5"/>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5"/>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5"/>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5"/>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5"/>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5"/>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5"/>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5"/>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5"/>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5"/>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5"/>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5"/>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197" name="Google Shape;4197;p55"/>
          <p:cNvPicPr preferRelativeResize="0"/>
          <p:nvPr/>
        </p:nvPicPr>
        <p:blipFill rotWithShape="1">
          <a:blip r:embed="rId3">
            <a:alphaModFix/>
          </a:blip>
          <a:srcRect l="3857" r="3866" b="408"/>
          <a:stretch/>
        </p:blipFill>
        <p:spPr>
          <a:xfrm>
            <a:off x="4871275" y="1287250"/>
            <a:ext cx="3449027" cy="2093999"/>
          </a:xfrm>
          <a:prstGeom prst="rect">
            <a:avLst/>
          </a:prstGeom>
          <a:noFill/>
          <a:ln w="19050" cap="flat" cmpd="sng">
            <a:solidFill>
              <a:schemeClr val="dk1"/>
            </a:solidFill>
            <a:prstDash val="dot"/>
            <a:round/>
            <a:headEnd type="none" w="sm" len="sm"/>
            <a:tailEnd type="none" w="sm" len="sm"/>
          </a:ln>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4201"/>
        <p:cNvGrpSpPr/>
        <p:nvPr/>
      </p:nvGrpSpPr>
      <p:grpSpPr>
        <a:xfrm>
          <a:off x="0" y="0"/>
          <a:ext cx="0" cy="0"/>
          <a:chOff x="0" y="0"/>
          <a:chExt cx="0" cy="0"/>
        </a:xfrm>
      </p:grpSpPr>
      <p:sp>
        <p:nvSpPr>
          <p:cNvPr id="4202" name="Google Shape;4202;p56"/>
          <p:cNvSpPr/>
          <p:nvPr/>
        </p:nvSpPr>
        <p:spPr>
          <a:xfrm rot="10800000" flipH="1">
            <a:off x="6108888" y="1393050"/>
            <a:ext cx="556800" cy="2166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203" name="Google Shape;4203;p56"/>
          <p:cNvSpPr/>
          <p:nvPr/>
        </p:nvSpPr>
        <p:spPr>
          <a:xfrm rot="10800000" flipH="1">
            <a:off x="2352163" y="1393050"/>
            <a:ext cx="809100" cy="2166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204" name="Google Shape;4204;p56"/>
          <p:cNvSpPr/>
          <p:nvPr/>
        </p:nvSpPr>
        <p:spPr>
          <a:xfrm>
            <a:off x="3584775" y="685975"/>
            <a:ext cx="19905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OUR TEAM</a:t>
            </a:r>
            <a:endParaRPr/>
          </a:p>
        </p:txBody>
      </p:sp>
      <p:sp>
        <p:nvSpPr>
          <p:cNvPr id="4206" name="Google Shape;4206;p56"/>
          <p:cNvSpPr txBox="1">
            <a:spLocks noGrp="1"/>
          </p:cNvSpPr>
          <p:nvPr>
            <p:ph type="subTitle" idx="4294967295"/>
          </p:nvPr>
        </p:nvSpPr>
        <p:spPr>
          <a:xfrm>
            <a:off x="1630213" y="4035850"/>
            <a:ext cx="2253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a:p>
            <a:pPr marL="0" lvl="0" indent="0" algn="ctr" rtl="0">
              <a:spcBef>
                <a:spcPts val="1600"/>
              </a:spcBef>
              <a:spcAft>
                <a:spcPts val="1600"/>
              </a:spcAft>
              <a:buNone/>
            </a:pPr>
            <a:endParaRPr/>
          </a:p>
        </p:txBody>
      </p:sp>
      <p:sp>
        <p:nvSpPr>
          <p:cNvPr id="4207" name="Google Shape;4207;p56"/>
          <p:cNvSpPr txBox="1">
            <a:spLocks noGrp="1"/>
          </p:cNvSpPr>
          <p:nvPr>
            <p:ph type="subTitle" idx="4294967295"/>
          </p:nvPr>
        </p:nvSpPr>
        <p:spPr>
          <a:xfrm>
            <a:off x="5260788" y="4035850"/>
            <a:ext cx="2253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1"/>
              </a:buClr>
              <a:buSzPts val="1100"/>
              <a:buFont typeface="Arial"/>
              <a:buNone/>
            </a:pPr>
            <a:r>
              <a:rPr lang="en"/>
              <a:t>You can speak a bit about this person here</a:t>
            </a:r>
            <a:endParaRPr/>
          </a:p>
        </p:txBody>
      </p:sp>
      <p:sp>
        <p:nvSpPr>
          <p:cNvPr id="4208" name="Google Shape;4208;p56"/>
          <p:cNvSpPr txBox="1">
            <a:spLocks noGrp="1"/>
          </p:cNvSpPr>
          <p:nvPr>
            <p:ph type="ctrTitle" idx="4294967295"/>
          </p:nvPr>
        </p:nvSpPr>
        <p:spPr>
          <a:xfrm>
            <a:off x="2212663" y="1036525"/>
            <a:ext cx="1088100" cy="6447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1800"/>
              <a:t>HELENA</a:t>
            </a:r>
            <a:endParaRPr sz="1800"/>
          </a:p>
          <a:p>
            <a:pPr marL="0" lvl="0" indent="0" algn="ctr" rtl="0">
              <a:spcBef>
                <a:spcPts val="0"/>
              </a:spcBef>
              <a:spcAft>
                <a:spcPts val="0"/>
              </a:spcAft>
              <a:buNone/>
            </a:pPr>
            <a:r>
              <a:rPr lang="en" sz="1800"/>
              <a:t>JAMES</a:t>
            </a:r>
            <a:endParaRPr sz="1800"/>
          </a:p>
        </p:txBody>
      </p:sp>
      <p:sp>
        <p:nvSpPr>
          <p:cNvPr id="4209" name="Google Shape;4209;p56"/>
          <p:cNvSpPr txBox="1">
            <a:spLocks noGrp="1"/>
          </p:cNvSpPr>
          <p:nvPr>
            <p:ph type="ctrTitle" idx="4294967295"/>
          </p:nvPr>
        </p:nvSpPr>
        <p:spPr>
          <a:xfrm>
            <a:off x="5843238" y="1036525"/>
            <a:ext cx="1088100" cy="6447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1800">
                <a:solidFill>
                  <a:srgbClr val="000000"/>
                </a:solidFill>
              </a:rPr>
              <a:t>TOMMY</a:t>
            </a:r>
            <a:endParaRPr sz="1800">
              <a:solidFill>
                <a:srgbClr val="000000"/>
              </a:solidFill>
            </a:endParaRPr>
          </a:p>
          <a:p>
            <a:pPr marL="0" lvl="0" indent="0" algn="ctr" rtl="0">
              <a:spcBef>
                <a:spcPts val="0"/>
              </a:spcBef>
              <a:spcAft>
                <a:spcPts val="0"/>
              </a:spcAft>
              <a:buNone/>
            </a:pPr>
            <a:r>
              <a:rPr lang="en" sz="1800">
                <a:solidFill>
                  <a:srgbClr val="000000"/>
                </a:solidFill>
              </a:rPr>
              <a:t>DOE</a:t>
            </a:r>
            <a:endParaRPr sz="1800">
              <a:solidFill>
                <a:srgbClr val="000000"/>
              </a:solidFill>
            </a:endParaRPr>
          </a:p>
        </p:txBody>
      </p:sp>
      <p:sp>
        <p:nvSpPr>
          <p:cNvPr id="4210" name="Google Shape;4210;p56"/>
          <p:cNvSpPr/>
          <p:nvPr/>
        </p:nvSpPr>
        <p:spPr>
          <a:xfrm>
            <a:off x="1705513" y="1801138"/>
            <a:ext cx="2102400" cy="20670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211" name="Google Shape;4211;p56"/>
          <p:cNvPicPr preferRelativeResize="0"/>
          <p:nvPr/>
        </p:nvPicPr>
        <p:blipFill rotWithShape="1">
          <a:blip r:embed="rId3">
            <a:alphaModFix/>
          </a:blip>
          <a:srcRect l="34010" t="18742" r="23401" b="18742"/>
          <a:stretch/>
        </p:blipFill>
        <p:spPr>
          <a:xfrm>
            <a:off x="1700713" y="1848938"/>
            <a:ext cx="2112000" cy="2067000"/>
          </a:xfrm>
          <a:prstGeom prst="roundRect">
            <a:avLst>
              <a:gd name="adj" fmla="val 16667"/>
            </a:avLst>
          </a:prstGeom>
          <a:noFill/>
          <a:ln>
            <a:noFill/>
          </a:ln>
        </p:spPr>
      </p:pic>
      <p:sp>
        <p:nvSpPr>
          <p:cNvPr id="4212" name="Google Shape;4212;p56"/>
          <p:cNvSpPr/>
          <p:nvPr/>
        </p:nvSpPr>
        <p:spPr>
          <a:xfrm>
            <a:off x="5336088" y="1801138"/>
            <a:ext cx="2102400" cy="20670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213" name="Google Shape;4213;p56"/>
          <p:cNvPicPr preferRelativeResize="0"/>
          <p:nvPr/>
        </p:nvPicPr>
        <p:blipFill rotWithShape="1">
          <a:blip r:embed="rId4">
            <a:alphaModFix/>
          </a:blip>
          <a:srcRect l="28708" t="258" r="28954" b="47946"/>
          <a:stretch/>
        </p:blipFill>
        <p:spPr>
          <a:xfrm>
            <a:off x="5331288" y="1848938"/>
            <a:ext cx="2112000" cy="2067000"/>
          </a:xfrm>
          <a:prstGeom prst="roundRect">
            <a:avLst>
              <a:gd name="adj" fmla="val 16667"/>
            </a:avLst>
          </a:prstGeom>
          <a:noFill/>
          <a:ln>
            <a:noFill/>
          </a:ln>
        </p:spPr>
      </p:pic>
      <p:sp>
        <p:nvSpPr>
          <p:cNvPr id="4214" name="Google Shape;4214;p56"/>
          <p:cNvSpPr/>
          <p:nvPr/>
        </p:nvSpPr>
        <p:spPr>
          <a:xfrm rot="10800000">
            <a:off x="21" y="43"/>
            <a:ext cx="1514452" cy="861159"/>
          </a:xfrm>
          <a:custGeom>
            <a:avLst/>
            <a:gdLst/>
            <a:ahLst/>
            <a:cxnLst/>
            <a:rect l="l" t="t" r="r" b="b"/>
            <a:pathLst>
              <a:path w="116586" h="66294" extrusionOk="0">
                <a:moveTo>
                  <a:pt x="116586" y="0"/>
                </a:moveTo>
                <a:lnTo>
                  <a:pt x="0" y="66294"/>
                </a:lnTo>
                <a:lnTo>
                  <a:pt x="116586" y="66294"/>
                </a:lnTo>
                <a:close/>
              </a:path>
            </a:pathLst>
          </a:custGeom>
          <a:solidFill>
            <a:schemeClr val="accent2"/>
          </a:solidFill>
          <a:ln>
            <a:noFill/>
          </a:ln>
        </p:spPr>
        <p:txBody>
          <a:bodyPr/>
          <a:lstStyle/>
          <a:p>
            <a:endParaRPr lang="en-US"/>
          </a:p>
        </p:txBody>
      </p:sp>
      <p:sp>
        <p:nvSpPr>
          <p:cNvPr id="4215" name="Google Shape;4215;p56"/>
          <p:cNvSpPr/>
          <p:nvPr/>
        </p:nvSpPr>
        <p:spPr>
          <a:xfrm>
            <a:off x="7577397" y="4267197"/>
            <a:ext cx="1566624" cy="876241"/>
          </a:xfrm>
          <a:custGeom>
            <a:avLst/>
            <a:gdLst/>
            <a:ahLst/>
            <a:cxnLst/>
            <a:rect l="l" t="t" r="r" b="b"/>
            <a:pathLst>
              <a:path w="116586" h="66294" extrusionOk="0">
                <a:moveTo>
                  <a:pt x="116586" y="0"/>
                </a:moveTo>
                <a:lnTo>
                  <a:pt x="0" y="66294"/>
                </a:lnTo>
                <a:lnTo>
                  <a:pt x="116586" y="66294"/>
                </a:lnTo>
                <a:close/>
              </a:path>
            </a:pathLst>
          </a:custGeom>
          <a:solidFill>
            <a:schemeClr val="accent4"/>
          </a:solidFill>
          <a:ln>
            <a:noFill/>
          </a:ln>
        </p:spPr>
        <p:txBody>
          <a:bodyPr/>
          <a:lstStyle/>
          <a:p>
            <a:endParaRPr lang="en-US"/>
          </a:p>
        </p:txBody>
      </p:sp>
      <p:grpSp>
        <p:nvGrpSpPr>
          <p:cNvPr id="4216" name="Google Shape;4216;p56"/>
          <p:cNvGrpSpPr/>
          <p:nvPr/>
        </p:nvGrpSpPr>
        <p:grpSpPr>
          <a:xfrm>
            <a:off x="342316" y="3179473"/>
            <a:ext cx="593164" cy="1161172"/>
            <a:chOff x="4921825" y="870250"/>
            <a:chExt cx="407925" cy="798550"/>
          </a:xfrm>
        </p:grpSpPr>
        <p:sp>
          <p:nvSpPr>
            <p:cNvPr id="4217" name="Google Shape;4217;p56"/>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7" name="Google Shape;4247;p56"/>
          <p:cNvGrpSpPr/>
          <p:nvPr/>
        </p:nvGrpSpPr>
        <p:grpSpPr>
          <a:xfrm>
            <a:off x="8064128" y="685973"/>
            <a:ext cx="593164" cy="1161172"/>
            <a:chOff x="4921825" y="870250"/>
            <a:chExt cx="407925" cy="798550"/>
          </a:xfrm>
        </p:grpSpPr>
        <p:sp>
          <p:nvSpPr>
            <p:cNvPr id="4248" name="Google Shape;4248;p56"/>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4281"/>
        <p:cNvGrpSpPr/>
        <p:nvPr/>
      </p:nvGrpSpPr>
      <p:grpSpPr>
        <a:xfrm>
          <a:off x="0" y="0"/>
          <a:ext cx="0" cy="0"/>
          <a:chOff x="0" y="0"/>
          <a:chExt cx="0" cy="0"/>
        </a:xfrm>
      </p:grpSpPr>
      <p:sp>
        <p:nvSpPr>
          <p:cNvPr id="4282" name="Google Shape;4282;p57"/>
          <p:cNvSpPr/>
          <p:nvPr/>
        </p:nvSpPr>
        <p:spPr>
          <a:xfrm>
            <a:off x="3390575" y="1058225"/>
            <a:ext cx="2443800" cy="390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7"/>
          <p:cNvSpPr txBox="1">
            <a:spLocks noGrp="1"/>
          </p:cNvSpPr>
          <p:nvPr>
            <p:ph type="ctrTitle"/>
          </p:nvPr>
        </p:nvSpPr>
        <p:spPr>
          <a:xfrm>
            <a:off x="2429950" y="669825"/>
            <a:ext cx="4284000" cy="99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
        <p:nvSpPr>
          <p:cNvPr id="4284" name="Google Shape;4284;p57"/>
          <p:cNvSpPr txBox="1">
            <a:spLocks noGrp="1"/>
          </p:cNvSpPr>
          <p:nvPr>
            <p:ph type="subTitle" idx="1"/>
          </p:nvPr>
        </p:nvSpPr>
        <p:spPr>
          <a:xfrm>
            <a:off x="2425075" y="1704550"/>
            <a:ext cx="4293900" cy="118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Do you have any questions?</a:t>
            </a:r>
            <a:endParaRPr/>
          </a:p>
          <a:p>
            <a:pPr marL="0" lvl="0" indent="0" algn="ctr" rtl="0">
              <a:spcBef>
                <a:spcPts val="1000"/>
              </a:spcBef>
              <a:spcAft>
                <a:spcPts val="0"/>
              </a:spcAft>
              <a:buClr>
                <a:schemeClr val="dk1"/>
              </a:buClr>
              <a:buSzPts val="1100"/>
              <a:buFont typeface="Arial"/>
              <a:buNone/>
            </a:pPr>
            <a:r>
              <a:rPr lang="en"/>
              <a:t>youremail@freepik.com </a:t>
            </a:r>
            <a:endParaRPr/>
          </a:p>
          <a:p>
            <a:pPr marL="0" lvl="0" indent="0" algn="ctr" rtl="0">
              <a:spcBef>
                <a:spcPts val="0"/>
              </a:spcBef>
              <a:spcAft>
                <a:spcPts val="0"/>
              </a:spcAft>
              <a:buClr>
                <a:schemeClr val="dk1"/>
              </a:buClr>
              <a:buSzPts val="1100"/>
              <a:buFont typeface="Arial"/>
              <a:buNone/>
            </a:pPr>
            <a:r>
              <a:rPr lang="en"/>
              <a:t>+91  620 421 838 </a:t>
            </a:r>
            <a:endParaRPr/>
          </a:p>
          <a:p>
            <a:pPr marL="0" lvl="0" indent="0" algn="ctr" rtl="0">
              <a:spcBef>
                <a:spcPts val="0"/>
              </a:spcBef>
              <a:spcAft>
                <a:spcPts val="0"/>
              </a:spcAft>
              <a:buNone/>
            </a:pPr>
            <a:r>
              <a:rPr lang="en"/>
              <a:t>yourwebsite.com</a:t>
            </a:r>
            <a:endParaRPr/>
          </a:p>
          <a:p>
            <a:pPr marL="0" lvl="0" indent="0" algn="ctr" rtl="0">
              <a:spcBef>
                <a:spcPts val="0"/>
              </a:spcBef>
              <a:spcAft>
                <a:spcPts val="0"/>
              </a:spcAft>
              <a:buNone/>
            </a:pPr>
            <a:endParaRPr/>
          </a:p>
        </p:txBody>
      </p:sp>
      <p:sp>
        <p:nvSpPr>
          <p:cNvPr id="4285" name="Google Shape;4285;p57"/>
          <p:cNvSpPr txBox="1"/>
          <p:nvPr/>
        </p:nvSpPr>
        <p:spPr>
          <a:xfrm>
            <a:off x="3071950" y="4031363"/>
            <a:ext cx="3000000" cy="4347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a:solidFill>
                  <a:schemeClr val="dk2"/>
                </a:solidFill>
                <a:latin typeface="Abel"/>
                <a:ea typeface="Abel"/>
                <a:cs typeface="Abel"/>
                <a:sym typeface="Abel"/>
              </a:rPr>
              <a:t>Please keep this slide for attribution</a:t>
            </a:r>
            <a:endParaRPr>
              <a:solidFill>
                <a:schemeClr val="dk2"/>
              </a:solidFill>
              <a:latin typeface="Abel"/>
              <a:ea typeface="Abel"/>
              <a:cs typeface="Abel"/>
              <a:sym typeface="Abel"/>
            </a:endParaRPr>
          </a:p>
        </p:txBody>
      </p:sp>
      <p:sp>
        <p:nvSpPr>
          <p:cNvPr id="4286" name="Google Shape;4286;p57"/>
          <p:cNvSpPr/>
          <p:nvPr/>
        </p:nvSpPr>
        <p:spPr>
          <a:xfrm>
            <a:off x="3944513" y="2984044"/>
            <a:ext cx="352982" cy="352932"/>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nvGrpSpPr>
          <p:cNvPr id="4287" name="Google Shape;4287;p57"/>
          <p:cNvGrpSpPr/>
          <p:nvPr/>
        </p:nvGrpSpPr>
        <p:grpSpPr>
          <a:xfrm>
            <a:off x="4395527" y="2984046"/>
            <a:ext cx="353005" cy="352928"/>
            <a:chOff x="812101" y="2571761"/>
            <a:chExt cx="417066" cy="417024"/>
          </a:xfrm>
        </p:grpSpPr>
        <p:sp>
          <p:nvSpPr>
            <p:cNvPr id="4288" name="Google Shape;4288;p5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289" name="Google Shape;4289;p5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290" name="Google Shape;4290;p5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291" name="Google Shape;4291;p5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4292" name="Google Shape;4292;p57"/>
          <p:cNvGrpSpPr/>
          <p:nvPr/>
        </p:nvGrpSpPr>
        <p:grpSpPr>
          <a:xfrm>
            <a:off x="4846576" y="2984046"/>
            <a:ext cx="352969" cy="352928"/>
            <a:chOff x="1323129" y="2571761"/>
            <a:chExt cx="417024" cy="417024"/>
          </a:xfrm>
        </p:grpSpPr>
        <p:sp>
          <p:nvSpPr>
            <p:cNvPr id="4293" name="Google Shape;4293;p5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294" name="Google Shape;4294;p5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295" name="Google Shape;4295;p5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4296" name="Google Shape;4296;p5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pic>
        <p:nvPicPr>
          <p:cNvPr id="4297" name="Google Shape;4297;p57"/>
          <p:cNvPicPr preferRelativeResize="0"/>
          <p:nvPr/>
        </p:nvPicPr>
        <p:blipFill>
          <a:blip r:embed="rId3">
            <a:alphaModFix/>
          </a:blip>
          <a:stretch>
            <a:fillRect/>
          </a:stretch>
        </p:blipFill>
        <p:spPr>
          <a:xfrm>
            <a:off x="6810375" y="185075"/>
            <a:ext cx="1990725" cy="2252850"/>
          </a:xfrm>
          <a:prstGeom prst="rect">
            <a:avLst/>
          </a:prstGeom>
          <a:noFill/>
          <a:ln>
            <a:noFill/>
          </a:ln>
        </p:spPr>
      </p:pic>
      <p:pic>
        <p:nvPicPr>
          <p:cNvPr id="4298" name="Google Shape;4298;p57"/>
          <p:cNvPicPr preferRelativeResize="0"/>
          <p:nvPr/>
        </p:nvPicPr>
        <p:blipFill>
          <a:blip r:embed="rId4">
            <a:alphaModFix/>
          </a:blip>
          <a:stretch>
            <a:fillRect/>
          </a:stretch>
        </p:blipFill>
        <p:spPr>
          <a:xfrm>
            <a:off x="230829" y="1704550"/>
            <a:ext cx="1807525" cy="2039850"/>
          </a:xfrm>
          <a:prstGeom prst="rect">
            <a:avLst/>
          </a:prstGeom>
          <a:noFill/>
          <a:ln>
            <a:noFill/>
          </a:ln>
        </p:spPr>
      </p:pic>
      <p:grpSp>
        <p:nvGrpSpPr>
          <p:cNvPr id="4299" name="Google Shape;4299;p57"/>
          <p:cNvGrpSpPr/>
          <p:nvPr/>
        </p:nvGrpSpPr>
        <p:grpSpPr>
          <a:xfrm>
            <a:off x="1281966" y="680623"/>
            <a:ext cx="593164" cy="1161172"/>
            <a:chOff x="4921825" y="870250"/>
            <a:chExt cx="407925" cy="798550"/>
          </a:xfrm>
        </p:grpSpPr>
        <p:sp>
          <p:nvSpPr>
            <p:cNvPr id="4300" name="Google Shape;4300;p57"/>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7"/>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7"/>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7"/>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7"/>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7"/>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7"/>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7"/>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7"/>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7"/>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7"/>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7"/>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7"/>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7"/>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7"/>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7"/>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7"/>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7"/>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7"/>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7"/>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7"/>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7"/>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7"/>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7"/>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7"/>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7"/>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7"/>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7"/>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7"/>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7"/>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0" name="Google Shape;4330;p57"/>
          <p:cNvGrpSpPr/>
          <p:nvPr/>
        </p:nvGrpSpPr>
        <p:grpSpPr>
          <a:xfrm>
            <a:off x="7454166" y="3576223"/>
            <a:ext cx="593164" cy="1161172"/>
            <a:chOff x="4921825" y="870250"/>
            <a:chExt cx="407925" cy="798550"/>
          </a:xfrm>
        </p:grpSpPr>
        <p:sp>
          <p:nvSpPr>
            <p:cNvPr id="4331" name="Google Shape;4331;p57"/>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7"/>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7"/>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7"/>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7"/>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7"/>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7"/>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7"/>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7"/>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7"/>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7"/>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7"/>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7"/>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7"/>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7"/>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7"/>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7"/>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7"/>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7"/>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7"/>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7"/>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7"/>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7"/>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7"/>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7"/>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7"/>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7"/>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7"/>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7"/>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7"/>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4364"/>
        <p:cNvGrpSpPr/>
        <p:nvPr/>
      </p:nvGrpSpPr>
      <p:grpSpPr>
        <a:xfrm>
          <a:off x="0" y="0"/>
          <a:ext cx="0" cy="0"/>
          <a:chOff x="0" y="0"/>
          <a:chExt cx="0" cy="0"/>
        </a:xfrm>
      </p:grpSpPr>
      <p:sp>
        <p:nvSpPr>
          <p:cNvPr id="4365" name="Google Shape;4365;p58"/>
          <p:cNvSpPr/>
          <p:nvPr/>
        </p:nvSpPr>
        <p:spPr>
          <a:xfrm>
            <a:off x="3581400" y="685975"/>
            <a:ext cx="2009700" cy="229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ICON PACK</a:t>
            </a:r>
            <a:endParaRPr/>
          </a:p>
        </p:txBody>
      </p:sp>
      <p:sp>
        <p:nvSpPr>
          <p:cNvPr id="4367" name="Google Shape;4367;p58"/>
          <p:cNvSpPr/>
          <p:nvPr/>
        </p:nvSpPr>
        <p:spPr>
          <a:xfrm rot="10800000">
            <a:off x="-29" y="19"/>
            <a:ext cx="2114579" cy="1202407"/>
          </a:xfrm>
          <a:custGeom>
            <a:avLst/>
            <a:gdLst/>
            <a:ahLst/>
            <a:cxnLst/>
            <a:rect l="l" t="t" r="r" b="b"/>
            <a:pathLst>
              <a:path w="116586" h="66294" extrusionOk="0">
                <a:moveTo>
                  <a:pt x="116586" y="0"/>
                </a:moveTo>
                <a:lnTo>
                  <a:pt x="0" y="66294"/>
                </a:lnTo>
                <a:lnTo>
                  <a:pt x="116586" y="66294"/>
                </a:lnTo>
                <a:close/>
              </a:path>
            </a:pathLst>
          </a:custGeom>
          <a:solidFill>
            <a:schemeClr val="accent4"/>
          </a:solidFill>
          <a:ln>
            <a:noFill/>
          </a:ln>
        </p:spPr>
        <p:txBody>
          <a:bodyPr/>
          <a:lstStyle/>
          <a:p>
            <a:endParaRPr lang="en-US"/>
          </a:p>
        </p:txBody>
      </p:sp>
      <p:grpSp>
        <p:nvGrpSpPr>
          <p:cNvPr id="4368" name="Google Shape;4368;p58"/>
          <p:cNvGrpSpPr/>
          <p:nvPr/>
        </p:nvGrpSpPr>
        <p:grpSpPr>
          <a:xfrm>
            <a:off x="8498947" y="2188589"/>
            <a:ext cx="3863499" cy="3798516"/>
            <a:chOff x="3133537" y="-308699"/>
            <a:chExt cx="6010422" cy="5452155"/>
          </a:xfrm>
        </p:grpSpPr>
        <p:sp>
          <p:nvSpPr>
            <p:cNvPr id="4369" name="Google Shape;4369;p58"/>
            <p:cNvSpPr/>
            <p:nvPr/>
          </p:nvSpPr>
          <p:spPr>
            <a:xfrm>
              <a:off x="3201565" y="-185790"/>
              <a:ext cx="5942394" cy="5329246"/>
            </a:xfrm>
            <a:custGeom>
              <a:avLst/>
              <a:gdLst/>
              <a:ahLst/>
              <a:cxnLst/>
              <a:rect l="l" t="t" r="r" b="b"/>
              <a:pathLst>
                <a:path w="90413" h="81084" extrusionOk="0">
                  <a:moveTo>
                    <a:pt x="90412" y="1"/>
                  </a:moveTo>
                  <a:lnTo>
                    <a:pt x="3084" y="50747"/>
                  </a:lnTo>
                  <a:cubicBezTo>
                    <a:pt x="1293" y="51801"/>
                    <a:pt x="239" y="51702"/>
                    <a:pt x="0" y="53075"/>
                  </a:cubicBezTo>
                  <a:lnTo>
                    <a:pt x="0" y="55104"/>
                  </a:lnTo>
                  <a:cubicBezTo>
                    <a:pt x="20" y="56675"/>
                    <a:pt x="1055" y="58247"/>
                    <a:pt x="3123" y="59440"/>
                  </a:cubicBezTo>
                  <a:lnTo>
                    <a:pt x="40641" y="81083"/>
                  </a:lnTo>
                  <a:lnTo>
                    <a:pt x="88642" y="81083"/>
                  </a:lnTo>
                  <a:cubicBezTo>
                    <a:pt x="89617" y="81083"/>
                    <a:pt x="90412" y="80288"/>
                    <a:pt x="90412" y="79313"/>
                  </a:cubicBezTo>
                  <a:lnTo>
                    <a:pt x="90412" y="1"/>
                  </a:ln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8"/>
            <p:cNvSpPr/>
            <p:nvPr/>
          </p:nvSpPr>
          <p:spPr>
            <a:xfrm>
              <a:off x="3133537" y="-308699"/>
              <a:ext cx="6010420" cy="5452152"/>
            </a:xfrm>
            <a:custGeom>
              <a:avLst/>
              <a:gdLst/>
              <a:ahLst/>
              <a:cxnLst/>
              <a:rect l="l" t="t" r="r" b="b"/>
              <a:pathLst>
                <a:path w="91448" h="82954" extrusionOk="0">
                  <a:moveTo>
                    <a:pt x="91447" y="1"/>
                  </a:moveTo>
                  <a:lnTo>
                    <a:pt x="4119" y="50767"/>
                  </a:lnTo>
                  <a:cubicBezTo>
                    <a:pt x="1" y="53154"/>
                    <a:pt x="21" y="57033"/>
                    <a:pt x="4158" y="59440"/>
                  </a:cubicBezTo>
                  <a:lnTo>
                    <a:pt x="44899" y="82953"/>
                  </a:lnTo>
                  <a:lnTo>
                    <a:pt x="89677" y="82953"/>
                  </a:lnTo>
                  <a:cubicBezTo>
                    <a:pt x="90652" y="82953"/>
                    <a:pt x="91447" y="82158"/>
                    <a:pt x="91447" y="81183"/>
                  </a:cubicBezTo>
                  <a:lnTo>
                    <a:pt x="914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1" name="Google Shape;4371;p58"/>
          <p:cNvGrpSpPr/>
          <p:nvPr/>
        </p:nvGrpSpPr>
        <p:grpSpPr>
          <a:xfrm>
            <a:off x="3358678" y="1535176"/>
            <a:ext cx="398501" cy="315642"/>
            <a:chOff x="3358678" y="1770401"/>
            <a:chExt cx="398501" cy="315642"/>
          </a:xfrm>
        </p:grpSpPr>
        <p:sp>
          <p:nvSpPr>
            <p:cNvPr id="4372" name="Google Shape;4372;p58"/>
            <p:cNvSpPr/>
            <p:nvPr/>
          </p:nvSpPr>
          <p:spPr>
            <a:xfrm>
              <a:off x="3402483" y="1795098"/>
              <a:ext cx="310856" cy="12014"/>
            </a:xfrm>
            <a:custGeom>
              <a:avLst/>
              <a:gdLst/>
              <a:ahLst/>
              <a:cxnLst/>
              <a:rect l="l" t="t" r="r" b="b"/>
              <a:pathLst>
                <a:path w="9289" h="359" extrusionOk="0">
                  <a:moveTo>
                    <a:pt x="191" y="1"/>
                  </a:moveTo>
                  <a:cubicBezTo>
                    <a:pt x="96" y="1"/>
                    <a:pt x="1" y="96"/>
                    <a:pt x="1" y="168"/>
                  </a:cubicBezTo>
                  <a:cubicBezTo>
                    <a:pt x="1" y="263"/>
                    <a:pt x="96" y="358"/>
                    <a:pt x="191" y="358"/>
                  </a:cubicBezTo>
                  <a:lnTo>
                    <a:pt x="9122" y="358"/>
                  </a:lnTo>
                  <a:cubicBezTo>
                    <a:pt x="9217" y="358"/>
                    <a:pt x="9289" y="263"/>
                    <a:pt x="9289" y="168"/>
                  </a:cubicBezTo>
                  <a:cubicBezTo>
                    <a:pt x="9289" y="96"/>
                    <a:pt x="9241" y="1"/>
                    <a:pt x="9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8"/>
            <p:cNvSpPr/>
            <p:nvPr/>
          </p:nvSpPr>
          <p:spPr>
            <a:xfrm>
              <a:off x="3402483" y="2019043"/>
              <a:ext cx="310856" cy="11980"/>
            </a:xfrm>
            <a:custGeom>
              <a:avLst/>
              <a:gdLst/>
              <a:ahLst/>
              <a:cxnLst/>
              <a:rect l="l" t="t" r="r" b="b"/>
              <a:pathLst>
                <a:path w="9289" h="358" extrusionOk="0">
                  <a:moveTo>
                    <a:pt x="191" y="1"/>
                  </a:moveTo>
                  <a:cubicBezTo>
                    <a:pt x="96" y="1"/>
                    <a:pt x="1" y="96"/>
                    <a:pt x="1" y="191"/>
                  </a:cubicBezTo>
                  <a:cubicBezTo>
                    <a:pt x="1" y="263"/>
                    <a:pt x="96" y="358"/>
                    <a:pt x="191" y="358"/>
                  </a:cubicBezTo>
                  <a:lnTo>
                    <a:pt x="9122" y="358"/>
                  </a:lnTo>
                  <a:cubicBezTo>
                    <a:pt x="9217" y="358"/>
                    <a:pt x="9289" y="263"/>
                    <a:pt x="9289" y="191"/>
                  </a:cubicBezTo>
                  <a:cubicBezTo>
                    <a:pt x="9289" y="96"/>
                    <a:pt x="9241" y="1"/>
                    <a:pt x="9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8"/>
            <p:cNvSpPr/>
            <p:nvPr/>
          </p:nvSpPr>
          <p:spPr>
            <a:xfrm>
              <a:off x="3490160" y="1819025"/>
              <a:ext cx="135500" cy="180142"/>
            </a:xfrm>
            <a:custGeom>
              <a:avLst/>
              <a:gdLst/>
              <a:ahLst/>
              <a:cxnLst/>
              <a:rect l="l" t="t" r="r" b="b"/>
              <a:pathLst>
                <a:path w="4049" h="5383" extrusionOk="0">
                  <a:moveTo>
                    <a:pt x="2025" y="381"/>
                  </a:moveTo>
                  <a:cubicBezTo>
                    <a:pt x="2239" y="381"/>
                    <a:pt x="2430" y="572"/>
                    <a:pt x="2430" y="762"/>
                  </a:cubicBezTo>
                  <a:lnTo>
                    <a:pt x="2430" y="977"/>
                  </a:lnTo>
                  <a:lnTo>
                    <a:pt x="1644" y="977"/>
                  </a:lnTo>
                  <a:lnTo>
                    <a:pt x="1644" y="762"/>
                  </a:lnTo>
                  <a:cubicBezTo>
                    <a:pt x="1667" y="572"/>
                    <a:pt x="1834" y="381"/>
                    <a:pt x="2025" y="381"/>
                  </a:cubicBezTo>
                  <a:close/>
                  <a:moveTo>
                    <a:pt x="3382" y="1334"/>
                  </a:moveTo>
                  <a:lnTo>
                    <a:pt x="3692" y="5049"/>
                  </a:lnTo>
                  <a:lnTo>
                    <a:pt x="358" y="5049"/>
                  </a:lnTo>
                  <a:lnTo>
                    <a:pt x="691" y="1334"/>
                  </a:lnTo>
                  <a:lnTo>
                    <a:pt x="1286" y="1334"/>
                  </a:lnTo>
                  <a:lnTo>
                    <a:pt x="1286" y="1715"/>
                  </a:lnTo>
                  <a:cubicBezTo>
                    <a:pt x="1286" y="1810"/>
                    <a:pt x="1382" y="1905"/>
                    <a:pt x="1477" y="1905"/>
                  </a:cubicBezTo>
                  <a:cubicBezTo>
                    <a:pt x="1548" y="1905"/>
                    <a:pt x="1644" y="1810"/>
                    <a:pt x="1644" y="1715"/>
                  </a:cubicBezTo>
                  <a:lnTo>
                    <a:pt x="1644" y="1334"/>
                  </a:lnTo>
                  <a:lnTo>
                    <a:pt x="2430" y="1334"/>
                  </a:lnTo>
                  <a:lnTo>
                    <a:pt x="2430" y="1715"/>
                  </a:lnTo>
                  <a:cubicBezTo>
                    <a:pt x="2430" y="1810"/>
                    <a:pt x="2501" y="1905"/>
                    <a:pt x="2596" y="1905"/>
                  </a:cubicBezTo>
                  <a:cubicBezTo>
                    <a:pt x="2691" y="1905"/>
                    <a:pt x="2787" y="1810"/>
                    <a:pt x="2787" y="1715"/>
                  </a:cubicBezTo>
                  <a:lnTo>
                    <a:pt x="2787" y="1334"/>
                  </a:lnTo>
                  <a:close/>
                  <a:moveTo>
                    <a:pt x="2025" y="0"/>
                  </a:moveTo>
                  <a:cubicBezTo>
                    <a:pt x="1620" y="0"/>
                    <a:pt x="1286" y="334"/>
                    <a:pt x="1286" y="739"/>
                  </a:cubicBezTo>
                  <a:lnTo>
                    <a:pt x="1286" y="953"/>
                  </a:lnTo>
                  <a:lnTo>
                    <a:pt x="691" y="953"/>
                  </a:lnTo>
                  <a:cubicBezTo>
                    <a:pt x="501" y="953"/>
                    <a:pt x="358" y="1096"/>
                    <a:pt x="334" y="1286"/>
                  </a:cubicBezTo>
                  <a:lnTo>
                    <a:pt x="0" y="5001"/>
                  </a:lnTo>
                  <a:cubicBezTo>
                    <a:pt x="0" y="5097"/>
                    <a:pt x="48" y="5192"/>
                    <a:pt x="96" y="5263"/>
                  </a:cubicBezTo>
                  <a:cubicBezTo>
                    <a:pt x="167" y="5359"/>
                    <a:pt x="286" y="5382"/>
                    <a:pt x="358" y="5382"/>
                  </a:cubicBezTo>
                  <a:lnTo>
                    <a:pt x="3668" y="5382"/>
                  </a:lnTo>
                  <a:cubicBezTo>
                    <a:pt x="3763" y="5382"/>
                    <a:pt x="3882" y="5359"/>
                    <a:pt x="3930" y="5263"/>
                  </a:cubicBezTo>
                  <a:cubicBezTo>
                    <a:pt x="4025" y="5216"/>
                    <a:pt x="4049" y="5120"/>
                    <a:pt x="4049" y="5001"/>
                  </a:cubicBezTo>
                  <a:lnTo>
                    <a:pt x="3739" y="1286"/>
                  </a:lnTo>
                  <a:cubicBezTo>
                    <a:pt x="3692" y="1096"/>
                    <a:pt x="3549" y="953"/>
                    <a:pt x="3382" y="953"/>
                  </a:cubicBezTo>
                  <a:lnTo>
                    <a:pt x="2787" y="953"/>
                  </a:lnTo>
                  <a:lnTo>
                    <a:pt x="2787" y="739"/>
                  </a:lnTo>
                  <a:cubicBezTo>
                    <a:pt x="2787" y="334"/>
                    <a:pt x="2453" y="0"/>
                    <a:pt x="2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8"/>
            <p:cNvSpPr/>
            <p:nvPr/>
          </p:nvSpPr>
          <p:spPr>
            <a:xfrm>
              <a:off x="3358678" y="1770401"/>
              <a:ext cx="398501" cy="315642"/>
            </a:xfrm>
            <a:custGeom>
              <a:avLst/>
              <a:gdLst/>
              <a:ahLst/>
              <a:cxnLst/>
              <a:rect l="l" t="t" r="r" b="b"/>
              <a:pathLst>
                <a:path w="11908" h="9432" extrusionOk="0">
                  <a:moveTo>
                    <a:pt x="10598" y="358"/>
                  </a:moveTo>
                  <a:cubicBezTo>
                    <a:pt x="10812" y="358"/>
                    <a:pt x="11002" y="525"/>
                    <a:pt x="11002" y="739"/>
                  </a:cubicBezTo>
                  <a:lnTo>
                    <a:pt x="11002" y="8169"/>
                  </a:lnTo>
                  <a:lnTo>
                    <a:pt x="929" y="8169"/>
                  </a:lnTo>
                  <a:lnTo>
                    <a:pt x="929" y="739"/>
                  </a:lnTo>
                  <a:cubicBezTo>
                    <a:pt x="929" y="525"/>
                    <a:pt x="1119" y="358"/>
                    <a:pt x="1310" y="358"/>
                  </a:cubicBezTo>
                  <a:close/>
                  <a:moveTo>
                    <a:pt x="11526" y="8574"/>
                  </a:moveTo>
                  <a:lnTo>
                    <a:pt x="11526" y="8931"/>
                  </a:lnTo>
                  <a:lnTo>
                    <a:pt x="11550" y="8931"/>
                  </a:lnTo>
                  <a:cubicBezTo>
                    <a:pt x="11550" y="9050"/>
                    <a:pt x="11479" y="9122"/>
                    <a:pt x="11360" y="9122"/>
                  </a:cubicBezTo>
                  <a:lnTo>
                    <a:pt x="572" y="9122"/>
                  </a:lnTo>
                  <a:cubicBezTo>
                    <a:pt x="453" y="9122"/>
                    <a:pt x="357" y="9026"/>
                    <a:pt x="357" y="8931"/>
                  </a:cubicBezTo>
                  <a:lnTo>
                    <a:pt x="357" y="8574"/>
                  </a:lnTo>
                  <a:lnTo>
                    <a:pt x="5215" y="8574"/>
                  </a:lnTo>
                  <a:cubicBezTo>
                    <a:pt x="5215" y="8645"/>
                    <a:pt x="5311" y="8740"/>
                    <a:pt x="5406" y="8740"/>
                  </a:cubicBezTo>
                  <a:lnTo>
                    <a:pt x="6501" y="8740"/>
                  </a:lnTo>
                  <a:cubicBezTo>
                    <a:pt x="6597" y="8740"/>
                    <a:pt x="6668" y="8645"/>
                    <a:pt x="6668" y="8574"/>
                  </a:cubicBezTo>
                  <a:close/>
                  <a:moveTo>
                    <a:pt x="1310" y="1"/>
                  </a:moveTo>
                  <a:cubicBezTo>
                    <a:pt x="905" y="1"/>
                    <a:pt x="572" y="310"/>
                    <a:pt x="572" y="739"/>
                  </a:cubicBezTo>
                  <a:lnTo>
                    <a:pt x="572" y="8169"/>
                  </a:lnTo>
                  <a:lnTo>
                    <a:pt x="357" y="8169"/>
                  </a:lnTo>
                  <a:cubicBezTo>
                    <a:pt x="167" y="8169"/>
                    <a:pt x="0" y="8336"/>
                    <a:pt x="0" y="8526"/>
                  </a:cubicBezTo>
                  <a:lnTo>
                    <a:pt x="0" y="8883"/>
                  </a:lnTo>
                  <a:cubicBezTo>
                    <a:pt x="0" y="9193"/>
                    <a:pt x="238" y="9431"/>
                    <a:pt x="548" y="9431"/>
                  </a:cubicBezTo>
                  <a:lnTo>
                    <a:pt x="11312" y="9431"/>
                  </a:lnTo>
                  <a:cubicBezTo>
                    <a:pt x="11622" y="9431"/>
                    <a:pt x="11860" y="9193"/>
                    <a:pt x="11860" y="8883"/>
                  </a:cubicBezTo>
                  <a:lnTo>
                    <a:pt x="11860" y="8526"/>
                  </a:lnTo>
                  <a:cubicBezTo>
                    <a:pt x="11907" y="8336"/>
                    <a:pt x="11764" y="8169"/>
                    <a:pt x="11550" y="8169"/>
                  </a:cubicBezTo>
                  <a:lnTo>
                    <a:pt x="11360" y="8169"/>
                  </a:lnTo>
                  <a:lnTo>
                    <a:pt x="11360" y="739"/>
                  </a:lnTo>
                  <a:cubicBezTo>
                    <a:pt x="11360" y="310"/>
                    <a:pt x="11026" y="1"/>
                    <a:pt x="105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6" name="Google Shape;4376;p58"/>
          <p:cNvGrpSpPr/>
          <p:nvPr/>
        </p:nvGrpSpPr>
        <p:grpSpPr>
          <a:xfrm>
            <a:off x="4067925" y="2710654"/>
            <a:ext cx="336355" cy="396926"/>
            <a:chOff x="4067925" y="2945879"/>
            <a:chExt cx="336355" cy="396926"/>
          </a:xfrm>
        </p:grpSpPr>
        <p:sp>
          <p:nvSpPr>
            <p:cNvPr id="4377" name="Google Shape;4377;p58"/>
            <p:cNvSpPr/>
            <p:nvPr/>
          </p:nvSpPr>
          <p:spPr>
            <a:xfrm>
              <a:off x="4111764" y="3014414"/>
              <a:ext cx="35908" cy="35908"/>
            </a:xfrm>
            <a:custGeom>
              <a:avLst/>
              <a:gdLst/>
              <a:ahLst/>
              <a:cxnLst/>
              <a:rect l="l" t="t" r="r" b="b"/>
              <a:pathLst>
                <a:path w="1073" h="1073" extrusionOk="0">
                  <a:moveTo>
                    <a:pt x="548" y="334"/>
                  </a:moveTo>
                  <a:cubicBezTo>
                    <a:pt x="668" y="334"/>
                    <a:pt x="763" y="406"/>
                    <a:pt x="763" y="525"/>
                  </a:cubicBezTo>
                  <a:cubicBezTo>
                    <a:pt x="763" y="644"/>
                    <a:pt x="668" y="739"/>
                    <a:pt x="548" y="739"/>
                  </a:cubicBezTo>
                  <a:cubicBezTo>
                    <a:pt x="429" y="739"/>
                    <a:pt x="334" y="644"/>
                    <a:pt x="334" y="525"/>
                  </a:cubicBezTo>
                  <a:cubicBezTo>
                    <a:pt x="334" y="406"/>
                    <a:pt x="429" y="334"/>
                    <a:pt x="548" y="334"/>
                  </a:cubicBezTo>
                  <a:close/>
                  <a:moveTo>
                    <a:pt x="548" y="1"/>
                  </a:moveTo>
                  <a:cubicBezTo>
                    <a:pt x="239" y="1"/>
                    <a:pt x="1" y="239"/>
                    <a:pt x="1" y="525"/>
                  </a:cubicBezTo>
                  <a:cubicBezTo>
                    <a:pt x="1" y="834"/>
                    <a:pt x="239" y="1072"/>
                    <a:pt x="548" y="1072"/>
                  </a:cubicBezTo>
                  <a:cubicBezTo>
                    <a:pt x="834" y="1072"/>
                    <a:pt x="1072" y="834"/>
                    <a:pt x="1072" y="525"/>
                  </a:cubicBezTo>
                  <a:cubicBezTo>
                    <a:pt x="1072" y="239"/>
                    <a:pt x="834" y="1"/>
                    <a:pt x="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8"/>
            <p:cNvSpPr/>
            <p:nvPr/>
          </p:nvSpPr>
          <p:spPr>
            <a:xfrm>
              <a:off x="4161994" y="3014414"/>
              <a:ext cx="111606" cy="12014"/>
            </a:xfrm>
            <a:custGeom>
              <a:avLst/>
              <a:gdLst/>
              <a:ahLst/>
              <a:cxnLst/>
              <a:rect l="l" t="t" r="r" b="b"/>
              <a:pathLst>
                <a:path w="3335" h="359" extrusionOk="0">
                  <a:moveTo>
                    <a:pt x="167" y="1"/>
                  </a:moveTo>
                  <a:cubicBezTo>
                    <a:pt x="95" y="1"/>
                    <a:pt x="0" y="96"/>
                    <a:pt x="0" y="168"/>
                  </a:cubicBezTo>
                  <a:cubicBezTo>
                    <a:pt x="0" y="263"/>
                    <a:pt x="95" y="358"/>
                    <a:pt x="167" y="358"/>
                  </a:cubicBezTo>
                  <a:lnTo>
                    <a:pt x="3144" y="358"/>
                  </a:lnTo>
                  <a:cubicBezTo>
                    <a:pt x="3239" y="358"/>
                    <a:pt x="3334" y="263"/>
                    <a:pt x="3334" y="168"/>
                  </a:cubicBezTo>
                  <a:cubicBezTo>
                    <a:pt x="3334" y="96"/>
                    <a:pt x="3239" y="1"/>
                    <a:pt x="3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8"/>
            <p:cNvSpPr/>
            <p:nvPr/>
          </p:nvSpPr>
          <p:spPr>
            <a:xfrm>
              <a:off x="4161191" y="3039144"/>
              <a:ext cx="24731" cy="11980"/>
            </a:xfrm>
            <a:custGeom>
              <a:avLst/>
              <a:gdLst/>
              <a:ahLst/>
              <a:cxnLst/>
              <a:rect l="l" t="t" r="r" b="b"/>
              <a:pathLst>
                <a:path w="739" h="358" extrusionOk="0">
                  <a:moveTo>
                    <a:pt x="167" y="0"/>
                  </a:moveTo>
                  <a:cubicBezTo>
                    <a:pt x="72" y="0"/>
                    <a:pt x="0" y="95"/>
                    <a:pt x="0" y="191"/>
                  </a:cubicBezTo>
                  <a:cubicBezTo>
                    <a:pt x="0" y="262"/>
                    <a:pt x="72" y="357"/>
                    <a:pt x="167" y="357"/>
                  </a:cubicBezTo>
                  <a:lnTo>
                    <a:pt x="548" y="357"/>
                  </a:lnTo>
                  <a:cubicBezTo>
                    <a:pt x="643" y="357"/>
                    <a:pt x="738" y="262"/>
                    <a:pt x="738" y="191"/>
                  </a:cubicBezTo>
                  <a:cubicBezTo>
                    <a:pt x="738" y="95"/>
                    <a:pt x="667"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8"/>
            <p:cNvSpPr/>
            <p:nvPr/>
          </p:nvSpPr>
          <p:spPr>
            <a:xfrm>
              <a:off x="4199441" y="3039144"/>
              <a:ext cx="43069" cy="11980"/>
            </a:xfrm>
            <a:custGeom>
              <a:avLst/>
              <a:gdLst/>
              <a:ahLst/>
              <a:cxnLst/>
              <a:rect l="l" t="t" r="r" b="b"/>
              <a:pathLst>
                <a:path w="1287" h="358" extrusionOk="0">
                  <a:moveTo>
                    <a:pt x="191" y="0"/>
                  </a:moveTo>
                  <a:cubicBezTo>
                    <a:pt x="96" y="0"/>
                    <a:pt x="0" y="95"/>
                    <a:pt x="0" y="191"/>
                  </a:cubicBezTo>
                  <a:cubicBezTo>
                    <a:pt x="0" y="262"/>
                    <a:pt x="96" y="357"/>
                    <a:pt x="191" y="357"/>
                  </a:cubicBezTo>
                  <a:lnTo>
                    <a:pt x="1120" y="357"/>
                  </a:lnTo>
                  <a:cubicBezTo>
                    <a:pt x="1191" y="357"/>
                    <a:pt x="1286" y="262"/>
                    <a:pt x="1286" y="191"/>
                  </a:cubicBezTo>
                  <a:cubicBezTo>
                    <a:pt x="1286" y="95"/>
                    <a:pt x="1191"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8"/>
            <p:cNvSpPr/>
            <p:nvPr/>
          </p:nvSpPr>
          <p:spPr>
            <a:xfrm>
              <a:off x="4111764" y="3082950"/>
              <a:ext cx="37514" cy="35908"/>
            </a:xfrm>
            <a:custGeom>
              <a:avLst/>
              <a:gdLst/>
              <a:ahLst/>
              <a:cxnLst/>
              <a:rect l="l" t="t" r="r" b="b"/>
              <a:pathLst>
                <a:path w="1121" h="1073" extrusionOk="0">
                  <a:moveTo>
                    <a:pt x="548" y="334"/>
                  </a:moveTo>
                  <a:cubicBezTo>
                    <a:pt x="668" y="334"/>
                    <a:pt x="763" y="430"/>
                    <a:pt x="763" y="549"/>
                  </a:cubicBezTo>
                  <a:cubicBezTo>
                    <a:pt x="763" y="668"/>
                    <a:pt x="668" y="739"/>
                    <a:pt x="548" y="739"/>
                  </a:cubicBezTo>
                  <a:cubicBezTo>
                    <a:pt x="429" y="739"/>
                    <a:pt x="334" y="668"/>
                    <a:pt x="334" y="549"/>
                  </a:cubicBezTo>
                  <a:cubicBezTo>
                    <a:pt x="334" y="430"/>
                    <a:pt x="429" y="334"/>
                    <a:pt x="548" y="334"/>
                  </a:cubicBezTo>
                  <a:close/>
                  <a:moveTo>
                    <a:pt x="548" y="1"/>
                  </a:moveTo>
                  <a:cubicBezTo>
                    <a:pt x="239" y="1"/>
                    <a:pt x="1" y="239"/>
                    <a:pt x="1" y="549"/>
                  </a:cubicBezTo>
                  <a:cubicBezTo>
                    <a:pt x="1" y="834"/>
                    <a:pt x="239" y="1073"/>
                    <a:pt x="548" y="1073"/>
                  </a:cubicBezTo>
                  <a:cubicBezTo>
                    <a:pt x="834" y="1073"/>
                    <a:pt x="1072" y="834"/>
                    <a:pt x="1072" y="549"/>
                  </a:cubicBezTo>
                  <a:cubicBezTo>
                    <a:pt x="1120" y="239"/>
                    <a:pt x="834" y="1"/>
                    <a:pt x="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8"/>
            <p:cNvSpPr/>
            <p:nvPr/>
          </p:nvSpPr>
          <p:spPr>
            <a:xfrm>
              <a:off x="4161994" y="3082950"/>
              <a:ext cx="111606" cy="12014"/>
            </a:xfrm>
            <a:custGeom>
              <a:avLst/>
              <a:gdLst/>
              <a:ahLst/>
              <a:cxnLst/>
              <a:rect l="l" t="t" r="r" b="b"/>
              <a:pathLst>
                <a:path w="3335" h="359" extrusionOk="0">
                  <a:moveTo>
                    <a:pt x="167" y="1"/>
                  </a:moveTo>
                  <a:cubicBezTo>
                    <a:pt x="95" y="1"/>
                    <a:pt x="0" y="96"/>
                    <a:pt x="0" y="191"/>
                  </a:cubicBezTo>
                  <a:cubicBezTo>
                    <a:pt x="0" y="263"/>
                    <a:pt x="95" y="358"/>
                    <a:pt x="167" y="358"/>
                  </a:cubicBezTo>
                  <a:lnTo>
                    <a:pt x="3144" y="358"/>
                  </a:lnTo>
                  <a:cubicBezTo>
                    <a:pt x="3239" y="358"/>
                    <a:pt x="3334" y="263"/>
                    <a:pt x="3334" y="191"/>
                  </a:cubicBezTo>
                  <a:cubicBezTo>
                    <a:pt x="3334" y="96"/>
                    <a:pt x="3239" y="1"/>
                    <a:pt x="3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8"/>
            <p:cNvSpPr/>
            <p:nvPr/>
          </p:nvSpPr>
          <p:spPr>
            <a:xfrm>
              <a:off x="4161191" y="3107680"/>
              <a:ext cx="24731" cy="11980"/>
            </a:xfrm>
            <a:custGeom>
              <a:avLst/>
              <a:gdLst/>
              <a:ahLst/>
              <a:cxnLst/>
              <a:rect l="l" t="t" r="r" b="b"/>
              <a:pathLst>
                <a:path w="739" h="358" extrusionOk="0">
                  <a:moveTo>
                    <a:pt x="167" y="0"/>
                  </a:moveTo>
                  <a:cubicBezTo>
                    <a:pt x="72" y="0"/>
                    <a:pt x="0" y="95"/>
                    <a:pt x="0" y="191"/>
                  </a:cubicBezTo>
                  <a:cubicBezTo>
                    <a:pt x="0" y="286"/>
                    <a:pt x="72" y="357"/>
                    <a:pt x="167" y="357"/>
                  </a:cubicBezTo>
                  <a:lnTo>
                    <a:pt x="548" y="357"/>
                  </a:lnTo>
                  <a:cubicBezTo>
                    <a:pt x="643" y="357"/>
                    <a:pt x="738" y="286"/>
                    <a:pt x="738" y="191"/>
                  </a:cubicBezTo>
                  <a:cubicBezTo>
                    <a:pt x="738" y="95"/>
                    <a:pt x="667"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8"/>
            <p:cNvSpPr/>
            <p:nvPr/>
          </p:nvSpPr>
          <p:spPr>
            <a:xfrm>
              <a:off x="4199441" y="3107680"/>
              <a:ext cx="43069" cy="11980"/>
            </a:xfrm>
            <a:custGeom>
              <a:avLst/>
              <a:gdLst/>
              <a:ahLst/>
              <a:cxnLst/>
              <a:rect l="l" t="t" r="r" b="b"/>
              <a:pathLst>
                <a:path w="1287" h="358" extrusionOk="0">
                  <a:moveTo>
                    <a:pt x="191" y="0"/>
                  </a:moveTo>
                  <a:cubicBezTo>
                    <a:pt x="96" y="0"/>
                    <a:pt x="0" y="95"/>
                    <a:pt x="0" y="191"/>
                  </a:cubicBezTo>
                  <a:cubicBezTo>
                    <a:pt x="0" y="286"/>
                    <a:pt x="96" y="357"/>
                    <a:pt x="191" y="357"/>
                  </a:cubicBezTo>
                  <a:lnTo>
                    <a:pt x="1120" y="357"/>
                  </a:lnTo>
                  <a:cubicBezTo>
                    <a:pt x="1191" y="357"/>
                    <a:pt x="1286" y="286"/>
                    <a:pt x="1286" y="191"/>
                  </a:cubicBezTo>
                  <a:cubicBezTo>
                    <a:pt x="1286" y="95"/>
                    <a:pt x="1191"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8"/>
            <p:cNvSpPr/>
            <p:nvPr/>
          </p:nvSpPr>
          <p:spPr>
            <a:xfrm>
              <a:off x="4111764" y="3151485"/>
              <a:ext cx="37514" cy="35908"/>
            </a:xfrm>
            <a:custGeom>
              <a:avLst/>
              <a:gdLst/>
              <a:ahLst/>
              <a:cxnLst/>
              <a:rect l="l" t="t" r="r" b="b"/>
              <a:pathLst>
                <a:path w="1121" h="1073" extrusionOk="0">
                  <a:moveTo>
                    <a:pt x="548" y="334"/>
                  </a:moveTo>
                  <a:cubicBezTo>
                    <a:pt x="668" y="334"/>
                    <a:pt x="763" y="430"/>
                    <a:pt x="763" y="549"/>
                  </a:cubicBezTo>
                  <a:cubicBezTo>
                    <a:pt x="763" y="668"/>
                    <a:pt x="668" y="763"/>
                    <a:pt x="548" y="763"/>
                  </a:cubicBezTo>
                  <a:cubicBezTo>
                    <a:pt x="429" y="763"/>
                    <a:pt x="334" y="668"/>
                    <a:pt x="334" y="549"/>
                  </a:cubicBezTo>
                  <a:cubicBezTo>
                    <a:pt x="334" y="430"/>
                    <a:pt x="429" y="334"/>
                    <a:pt x="548" y="334"/>
                  </a:cubicBezTo>
                  <a:close/>
                  <a:moveTo>
                    <a:pt x="548" y="1"/>
                  </a:moveTo>
                  <a:cubicBezTo>
                    <a:pt x="239" y="1"/>
                    <a:pt x="1" y="239"/>
                    <a:pt x="1" y="549"/>
                  </a:cubicBezTo>
                  <a:cubicBezTo>
                    <a:pt x="1" y="834"/>
                    <a:pt x="239" y="1073"/>
                    <a:pt x="548" y="1073"/>
                  </a:cubicBezTo>
                  <a:cubicBezTo>
                    <a:pt x="834" y="1073"/>
                    <a:pt x="1072" y="834"/>
                    <a:pt x="1072" y="549"/>
                  </a:cubicBezTo>
                  <a:cubicBezTo>
                    <a:pt x="1120" y="239"/>
                    <a:pt x="834" y="1"/>
                    <a:pt x="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8"/>
            <p:cNvSpPr/>
            <p:nvPr/>
          </p:nvSpPr>
          <p:spPr>
            <a:xfrm>
              <a:off x="4161994" y="3151485"/>
              <a:ext cx="111606" cy="12014"/>
            </a:xfrm>
            <a:custGeom>
              <a:avLst/>
              <a:gdLst/>
              <a:ahLst/>
              <a:cxnLst/>
              <a:rect l="l" t="t" r="r" b="b"/>
              <a:pathLst>
                <a:path w="3335" h="359" extrusionOk="0">
                  <a:moveTo>
                    <a:pt x="167" y="1"/>
                  </a:moveTo>
                  <a:cubicBezTo>
                    <a:pt x="95" y="1"/>
                    <a:pt x="0" y="96"/>
                    <a:pt x="0" y="191"/>
                  </a:cubicBezTo>
                  <a:cubicBezTo>
                    <a:pt x="0" y="287"/>
                    <a:pt x="95" y="358"/>
                    <a:pt x="167" y="358"/>
                  </a:cubicBezTo>
                  <a:lnTo>
                    <a:pt x="3144" y="358"/>
                  </a:lnTo>
                  <a:cubicBezTo>
                    <a:pt x="3239" y="358"/>
                    <a:pt x="3334" y="287"/>
                    <a:pt x="3334" y="191"/>
                  </a:cubicBezTo>
                  <a:cubicBezTo>
                    <a:pt x="3334" y="96"/>
                    <a:pt x="3239" y="1"/>
                    <a:pt x="3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8"/>
            <p:cNvSpPr/>
            <p:nvPr/>
          </p:nvSpPr>
          <p:spPr>
            <a:xfrm>
              <a:off x="4161191" y="3176985"/>
              <a:ext cx="24731" cy="12014"/>
            </a:xfrm>
            <a:custGeom>
              <a:avLst/>
              <a:gdLst/>
              <a:ahLst/>
              <a:cxnLst/>
              <a:rect l="l" t="t" r="r" b="b"/>
              <a:pathLst>
                <a:path w="739" h="359" extrusionOk="0">
                  <a:moveTo>
                    <a:pt x="167" y="1"/>
                  </a:moveTo>
                  <a:cubicBezTo>
                    <a:pt x="72" y="1"/>
                    <a:pt x="0" y="72"/>
                    <a:pt x="0" y="168"/>
                  </a:cubicBezTo>
                  <a:cubicBezTo>
                    <a:pt x="0" y="263"/>
                    <a:pt x="72" y="358"/>
                    <a:pt x="167" y="358"/>
                  </a:cubicBezTo>
                  <a:lnTo>
                    <a:pt x="548" y="358"/>
                  </a:lnTo>
                  <a:cubicBezTo>
                    <a:pt x="643" y="358"/>
                    <a:pt x="738" y="263"/>
                    <a:pt x="738" y="168"/>
                  </a:cubicBezTo>
                  <a:cubicBezTo>
                    <a:pt x="738" y="72"/>
                    <a:pt x="667" y="1"/>
                    <a:pt x="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8"/>
            <p:cNvSpPr/>
            <p:nvPr/>
          </p:nvSpPr>
          <p:spPr>
            <a:xfrm>
              <a:off x="4198638" y="3176985"/>
              <a:ext cx="24731" cy="12014"/>
            </a:xfrm>
            <a:custGeom>
              <a:avLst/>
              <a:gdLst/>
              <a:ahLst/>
              <a:cxnLst/>
              <a:rect l="l" t="t" r="r" b="b"/>
              <a:pathLst>
                <a:path w="739" h="359" extrusionOk="0">
                  <a:moveTo>
                    <a:pt x="191" y="1"/>
                  </a:moveTo>
                  <a:cubicBezTo>
                    <a:pt x="96" y="1"/>
                    <a:pt x="1" y="72"/>
                    <a:pt x="1" y="168"/>
                  </a:cubicBezTo>
                  <a:cubicBezTo>
                    <a:pt x="1" y="263"/>
                    <a:pt x="96" y="358"/>
                    <a:pt x="191" y="358"/>
                  </a:cubicBezTo>
                  <a:lnTo>
                    <a:pt x="572" y="358"/>
                  </a:lnTo>
                  <a:cubicBezTo>
                    <a:pt x="667" y="358"/>
                    <a:pt x="739" y="263"/>
                    <a:pt x="739" y="168"/>
                  </a:cubicBezTo>
                  <a:cubicBezTo>
                    <a:pt x="739" y="72"/>
                    <a:pt x="667"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8"/>
            <p:cNvSpPr/>
            <p:nvPr/>
          </p:nvSpPr>
          <p:spPr>
            <a:xfrm>
              <a:off x="4067925" y="2945879"/>
              <a:ext cx="249482" cy="310856"/>
            </a:xfrm>
            <a:custGeom>
              <a:avLst/>
              <a:gdLst/>
              <a:ahLst/>
              <a:cxnLst/>
              <a:rect l="l" t="t" r="r" b="b"/>
              <a:pathLst>
                <a:path w="7455" h="9289" extrusionOk="0">
                  <a:moveTo>
                    <a:pt x="549" y="1"/>
                  </a:moveTo>
                  <a:cubicBezTo>
                    <a:pt x="239" y="1"/>
                    <a:pt x="1" y="239"/>
                    <a:pt x="1" y="525"/>
                  </a:cubicBezTo>
                  <a:lnTo>
                    <a:pt x="1" y="8741"/>
                  </a:lnTo>
                  <a:cubicBezTo>
                    <a:pt x="1" y="9050"/>
                    <a:pt x="239" y="9288"/>
                    <a:pt x="549" y="9288"/>
                  </a:cubicBezTo>
                  <a:lnTo>
                    <a:pt x="3907" y="9288"/>
                  </a:lnTo>
                  <a:cubicBezTo>
                    <a:pt x="4002" y="9288"/>
                    <a:pt x="4097" y="9193"/>
                    <a:pt x="4097" y="9098"/>
                  </a:cubicBezTo>
                  <a:cubicBezTo>
                    <a:pt x="4097" y="9003"/>
                    <a:pt x="4002" y="8931"/>
                    <a:pt x="3907" y="8931"/>
                  </a:cubicBezTo>
                  <a:lnTo>
                    <a:pt x="549" y="8931"/>
                  </a:lnTo>
                  <a:cubicBezTo>
                    <a:pt x="430" y="8931"/>
                    <a:pt x="334" y="8836"/>
                    <a:pt x="334" y="8717"/>
                  </a:cubicBezTo>
                  <a:lnTo>
                    <a:pt x="334" y="501"/>
                  </a:lnTo>
                  <a:cubicBezTo>
                    <a:pt x="334" y="382"/>
                    <a:pt x="430" y="287"/>
                    <a:pt x="549" y="287"/>
                  </a:cubicBezTo>
                  <a:lnTo>
                    <a:pt x="6883" y="287"/>
                  </a:lnTo>
                  <a:cubicBezTo>
                    <a:pt x="7002" y="287"/>
                    <a:pt x="7098" y="382"/>
                    <a:pt x="7098" y="501"/>
                  </a:cubicBezTo>
                  <a:lnTo>
                    <a:pt x="7098" y="6478"/>
                  </a:lnTo>
                  <a:cubicBezTo>
                    <a:pt x="7098" y="6574"/>
                    <a:pt x="7193" y="6669"/>
                    <a:pt x="7264" y="6669"/>
                  </a:cubicBezTo>
                  <a:cubicBezTo>
                    <a:pt x="7360" y="6669"/>
                    <a:pt x="7455" y="6574"/>
                    <a:pt x="7455" y="6478"/>
                  </a:cubicBezTo>
                  <a:lnTo>
                    <a:pt x="7455" y="501"/>
                  </a:lnTo>
                  <a:cubicBezTo>
                    <a:pt x="7455" y="239"/>
                    <a:pt x="7217" y="1"/>
                    <a:pt x="68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8"/>
            <p:cNvSpPr/>
            <p:nvPr/>
          </p:nvSpPr>
          <p:spPr>
            <a:xfrm>
              <a:off x="4218549" y="3176985"/>
              <a:ext cx="185731" cy="165819"/>
            </a:xfrm>
            <a:custGeom>
              <a:avLst/>
              <a:gdLst/>
              <a:ahLst/>
              <a:cxnLst/>
              <a:rect l="l" t="t" r="r" b="b"/>
              <a:pathLst>
                <a:path w="5550" h="4955" extrusionOk="0">
                  <a:moveTo>
                    <a:pt x="3787" y="334"/>
                  </a:moveTo>
                  <a:cubicBezTo>
                    <a:pt x="4526" y="334"/>
                    <a:pt x="5121" y="954"/>
                    <a:pt x="5121" y="1692"/>
                  </a:cubicBezTo>
                  <a:cubicBezTo>
                    <a:pt x="5192" y="2740"/>
                    <a:pt x="3954" y="4002"/>
                    <a:pt x="2835" y="4597"/>
                  </a:cubicBezTo>
                  <a:cubicBezTo>
                    <a:pt x="2799" y="4621"/>
                    <a:pt x="2769" y="4633"/>
                    <a:pt x="2740" y="4633"/>
                  </a:cubicBezTo>
                  <a:cubicBezTo>
                    <a:pt x="2710" y="4633"/>
                    <a:pt x="2680" y="4621"/>
                    <a:pt x="2644" y="4597"/>
                  </a:cubicBezTo>
                  <a:cubicBezTo>
                    <a:pt x="1192" y="3859"/>
                    <a:pt x="310" y="2525"/>
                    <a:pt x="310" y="1692"/>
                  </a:cubicBezTo>
                  <a:cubicBezTo>
                    <a:pt x="310" y="954"/>
                    <a:pt x="906" y="334"/>
                    <a:pt x="1644" y="334"/>
                  </a:cubicBezTo>
                  <a:cubicBezTo>
                    <a:pt x="1930" y="334"/>
                    <a:pt x="2216" y="430"/>
                    <a:pt x="2454" y="620"/>
                  </a:cubicBezTo>
                  <a:cubicBezTo>
                    <a:pt x="2537" y="680"/>
                    <a:pt x="2632" y="709"/>
                    <a:pt x="2725" y="709"/>
                  </a:cubicBezTo>
                  <a:cubicBezTo>
                    <a:pt x="2817" y="709"/>
                    <a:pt x="2906" y="680"/>
                    <a:pt x="2978" y="620"/>
                  </a:cubicBezTo>
                  <a:cubicBezTo>
                    <a:pt x="3216" y="430"/>
                    <a:pt x="3478" y="334"/>
                    <a:pt x="3787" y="334"/>
                  </a:cubicBezTo>
                  <a:close/>
                  <a:moveTo>
                    <a:pt x="1692" y="1"/>
                  </a:moveTo>
                  <a:cubicBezTo>
                    <a:pt x="787" y="1"/>
                    <a:pt x="1" y="763"/>
                    <a:pt x="1" y="1692"/>
                  </a:cubicBezTo>
                  <a:cubicBezTo>
                    <a:pt x="1" y="2883"/>
                    <a:pt x="1287" y="4240"/>
                    <a:pt x="2525" y="4907"/>
                  </a:cubicBezTo>
                  <a:cubicBezTo>
                    <a:pt x="2620" y="4931"/>
                    <a:pt x="2692" y="4954"/>
                    <a:pt x="2763" y="4954"/>
                  </a:cubicBezTo>
                  <a:cubicBezTo>
                    <a:pt x="2859" y="4954"/>
                    <a:pt x="2954" y="4931"/>
                    <a:pt x="3002" y="4907"/>
                  </a:cubicBezTo>
                  <a:cubicBezTo>
                    <a:pt x="4264" y="4240"/>
                    <a:pt x="5550" y="2883"/>
                    <a:pt x="5550" y="1692"/>
                  </a:cubicBezTo>
                  <a:cubicBezTo>
                    <a:pt x="5550" y="763"/>
                    <a:pt x="4764" y="1"/>
                    <a:pt x="3835" y="1"/>
                  </a:cubicBezTo>
                  <a:cubicBezTo>
                    <a:pt x="3478" y="1"/>
                    <a:pt x="3121" y="96"/>
                    <a:pt x="2835" y="311"/>
                  </a:cubicBezTo>
                  <a:cubicBezTo>
                    <a:pt x="2823" y="334"/>
                    <a:pt x="2799" y="346"/>
                    <a:pt x="2775" y="346"/>
                  </a:cubicBezTo>
                  <a:cubicBezTo>
                    <a:pt x="2751" y="346"/>
                    <a:pt x="2728" y="334"/>
                    <a:pt x="2716" y="311"/>
                  </a:cubicBezTo>
                  <a:cubicBezTo>
                    <a:pt x="2406" y="120"/>
                    <a:pt x="2049" y="1"/>
                    <a:pt x="1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1" name="Google Shape;4391;p58"/>
          <p:cNvGrpSpPr/>
          <p:nvPr/>
        </p:nvGrpSpPr>
        <p:grpSpPr>
          <a:xfrm>
            <a:off x="6707406" y="2710219"/>
            <a:ext cx="398498" cy="397361"/>
            <a:chOff x="6707406" y="2945444"/>
            <a:chExt cx="398498" cy="397361"/>
          </a:xfrm>
        </p:grpSpPr>
        <p:sp>
          <p:nvSpPr>
            <p:cNvPr id="4392" name="Google Shape;4392;p58"/>
            <p:cNvSpPr/>
            <p:nvPr/>
          </p:nvSpPr>
          <p:spPr>
            <a:xfrm>
              <a:off x="6707406" y="2945444"/>
              <a:ext cx="322803" cy="296935"/>
            </a:xfrm>
            <a:custGeom>
              <a:avLst/>
              <a:gdLst/>
              <a:ahLst/>
              <a:cxnLst/>
              <a:rect l="l" t="t" r="r" b="b"/>
              <a:pathLst>
                <a:path w="9646" h="8873" extrusionOk="0">
                  <a:moveTo>
                    <a:pt x="4418" y="374"/>
                  </a:moveTo>
                  <a:cubicBezTo>
                    <a:pt x="4451" y="374"/>
                    <a:pt x="4478" y="395"/>
                    <a:pt x="4525" y="395"/>
                  </a:cubicBezTo>
                  <a:cubicBezTo>
                    <a:pt x="4597" y="442"/>
                    <a:pt x="4668" y="562"/>
                    <a:pt x="4597" y="657"/>
                  </a:cubicBezTo>
                  <a:lnTo>
                    <a:pt x="3025" y="3800"/>
                  </a:lnTo>
                  <a:cubicBezTo>
                    <a:pt x="2974" y="3869"/>
                    <a:pt x="2898" y="3925"/>
                    <a:pt x="2833" y="3925"/>
                  </a:cubicBezTo>
                  <a:cubicBezTo>
                    <a:pt x="2807" y="3925"/>
                    <a:pt x="2783" y="3916"/>
                    <a:pt x="2763" y="3896"/>
                  </a:cubicBezTo>
                  <a:cubicBezTo>
                    <a:pt x="2668" y="3848"/>
                    <a:pt x="2644" y="3729"/>
                    <a:pt x="2668" y="3634"/>
                  </a:cubicBezTo>
                  <a:lnTo>
                    <a:pt x="4240" y="466"/>
                  </a:lnTo>
                  <a:cubicBezTo>
                    <a:pt x="4287" y="419"/>
                    <a:pt x="4311" y="395"/>
                    <a:pt x="4359" y="395"/>
                  </a:cubicBezTo>
                  <a:cubicBezTo>
                    <a:pt x="4382" y="379"/>
                    <a:pt x="4401" y="374"/>
                    <a:pt x="4418" y="374"/>
                  </a:cubicBezTo>
                  <a:close/>
                  <a:moveTo>
                    <a:pt x="5192" y="371"/>
                  </a:moveTo>
                  <a:cubicBezTo>
                    <a:pt x="5264" y="371"/>
                    <a:pt x="5359" y="395"/>
                    <a:pt x="5383" y="466"/>
                  </a:cubicBezTo>
                  <a:lnTo>
                    <a:pt x="6954" y="3634"/>
                  </a:lnTo>
                  <a:cubicBezTo>
                    <a:pt x="6978" y="3729"/>
                    <a:pt x="6954" y="3848"/>
                    <a:pt x="6859" y="3896"/>
                  </a:cubicBezTo>
                  <a:cubicBezTo>
                    <a:pt x="6838" y="3916"/>
                    <a:pt x="6813" y="3925"/>
                    <a:pt x="6786" y="3925"/>
                  </a:cubicBezTo>
                  <a:cubicBezTo>
                    <a:pt x="6722" y="3925"/>
                    <a:pt x="6648" y="3875"/>
                    <a:pt x="6597" y="3824"/>
                  </a:cubicBezTo>
                  <a:lnTo>
                    <a:pt x="5025" y="657"/>
                  </a:lnTo>
                  <a:cubicBezTo>
                    <a:pt x="4954" y="562"/>
                    <a:pt x="5025" y="442"/>
                    <a:pt x="5121" y="395"/>
                  </a:cubicBezTo>
                  <a:cubicBezTo>
                    <a:pt x="5144" y="395"/>
                    <a:pt x="5168" y="371"/>
                    <a:pt x="5192" y="371"/>
                  </a:cubicBezTo>
                  <a:close/>
                  <a:moveTo>
                    <a:pt x="4811" y="1014"/>
                  </a:moveTo>
                  <a:lnTo>
                    <a:pt x="6264" y="3943"/>
                  </a:lnTo>
                  <a:cubicBezTo>
                    <a:pt x="6311" y="3991"/>
                    <a:pt x="6335" y="4015"/>
                    <a:pt x="6359" y="4086"/>
                  </a:cubicBezTo>
                  <a:lnTo>
                    <a:pt x="3263" y="4086"/>
                  </a:lnTo>
                  <a:cubicBezTo>
                    <a:pt x="3287" y="4038"/>
                    <a:pt x="3335" y="3991"/>
                    <a:pt x="3358" y="3943"/>
                  </a:cubicBezTo>
                  <a:lnTo>
                    <a:pt x="3477" y="3657"/>
                  </a:lnTo>
                  <a:lnTo>
                    <a:pt x="5406" y="3657"/>
                  </a:lnTo>
                  <a:cubicBezTo>
                    <a:pt x="5502" y="3657"/>
                    <a:pt x="5597" y="3586"/>
                    <a:pt x="5597" y="3491"/>
                  </a:cubicBezTo>
                  <a:cubicBezTo>
                    <a:pt x="5597" y="3395"/>
                    <a:pt x="5502" y="3300"/>
                    <a:pt x="5406" y="3300"/>
                  </a:cubicBezTo>
                  <a:lnTo>
                    <a:pt x="3620" y="3300"/>
                  </a:lnTo>
                  <a:lnTo>
                    <a:pt x="4811" y="1014"/>
                  </a:lnTo>
                  <a:close/>
                  <a:moveTo>
                    <a:pt x="9098" y="3681"/>
                  </a:moveTo>
                  <a:cubicBezTo>
                    <a:pt x="9217" y="3681"/>
                    <a:pt x="9312" y="3776"/>
                    <a:pt x="9312" y="3896"/>
                  </a:cubicBezTo>
                  <a:cubicBezTo>
                    <a:pt x="9288" y="3991"/>
                    <a:pt x="9193" y="4086"/>
                    <a:pt x="9098" y="4086"/>
                  </a:cubicBezTo>
                  <a:lnTo>
                    <a:pt x="7169" y="4086"/>
                  </a:lnTo>
                  <a:cubicBezTo>
                    <a:pt x="7264" y="3967"/>
                    <a:pt x="7312" y="3848"/>
                    <a:pt x="7312" y="3681"/>
                  </a:cubicBezTo>
                  <a:close/>
                  <a:moveTo>
                    <a:pt x="2406" y="4443"/>
                  </a:moveTo>
                  <a:lnTo>
                    <a:pt x="2501" y="5563"/>
                  </a:lnTo>
                  <a:lnTo>
                    <a:pt x="905" y="5563"/>
                  </a:lnTo>
                  <a:lnTo>
                    <a:pt x="739" y="4443"/>
                  </a:lnTo>
                  <a:close/>
                  <a:moveTo>
                    <a:pt x="4668" y="4443"/>
                  </a:moveTo>
                  <a:lnTo>
                    <a:pt x="4668" y="5563"/>
                  </a:lnTo>
                  <a:lnTo>
                    <a:pt x="2882" y="5563"/>
                  </a:lnTo>
                  <a:lnTo>
                    <a:pt x="2787" y="4443"/>
                  </a:lnTo>
                  <a:close/>
                  <a:moveTo>
                    <a:pt x="6859" y="4443"/>
                  </a:moveTo>
                  <a:lnTo>
                    <a:pt x="6740" y="5563"/>
                  </a:lnTo>
                  <a:lnTo>
                    <a:pt x="5002" y="5563"/>
                  </a:lnTo>
                  <a:lnTo>
                    <a:pt x="5002" y="4443"/>
                  </a:lnTo>
                  <a:close/>
                  <a:moveTo>
                    <a:pt x="8860" y="4443"/>
                  </a:moveTo>
                  <a:lnTo>
                    <a:pt x="8693" y="5563"/>
                  </a:lnTo>
                  <a:lnTo>
                    <a:pt x="7097" y="5563"/>
                  </a:lnTo>
                  <a:lnTo>
                    <a:pt x="7192" y="4443"/>
                  </a:lnTo>
                  <a:close/>
                  <a:moveTo>
                    <a:pt x="2549" y="5920"/>
                  </a:moveTo>
                  <a:lnTo>
                    <a:pt x="2644" y="7063"/>
                  </a:lnTo>
                  <a:lnTo>
                    <a:pt x="1191" y="7063"/>
                  </a:lnTo>
                  <a:lnTo>
                    <a:pt x="1001" y="5920"/>
                  </a:lnTo>
                  <a:close/>
                  <a:moveTo>
                    <a:pt x="4644" y="5920"/>
                  </a:moveTo>
                  <a:lnTo>
                    <a:pt x="4644" y="7063"/>
                  </a:lnTo>
                  <a:lnTo>
                    <a:pt x="3001" y="7063"/>
                  </a:lnTo>
                  <a:lnTo>
                    <a:pt x="2906" y="5920"/>
                  </a:lnTo>
                  <a:close/>
                  <a:moveTo>
                    <a:pt x="2644" y="7372"/>
                  </a:moveTo>
                  <a:lnTo>
                    <a:pt x="2739" y="8516"/>
                  </a:lnTo>
                  <a:lnTo>
                    <a:pt x="1739" y="8516"/>
                  </a:lnTo>
                  <a:lnTo>
                    <a:pt x="1739" y="8539"/>
                  </a:lnTo>
                  <a:cubicBezTo>
                    <a:pt x="1572" y="8539"/>
                    <a:pt x="1382" y="8396"/>
                    <a:pt x="1358" y="8230"/>
                  </a:cubicBezTo>
                  <a:lnTo>
                    <a:pt x="1215" y="7372"/>
                  </a:lnTo>
                  <a:close/>
                  <a:moveTo>
                    <a:pt x="4644" y="7420"/>
                  </a:moveTo>
                  <a:lnTo>
                    <a:pt x="4644" y="8539"/>
                  </a:lnTo>
                  <a:lnTo>
                    <a:pt x="3120" y="8539"/>
                  </a:lnTo>
                  <a:lnTo>
                    <a:pt x="3025" y="7420"/>
                  </a:lnTo>
                  <a:close/>
                  <a:moveTo>
                    <a:pt x="5171" y="0"/>
                  </a:moveTo>
                  <a:cubicBezTo>
                    <a:pt x="5089" y="0"/>
                    <a:pt x="5007" y="20"/>
                    <a:pt x="4930" y="61"/>
                  </a:cubicBezTo>
                  <a:cubicBezTo>
                    <a:pt x="4882" y="85"/>
                    <a:pt x="4835" y="109"/>
                    <a:pt x="4811" y="157"/>
                  </a:cubicBezTo>
                  <a:cubicBezTo>
                    <a:pt x="4787" y="109"/>
                    <a:pt x="4716" y="85"/>
                    <a:pt x="4692" y="61"/>
                  </a:cubicBezTo>
                  <a:cubicBezTo>
                    <a:pt x="4617" y="31"/>
                    <a:pt x="4532" y="1"/>
                    <a:pt x="4444" y="1"/>
                  </a:cubicBezTo>
                  <a:cubicBezTo>
                    <a:pt x="4392" y="1"/>
                    <a:pt x="4340" y="11"/>
                    <a:pt x="4287" y="38"/>
                  </a:cubicBezTo>
                  <a:cubicBezTo>
                    <a:pt x="4120" y="85"/>
                    <a:pt x="4049" y="180"/>
                    <a:pt x="3954" y="300"/>
                  </a:cubicBezTo>
                  <a:lnTo>
                    <a:pt x="2382" y="3443"/>
                  </a:lnTo>
                  <a:cubicBezTo>
                    <a:pt x="2263" y="3657"/>
                    <a:pt x="2311" y="3943"/>
                    <a:pt x="2453" y="4086"/>
                  </a:cubicBezTo>
                  <a:lnTo>
                    <a:pt x="524" y="4086"/>
                  </a:lnTo>
                  <a:cubicBezTo>
                    <a:pt x="405" y="4086"/>
                    <a:pt x="310" y="3991"/>
                    <a:pt x="310" y="3872"/>
                  </a:cubicBezTo>
                  <a:cubicBezTo>
                    <a:pt x="310" y="3753"/>
                    <a:pt x="405" y="3657"/>
                    <a:pt x="524" y="3657"/>
                  </a:cubicBezTo>
                  <a:lnTo>
                    <a:pt x="1787" y="3657"/>
                  </a:lnTo>
                  <a:cubicBezTo>
                    <a:pt x="1858" y="3657"/>
                    <a:pt x="1953" y="3586"/>
                    <a:pt x="1953" y="3491"/>
                  </a:cubicBezTo>
                  <a:cubicBezTo>
                    <a:pt x="1953" y="3395"/>
                    <a:pt x="1858" y="3300"/>
                    <a:pt x="1787" y="3300"/>
                  </a:cubicBezTo>
                  <a:lnTo>
                    <a:pt x="524" y="3300"/>
                  </a:lnTo>
                  <a:cubicBezTo>
                    <a:pt x="239" y="3300"/>
                    <a:pt x="1" y="3538"/>
                    <a:pt x="1" y="3848"/>
                  </a:cubicBezTo>
                  <a:cubicBezTo>
                    <a:pt x="1" y="4086"/>
                    <a:pt x="167" y="4277"/>
                    <a:pt x="382" y="4372"/>
                  </a:cubicBezTo>
                  <a:lnTo>
                    <a:pt x="1025" y="8254"/>
                  </a:lnTo>
                  <a:cubicBezTo>
                    <a:pt x="1096" y="8611"/>
                    <a:pt x="1382" y="8873"/>
                    <a:pt x="1739" y="8873"/>
                  </a:cubicBezTo>
                  <a:lnTo>
                    <a:pt x="5907" y="8873"/>
                  </a:lnTo>
                  <a:cubicBezTo>
                    <a:pt x="6002" y="8873"/>
                    <a:pt x="6097" y="8777"/>
                    <a:pt x="6097" y="8706"/>
                  </a:cubicBezTo>
                  <a:cubicBezTo>
                    <a:pt x="6097" y="8611"/>
                    <a:pt x="6002" y="8516"/>
                    <a:pt x="5907" y="8516"/>
                  </a:cubicBezTo>
                  <a:lnTo>
                    <a:pt x="4954" y="8516"/>
                  </a:lnTo>
                  <a:lnTo>
                    <a:pt x="4954" y="7372"/>
                  </a:lnTo>
                  <a:lnTo>
                    <a:pt x="5716" y="7372"/>
                  </a:lnTo>
                  <a:cubicBezTo>
                    <a:pt x="5787" y="7372"/>
                    <a:pt x="5883" y="7301"/>
                    <a:pt x="5883" y="7206"/>
                  </a:cubicBezTo>
                  <a:cubicBezTo>
                    <a:pt x="5883" y="7110"/>
                    <a:pt x="5787" y="7015"/>
                    <a:pt x="5716" y="7015"/>
                  </a:cubicBezTo>
                  <a:lnTo>
                    <a:pt x="4954" y="7015"/>
                  </a:lnTo>
                  <a:lnTo>
                    <a:pt x="4954" y="5896"/>
                  </a:lnTo>
                  <a:lnTo>
                    <a:pt x="6692" y="5896"/>
                  </a:lnTo>
                  <a:lnTo>
                    <a:pt x="6669" y="6301"/>
                  </a:lnTo>
                  <a:cubicBezTo>
                    <a:pt x="6669" y="6396"/>
                    <a:pt x="6716" y="6491"/>
                    <a:pt x="6811" y="6491"/>
                  </a:cubicBezTo>
                  <a:lnTo>
                    <a:pt x="6835" y="6491"/>
                  </a:lnTo>
                  <a:cubicBezTo>
                    <a:pt x="6931" y="6491"/>
                    <a:pt x="7026" y="6420"/>
                    <a:pt x="7026" y="6348"/>
                  </a:cubicBezTo>
                  <a:lnTo>
                    <a:pt x="7050" y="5896"/>
                  </a:lnTo>
                  <a:lnTo>
                    <a:pt x="8812" y="5896"/>
                  </a:lnTo>
                  <a:cubicBezTo>
                    <a:pt x="8883" y="5896"/>
                    <a:pt x="8955" y="5825"/>
                    <a:pt x="8979" y="5753"/>
                  </a:cubicBezTo>
                  <a:lnTo>
                    <a:pt x="9217" y="4372"/>
                  </a:lnTo>
                  <a:cubicBezTo>
                    <a:pt x="9455" y="4324"/>
                    <a:pt x="9598" y="4110"/>
                    <a:pt x="9598" y="3848"/>
                  </a:cubicBezTo>
                  <a:cubicBezTo>
                    <a:pt x="9645" y="3610"/>
                    <a:pt x="9407" y="3348"/>
                    <a:pt x="9098" y="3348"/>
                  </a:cubicBezTo>
                  <a:lnTo>
                    <a:pt x="7192" y="3348"/>
                  </a:lnTo>
                  <a:lnTo>
                    <a:pt x="5668" y="300"/>
                  </a:lnTo>
                  <a:cubicBezTo>
                    <a:pt x="5567" y="114"/>
                    <a:pt x="5371" y="0"/>
                    <a:pt x="5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8"/>
            <p:cNvSpPr/>
            <p:nvPr/>
          </p:nvSpPr>
          <p:spPr>
            <a:xfrm>
              <a:off x="6919404" y="3157877"/>
              <a:ext cx="186500" cy="184928"/>
            </a:xfrm>
            <a:custGeom>
              <a:avLst/>
              <a:gdLst/>
              <a:ahLst/>
              <a:cxnLst/>
              <a:rect l="l" t="t" r="r" b="b"/>
              <a:pathLst>
                <a:path w="5573" h="5526" extrusionOk="0">
                  <a:moveTo>
                    <a:pt x="2763" y="358"/>
                  </a:moveTo>
                  <a:lnTo>
                    <a:pt x="5216" y="1048"/>
                  </a:lnTo>
                  <a:cubicBezTo>
                    <a:pt x="5168" y="1286"/>
                    <a:pt x="5144" y="1882"/>
                    <a:pt x="4930" y="2525"/>
                  </a:cubicBezTo>
                  <a:cubicBezTo>
                    <a:pt x="4763" y="3072"/>
                    <a:pt x="4525" y="3549"/>
                    <a:pt x="4192" y="3954"/>
                  </a:cubicBezTo>
                  <a:cubicBezTo>
                    <a:pt x="3810" y="4454"/>
                    <a:pt x="3334" y="4859"/>
                    <a:pt x="2763" y="5168"/>
                  </a:cubicBezTo>
                  <a:cubicBezTo>
                    <a:pt x="1691" y="4573"/>
                    <a:pt x="977" y="3692"/>
                    <a:pt x="596" y="2525"/>
                  </a:cubicBezTo>
                  <a:cubicBezTo>
                    <a:pt x="381" y="1834"/>
                    <a:pt x="334" y="1286"/>
                    <a:pt x="334" y="1048"/>
                  </a:cubicBezTo>
                  <a:lnTo>
                    <a:pt x="2763" y="358"/>
                  </a:lnTo>
                  <a:close/>
                  <a:moveTo>
                    <a:pt x="2739" y="0"/>
                  </a:moveTo>
                  <a:lnTo>
                    <a:pt x="143" y="739"/>
                  </a:lnTo>
                  <a:cubicBezTo>
                    <a:pt x="72" y="762"/>
                    <a:pt x="24" y="834"/>
                    <a:pt x="24" y="882"/>
                  </a:cubicBezTo>
                  <a:cubicBezTo>
                    <a:pt x="24" y="929"/>
                    <a:pt x="0" y="1667"/>
                    <a:pt x="286" y="2620"/>
                  </a:cubicBezTo>
                  <a:cubicBezTo>
                    <a:pt x="596" y="3477"/>
                    <a:pt x="1239" y="4692"/>
                    <a:pt x="2715" y="5502"/>
                  </a:cubicBezTo>
                  <a:cubicBezTo>
                    <a:pt x="2739" y="5502"/>
                    <a:pt x="2763" y="5525"/>
                    <a:pt x="2786" y="5525"/>
                  </a:cubicBezTo>
                  <a:cubicBezTo>
                    <a:pt x="2834" y="5525"/>
                    <a:pt x="2858" y="5525"/>
                    <a:pt x="2882" y="5502"/>
                  </a:cubicBezTo>
                  <a:cubicBezTo>
                    <a:pt x="4358" y="4739"/>
                    <a:pt x="5025" y="3549"/>
                    <a:pt x="5335" y="2644"/>
                  </a:cubicBezTo>
                  <a:cubicBezTo>
                    <a:pt x="5573" y="1691"/>
                    <a:pt x="5525" y="905"/>
                    <a:pt x="5525" y="882"/>
                  </a:cubicBezTo>
                  <a:cubicBezTo>
                    <a:pt x="5525" y="834"/>
                    <a:pt x="5478" y="739"/>
                    <a:pt x="5406" y="739"/>
                  </a:cubicBezTo>
                  <a:lnTo>
                    <a:pt x="28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8"/>
            <p:cNvSpPr/>
            <p:nvPr/>
          </p:nvSpPr>
          <p:spPr>
            <a:xfrm>
              <a:off x="6943298" y="3182574"/>
              <a:ext cx="135533" cy="131551"/>
            </a:xfrm>
            <a:custGeom>
              <a:avLst/>
              <a:gdLst/>
              <a:ahLst/>
              <a:cxnLst/>
              <a:rect l="l" t="t" r="r" b="b"/>
              <a:pathLst>
                <a:path w="4050" h="3931" extrusionOk="0">
                  <a:moveTo>
                    <a:pt x="2049" y="358"/>
                  </a:moveTo>
                  <a:lnTo>
                    <a:pt x="3692" y="834"/>
                  </a:lnTo>
                  <a:cubicBezTo>
                    <a:pt x="3573" y="1572"/>
                    <a:pt x="3216" y="2739"/>
                    <a:pt x="2049" y="3549"/>
                  </a:cubicBezTo>
                  <a:cubicBezTo>
                    <a:pt x="858" y="2716"/>
                    <a:pt x="501" y="1549"/>
                    <a:pt x="405" y="834"/>
                  </a:cubicBezTo>
                  <a:lnTo>
                    <a:pt x="2049" y="358"/>
                  </a:lnTo>
                  <a:close/>
                  <a:moveTo>
                    <a:pt x="2001" y="1"/>
                  </a:moveTo>
                  <a:lnTo>
                    <a:pt x="143" y="548"/>
                  </a:lnTo>
                  <a:cubicBezTo>
                    <a:pt x="48" y="572"/>
                    <a:pt x="1" y="620"/>
                    <a:pt x="24" y="715"/>
                  </a:cubicBezTo>
                  <a:cubicBezTo>
                    <a:pt x="120" y="1501"/>
                    <a:pt x="477" y="2930"/>
                    <a:pt x="1930" y="3906"/>
                  </a:cubicBezTo>
                  <a:cubicBezTo>
                    <a:pt x="1953" y="3930"/>
                    <a:pt x="2001" y="3930"/>
                    <a:pt x="2025" y="3930"/>
                  </a:cubicBezTo>
                  <a:cubicBezTo>
                    <a:pt x="2049" y="3930"/>
                    <a:pt x="2072" y="3930"/>
                    <a:pt x="2096" y="3906"/>
                  </a:cubicBezTo>
                  <a:cubicBezTo>
                    <a:pt x="3573" y="2977"/>
                    <a:pt x="3930" y="1525"/>
                    <a:pt x="4001" y="715"/>
                  </a:cubicBezTo>
                  <a:cubicBezTo>
                    <a:pt x="4049" y="667"/>
                    <a:pt x="4025" y="572"/>
                    <a:pt x="3930" y="548"/>
                  </a:cubicBezTo>
                  <a:lnTo>
                    <a:pt x="20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5" name="Google Shape;4395;p58"/>
          <p:cNvGrpSpPr/>
          <p:nvPr/>
        </p:nvGrpSpPr>
        <p:grpSpPr>
          <a:xfrm>
            <a:off x="7355313" y="2691545"/>
            <a:ext cx="396928" cy="390533"/>
            <a:chOff x="7355313" y="2926770"/>
            <a:chExt cx="396928" cy="390533"/>
          </a:xfrm>
        </p:grpSpPr>
        <p:sp>
          <p:nvSpPr>
            <p:cNvPr id="4396" name="Google Shape;4396;p58"/>
            <p:cNvSpPr/>
            <p:nvPr/>
          </p:nvSpPr>
          <p:spPr>
            <a:xfrm>
              <a:off x="7355313" y="2926770"/>
              <a:ext cx="396928" cy="251858"/>
            </a:xfrm>
            <a:custGeom>
              <a:avLst/>
              <a:gdLst/>
              <a:ahLst/>
              <a:cxnLst/>
              <a:rect l="l" t="t" r="r" b="b"/>
              <a:pathLst>
                <a:path w="11861" h="7526" extrusionOk="0">
                  <a:moveTo>
                    <a:pt x="525" y="286"/>
                  </a:moveTo>
                  <a:cubicBezTo>
                    <a:pt x="572" y="286"/>
                    <a:pt x="596" y="334"/>
                    <a:pt x="668" y="357"/>
                  </a:cubicBezTo>
                  <a:lnTo>
                    <a:pt x="1668" y="1358"/>
                  </a:lnTo>
                  <a:cubicBezTo>
                    <a:pt x="1763" y="1477"/>
                    <a:pt x="1763" y="1596"/>
                    <a:pt x="1668" y="1667"/>
                  </a:cubicBezTo>
                  <a:cubicBezTo>
                    <a:pt x="1644" y="1691"/>
                    <a:pt x="1596" y="1715"/>
                    <a:pt x="1525" y="1715"/>
                  </a:cubicBezTo>
                  <a:cubicBezTo>
                    <a:pt x="1477" y="1715"/>
                    <a:pt x="1430" y="1691"/>
                    <a:pt x="1382" y="1667"/>
                  </a:cubicBezTo>
                  <a:lnTo>
                    <a:pt x="358" y="643"/>
                  </a:lnTo>
                  <a:cubicBezTo>
                    <a:pt x="334" y="619"/>
                    <a:pt x="310" y="572"/>
                    <a:pt x="310" y="500"/>
                  </a:cubicBezTo>
                  <a:cubicBezTo>
                    <a:pt x="310" y="453"/>
                    <a:pt x="334" y="405"/>
                    <a:pt x="358" y="357"/>
                  </a:cubicBezTo>
                  <a:cubicBezTo>
                    <a:pt x="406" y="334"/>
                    <a:pt x="453" y="286"/>
                    <a:pt x="525" y="286"/>
                  </a:cubicBezTo>
                  <a:close/>
                  <a:moveTo>
                    <a:pt x="2001" y="1834"/>
                  </a:moveTo>
                  <a:lnTo>
                    <a:pt x="3787" y="2001"/>
                  </a:lnTo>
                  <a:lnTo>
                    <a:pt x="4049" y="3382"/>
                  </a:lnTo>
                  <a:lnTo>
                    <a:pt x="2454" y="3334"/>
                  </a:lnTo>
                  <a:lnTo>
                    <a:pt x="2001" y="1834"/>
                  </a:lnTo>
                  <a:close/>
                  <a:moveTo>
                    <a:pt x="4144" y="2072"/>
                  </a:moveTo>
                  <a:lnTo>
                    <a:pt x="5954" y="2239"/>
                  </a:lnTo>
                  <a:lnTo>
                    <a:pt x="6050" y="3501"/>
                  </a:lnTo>
                  <a:lnTo>
                    <a:pt x="6050" y="3501"/>
                  </a:lnTo>
                  <a:lnTo>
                    <a:pt x="4406" y="3453"/>
                  </a:lnTo>
                  <a:lnTo>
                    <a:pt x="4144" y="2072"/>
                  </a:lnTo>
                  <a:close/>
                  <a:moveTo>
                    <a:pt x="6288" y="2263"/>
                  </a:moveTo>
                  <a:lnTo>
                    <a:pt x="7931" y="2406"/>
                  </a:lnTo>
                  <a:lnTo>
                    <a:pt x="7931" y="3572"/>
                  </a:lnTo>
                  <a:lnTo>
                    <a:pt x="6383" y="3501"/>
                  </a:lnTo>
                  <a:lnTo>
                    <a:pt x="6288" y="2263"/>
                  </a:lnTo>
                  <a:close/>
                  <a:moveTo>
                    <a:pt x="8312" y="2429"/>
                  </a:moveTo>
                  <a:lnTo>
                    <a:pt x="9860" y="2596"/>
                  </a:lnTo>
                  <a:lnTo>
                    <a:pt x="9765" y="3620"/>
                  </a:lnTo>
                  <a:lnTo>
                    <a:pt x="8288" y="3572"/>
                  </a:lnTo>
                  <a:lnTo>
                    <a:pt x="8312" y="2429"/>
                  </a:lnTo>
                  <a:close/>
                  <a:moveTo>
                    <a:pt x="10193" y="2596"/>
                  </a:moveTo>
                  <a:lnTo>
                    <a:pt x="11455" y="2715"/>
                  </a:lnTo>
                  <a:lnTo>
                    <a:pt x="11360" y="3691"/>
                  </a:lnTo>
                  <a:lnTo>
                    <a:pt x="10098" y="3620"/>
                  </a:lnTo>
                  <a:lnTo>
                    <a:pt x="10193" y="2596"/>
                  </a:lnTo>
                  <a:close/>
                  <a:moveTo>
                    <a:pt x="10098" y="3977"/>
                  </a:moveTo>
                  <a:lnTo>
                    <a:pt x="11313" y="4025"/>
                  </a:lnTo>
                  <a:lnTo>
                    <a:pt x="11170" y="5168"/>
                  </a:lnTo>
                  <a:lnTo>
                    <a:pt x="10003" y="5216"/>
                  </a:lnTo>
                  <a:lnTo>
                    <a:pt x="10098" y="3977"/>
                  </a:lnTo>
                  <a:close/>
                  <a:moveTo>
                    <a:pt x="8288" y="3906"/>
                  </a:moveTo>
                  <a:lnTo>
                    <a:pt x="9741" y="3953"/>
                  </a:lnTo>
                  <a:lnTo>
                    <a:pt x="9646" y="5216"/>
                  </a:lnTo>
                  <a:lnTo>
                    <a:pt x="8264" y="5239"/>
                  </a:lnTo>
                  <a:lnTo>
                    <a:pt x="8264" y="5239"/>
                  </a:lnTo>
                  <a:lnTo>
                    <a:pt x="8288" y="3906"/>
                  </a:lnTo>
                  <a:close/>
                  <a:moveTo>
                    <a:pt x="6431" y="3834"/>
                  </a:moveTo>
                  <a:lnTo>
                    <a:pt x="7955" y="3906"/>
                  </a:lnTo>
                  <a:lnTo>
                    <a:pt x="7907" y="5239"/>
                  </a:lnTo>
                  <a:lnTo>
                    <a:pt x="6526" y="5263"/>
                  </a:lnTo>
                  <a:lnTo>
                    <a:pt x="6431" y="3834"/>
                  </a:lnTo>
                  <a:close/>
                  <a:moveTo>
                    <a:pt x="4478" y="3787"/>
                  </a:moveTo>
                  <a:lnTo>
                    <a:pt x="6050" y="3834"/>
                  </a:lnTo>
                  <a:lnTo>
                    <a:pt x="6145" y="5287"/>
                  </a:lnTo>
                  <a:lnTo>
                    <a:pt x="4740" y="5335"/>
                  </a:lnTo>
                  <a:lnTo>
                    <a:pt x="4478" y="3787"/>
                  </a:lnTo>
                  <a:close/>
                  <a:moveTo>
                    <a:pt x="2573" y="3715"/>
                  </a:moveTo>
                  <a:lnTo>
                    <a:pt x="4121" y="3787"/>
                  </a:lnTo>
                  <a:lnTo>
                    <a:pt x="4406" y="5335"/>
                  </a:lnTo>
                  <a:lnTo>
                    <a:pt x="3073" y="5358"/>
                  </a:lnTo>
                  <a:lnTo>
                    <a:pt x="2573" y="3715"/>
                  </a:lnTo>
                  <a:close/>
                  <a:moveTo>
                    <a:pt x="11098" y="5525"/>
                  </a:moveTo>
                  <a:lnTo>
                    <a:pt x="11027" y="6359"/>
                  </a:lnTo>
                  <a:cubicBezTo>
                    <a:pt x="11003" y="6549"/>
                    <a:pt x="10836" y="6692"/>
                    <a:pt x="10670" y="6692"/>
                  </a:cubicBezTo>
                  <a:lnTo>
                    <a:pt x="9860" y="6764"/>
                  </a:lnTo>
                  <a:lnTo>
                    <a:pt x="9955" y="5573"/>
                  </a:lnTo>
                  <a:lnTo>
                    <a:pt x="11098" y="5525"/>
                  </a:lnTo>
                  <a:close/>
                  <a:moveTo>
                    <a:pt x="9598" y="5549"/>
                  </a:moveTo>
                  <a:lnTo>
                    <a:pt x="9503" y="6787"/>
                  </a:lnTo>
                  <a:lnTo>
                    <a:pt x="8169" y="6883"/>
                  </a:lnTo>
                  <a:lnTo>
                    <a:pt x="8169" y="6883"/>
                  </a:lnTo>
                  <a:lnTo>
                    <a:pt x="8193" y="5597"/>
                  </a:lnTo>
                  <a:lnTo>
                    <a:pt x="9598" y="5549"/>
                  </a:lnTo>
                  <a:close/>
                  <a:moveTo>
                    <a:pt x="7859" y="5597"/>
                  </a:moveTo>
                  <a:lnTo>
                    <a:pt x="7836" y="6906"/>
                  </a:lnTo>
                  <a:lnTo>
                    <a:pt x="6621" y="7002"/>
                  </a:lnTo>
                  <a:lnTo>
                    <a:pt x="6526" y="5620"/>
                  </a:lnTo>
                  <a:lnTo>
                    <a:pt x="7859" y="5597"/>
                  </a:lnTo>
                  <a:close/>
                  <a:moveTo>
                    <a:pt x="6169" y="5644"/>
                  </a:moveTo>
                  <a:lnTo>
                    <a:pt x="6264" y="7025"/>
                  </a:lnTo>
                  <a:lnTo>
                    <a:pt x="5097" y="7121"/>
                  </a:lnTo>
                  <a:lnTo>
                    <a:pt x="4835" y="5692"/>
                  </a:lnTo>
                  <a:lnTo>
                    <a:pt x="6169" y="5644"/>
                  </a:lnTo>
                  <a:close/>
                  <a:moveTo>
                    <a:pt x="4478" y="5644"/>
                  </a:moveTo>
                  <a:lnTo>
                    <a:pt x="4740" y="7097"/>
                  </a:lnTo>
                  <a:lnTo>
                    <a:pt x="4097" y="7168"/>
                  </a:lnTo>
                  <a:cubicBezTo>
                    <a:pt x="4079" y="7170"/>
                    <a:pt x="4061" y="7171"/>
                    <a:pt x="4043" y="7171"/>
                  </a:cubicBezTo>
                  <a:cubicBezTo>
                    <a:pt x="3781" y="7171"/>
                    <a:pt x="3568" y="7009"/>
                    <a:pt x="3501" y="6764"/>
                  </a:cubicBezTo>
                  <a:lnTo>
                    <a:pt x="3168" y="5692"/>
                  </a:lnTo>
                  <a:lnTo>
                    <a:pt x="4478" y="5644"/>
                  </a:lnTo>
                  <a:close/>
                  <a:moveTo>
                    <a:pt x="548" y="0"/>
                  </a:moveTo>
                  <a:cubicBezTo>
                    <a:pt x="406" y="0"/>
                    <a:pt x="239" y="48"/>
                    <a:pt x="167" y="143"/>
                  </a:cubicBezTo>
                  <a:cubicBezTo>
                    <a:pt x="72" y="238"/>
                    <a:pt x="1" y="381"/>
                    <a:pt x="1" y="524"/>
                  </a:cubicBezTo>
                  <a:cubicBezTo>
                    <a:pt x="1" y="691"/>
                    <a:pt x="72" y="834"/>
                    <a:pt x="167" y="929"/>
                  </a:cubicBezTo>
                  <a:lnTo>
                    <a:pt x="1168" y="1929"/>
                  </a:lnTo>
                  <a:cubicBezTo>
                    <a:pt x="1263" y="2024"/>
                    <a:pt x="1406" y="2072"/>
                    <a:pt x="1549" y="2072"/>
                  </a:cubicBezTo>
                  <a:cubicBezTo>
                    <a:pt x="1620" y="2072"/>
                    <a:pt x="1668" y="2072"/>
                    <a:pt x="1715" y="2048"/>
                  </a:cubicBezTo>
                  <a:lnTo>
                    <a:pt x="3168" y="6883"/>
                  </a:lnTo>
                  <a:cubicBezTo>
                    <a:pt x="3287" y="7264"/>
                    <a:pt x="3644" y="7526"/>
                    <a:pt x="4025" y="7526"/>
                  </a:cubicBezTo>
                  <a:lnTo>
                    <a:pt x="4097" y="7526"/>
                  </a:lnTo>
                  <a:lnTo>
                    <a:pt x="10670" y="7049"/>
                  </a:lnTo>
                  <a:cubicBezTo>
                    <a:pt x="11027" y="7025"/>
                    <a:pt x="11289" y="6764"/>
                    <a:pt x="11360" y="6430"/>
                  </a:cubicBezTo>
                  <a:lnTo>
                    <a:pt x="11860" y="2596"/>
                  </a:lnTo>
                  <a:cubicBezTo>
                    <a:pt x="11860" y="2525"/>
                    <a:pt x="11860" y="2501"/>
                    <a:pt x="11837" y="2429"/>
                  </a:cubicBezTo>
                  <a:cubicBezTo>
                    <a:pt x="11789" y="2406"/>
                    <a:pt x="11765" y="2382"/>
                    <a:pt x="11717" y="2382"/>
                  </a:cubicBezTo>
                  <a:lnTo>
                    <a:pt x="2096" y="1524"/>
                  </a:lnTo>
                  <a:cubicBezTo>
                    <a:pt x="2096" y="1405"/>
                    <a:pt x="2025" y="1239"/>
                    <a:pt x="1953" y="1167"/>
                  </a:cubicBezTo>
                  <a:lnTo>
                    <a:pt x="929" y="143"/>
                  </a:lnTo>
                  <a:cubicBezTo>
                    <a:pt x="834" y="48"/>
                    <a:pt x="691"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8"/>
            <p:cNvSpPr/>
            <p:nvPr/>
          </p:nvSpPr>
          <p:spPr>
            <a:xfrm>
              <a:off x="7446973" y="3186288"/>
              <a:ext cx="268590" cy="131015"/>
            </a:xfrm>
            <a:custGeom>
              <a:avLst/>
              <a:gdLst/>
              <a:ahLst/>
              <a:cxnLst/>
              <a:rect l="l" t="t" r="r" b="b"/>
              <a:pathLst>
                <a:path w="8026" h="3915" extrusionOk="0">
                  <a:moveTo>
                    <a:pt x="929" y="2771"/>
                  </a:moveTo>
                  <a:cubicBezTo>
                    <a:pt x="1167" y="2771"/>
                    <a:pt x="1310" y="2962"/>
                    <a:pt x="1310" y="3176"/>
                  </a:cubicBezTo>
                  <a:cubicBezTo>
                    <a:pt x="1310" y="3367"/>
                    <a:pt x="1143" y="3557"/>
                    <a:pt x="929" y="3557"/>
                  </a:cubicBezTo>
                  <a:cubicBezTo>
                    <a:pt x="715" y="3557"/>
                    <a:pt x="548" y="3367"/>
                    <a:pt x="548" y="3176"/>
                  </a:cubicBezTo>
                  <a:cubicBezTo>
                    <a:pt x="548" y="2962"/>
                    <a:pt x="715" y="2771"/>
                    <a:pt x="929" y="2771"/>
                  </a:cubicBezTo>
                  <a:close/>
                  <a:moveTo>
                    <a:pt x="7264" y="2771"/>
                  </a:moveTo>
                  <a:cubicBezTo>
                    <a:pt x="7478" y="2771"/>
                    <a:pt x="7669" y="2962"/>
                    <a:pt x="7669" y="3176"/>
                  </a:cubicBezTo>
                  <a:cubicBezTo>
                    <a:pt x="7669" y="3367"/>
                    <a:pt x="7478" y="3557"/>
                    <a:pt x="7264" y="3557"/>
                  </a:cubicBezTo>
                  <a:cubicBezTo>
                    <a:pt x="7073" y="3557"/>
                    <a:pt x="6883" y="3367"/>
                    <a:pt x="6883" y="3176"/>
                  </a:cubicBezTo>
                  <a:cubicBezTo>
                    <a:pt x="6883" y="2962"/>
                    <a:pt x="7073" y="2771"/>
                    <a:pt x="7264" y="2771"/>
                  </a:cubicBezTo>
                  <a:close/>
                  <a:moveTo>
                    <a:pt x="746" y="0"/>
                  </a:moveTo>
                  <a:cubicBezTo>
                    <a:pt x="681" y="0"/>
                    <a:pt x="626" y="31"/>
                    <a:pt x="572" y="104"/>
                  </a:cubicBezTo>
                  <a:lnTo>
                    <a:pt x="72" y="1247"/>
                  </a:lnTo>
                  <a:cubicBezTo>
                    <a:pt x="0" y="1438"/>
                    <a:pt x="0" y="1604"/>
                    <a:pt x="119" y="1771"/>
                  </a:cubicBezTo>
                  <a:cubicBezTo>
                    <a:pt x="215" y="1914"/>
                    <a:pt x="405" y="2009"/>
                    <a:pt x="572" y="2009"/>
                  </a:cubicBezTo>
                  <a:lnTo>
                    <a:pt x="762" y="2009"/>
                  </a:lnTo>
                  <a:lnTo>
                    <a:pt x="762" y="2414"/>
                  </a:lnTo>
                  <a:cubicBezTo>
                    <a:pt x="429" y="2509"/>
                    <a:pt x="191" y="2771"/>
                    <a:pt x="191" y="3128"/>
                  </a:cubicBezTo>
                  <a:cubicBezTo>
                    <a:pt x="191" y="3557"/>
                    <a:pt x="524" y="3867"/>
                    <a:pt x="929" y="3867"/>
                  </a:cubicBezTo>
                  <a:cubicBezTo>
                    <a:pt x="1358" y="3867"/>
                    <a:pt x="1667" y="3557"/>
                    <a:pt x="1667" y="3128"/>
                  </a:cubicBezTo>
                  <a:cubicBezTo>
                    <a:pt x="1667" y="2771"/>
                    <a:pt x="1429" y="2509"/>
                    <a:pt x="1120" y="2414"/>
                  </a:cubicBezTo>
                  <a:lnTo>
                    <a:pt x="1120" y="2033"/>
                  </a:lnTo>
                  <a:lnTo>
                    <a:pt x="7097" y="2033"/>
                  </a:lnTo>
                  <a:lnTo>
                    <a:pt x="7097" y="2462"/>
                  </a:lnTo>
                  <a:cubicBezTo>
                    <a:pt x="6764" y="2533"/>
                    <a:pt x="6526" y="2819"/>
                    <a:pt x="6526" y="3152"/>
                  </a:cubicBezTo>
                  <a:cubicBezTo>
                    <a:pt x="6526" y="3581"/>
                    <a:pt x="6859" y="3914"/>
                    <a:pt x="7264" y="3914"/>
                  </a:cubicBezTo>
                  <a:cubicBezTo>
                    <a:pt x="7692" y="3914"/>
                    <a:pt x="8026" y="3581"/>
                    <a:pt x="8026" y="3152"/>
                  </a:cubicBezTo>
                  <a:cubicBezTo>
                    <a:pt x="7978" y="2843"/>
                    <a:pt x="7740" y="2533"/>
                    <a:pt x="7454" y="2462"/>
                  </a:cubicBezTo>
                  <a:lnTo>
                    <a:pt x="7454" y="2033"/>
                  </a:lnTo>
                  <a:lnTo>
                    <a:pt x="7835" y="2033"/>
                  </a:lnTo>
                  <a:cubicBezTo>
                    <a:pt x="7931" y="2033"/>
                    <a:pt x="8026" y="1938"/>
                    <a:pt x="8026" y="1866"/>
                  </a:cubicBezTo>
                  <a:cubicBezTo>
                    <a:pt x="8026" y="1771"/>
                    <a:pt x="7931" y="1676"/>
                    <a:pt x="7835" y="1676"/>
                  </a:cubicBezTo>
                  <a:lnTo>
                    <a:pt x="596" y="1676"/>
                  </a:lnTo>
                  <a:cubicBezTo>
                    <a:pt x="548" y="1676"/>
                    <a:pt x="477" y="1652"/>
                    <a:pt x="429" y="1580"/>
                  </a:cubicBezTo>
                  <a:cubicBezTo>
                    <a:pt x="381" y="1533"/>
                    <a:pt x="381" y="1461"/>
                    <a:pt x="381" y="1414"/>
                  </a:cubicBezTo>
                  <a:lnTo>
                    <a:pt x="905" y="247"/>
                  </a:lnTo>
                  <a:cubicBezTo>
                    <a:pt x="929" y="152"/>
                    <a:pt x="905" y="56"/>
                    <a:pt x="810" y="9"/>
                  </a:cubicBezTo>
                  <a:cubicBezTo>
                    <a:pt x="788" y="3"/>
                    <a:pt x="766" y="0"/>
                    <a:pt x="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8" name="Google Shape;4398;p58"/>
          <p:cNvGrpSpPr/>
          <p:nvPr/>
        </p:nvGrpSpPr>
        <p:grpSpPr>
          <a:xfrm>
            <a:off x="8014397" y="2740136"/>
            <a:ext cx="415231" cy="342748"/>
            <a:chOff x="8014397" y="2975361"/>
            <a:chExt cx="415231" cy="342748"/>
          </a:xfrm>
        </p:grpSpPr>
        <p:sp>
          <p:nvSpPr>
            <p:cNvPr id="4399" name="Google Shape;4399;p58"/>
            <p:cNvSpPr/>
            <p:nvPr/>
          </p:nvSpPr>
          <p:spPr>
            <a:xfrm>
              <a:off x="8014397" y="3014280"/>
              <a:ext cx="322803" cy="303829"/>
            </a:xfrm>
            <a:custGeom>
              <a:avLst/>
              <a:gdLst/>
              <a:ahLst/>
              <a:cxnLst/>
              <a:rect l="l" t="t" r="r" b="b"/>
              <a:pathLst>
                <a:path w="9646" h="9079" extrusionOk="0">
                  <a:moveTo>
                    <a:pt x="2048" y="267"/>
                  </a:moveTo>
                  <a:cubicBezTo>
                    <a:pt x="2167" y="291"/>
                    <a:pt x="2263" y="362"/>
                    <a:pt x="2310" y="457"/>
                  </a:cubicBezTo>
                  <a:lnTo>
                    <a:pt x="3596" y="2672"/>
                  </a:lnTo>
                  <a:cubicBezTo>
                    <a:pt x="3692" y="2839"/>
                    <a:pt x="3644" y="3005"/>
                    <a:pt x="3525" y="3125"/>
                  </a:cubicBezTo>
                  <a:lnTo>
                    <a:pt x="3334" y="3339"/>
                  </a:lnTo>
                  <a:lnTo>
                    <a:pt x="2191" y="1362"/>
                  </a:lnTo>
                  <a:cubicBezTo>
                    <a:pt x="2160" y="1316"/>
                    <a:pt x="2109" y="1279"/>
                    <a:pt x="2051" y="1279"/>
                  </a:cubicBezTo>
                  <a:cubicBezTo>
                    <a:pt x="2019" y="1279"/>
                    <a:pt x="1986" y="1290"/>
                    <a:pt x="1953" y="1315"/>
                  </a:cubicBezTo>
                  <a:cubicBezTo>
                    <a:pt x="1858" y="1362"/>
                    <a:pt x="1834" y="1458"/>
                    <a:pt x="1905" y="1553"/>
                  </a:cubicBezTo>
                  <a:lnTo>
                    <a:pt x="3096" y="3601"/>
                  </a:lnTo>
                  <a:lnTo>
                    <a:pt x="2977" y="3720"/>
                  </a:lnTo>
                  <a:cubicBezTo>
                    <a:pt x="2739" y="3958"/>
                    <a:pt x="2691" y="4339"/>
                    <a:pt x="2906" y="4625"/>
                  </a:cubicBezTo>
                  <a:cubicBezTo>
                    <a:pt x="3168" y="4982"/>
                    <a:pt x="3501" y="5292"/>
                    <a:pt x="3834" y="5625"/>
                  </a:cubicBezTo>
                  <a:cubicBezTo>
                    <a:pt x="4168" y="5958"/>
                    <a:pt x="4525" y="6244"/>
                    <a:pt x="4835" y="6554"/>
                  </a:cubicBezTo>
                  <a:cubicBezTo>
                    <a:pt x="4959" y="6647"/>
                    <a:pt x="5101" y="6691"/>
                    <a:pt x="5242" y="6691"/>
                  </a:cubicBezTo>
                  <a:cubicBezTo>
                    <a:pt x="5425" y="6691"/>
                    <a:pt x="5605" y="6617"/>
                    <a:pt x="5740" y="6482"/>
                  </a:cubicBezTo>
                  <a:lnTo>
                    <a:pt x="5835" y="6411"/>
                  </a:lnTo>
                  <a:lnTo>
                    <a:pt x="6240" y="6649"/>
                  </a:lnTo>
                  <a:cubicBezTo>
                    <a:pt x="6263" y="6673"/>
                    <a:pt x="6311" y="6673"/>
                    <a:pt x="6335" y="6673"/>
                  </a:cubicBezTo>
                  <a:cubicBezTo>
                    <a:pt x="6383" y="6673"/>
                    <a:pt x="6454" y="6649"/>
                    <a:pt x="6478" y="6578"/>
                  </a:cubicBezTo>
                  <a:cubicBezTo>
                    <a:pt x="6549" y="6482"/>
                    <a:pt x="6502" y="6411"/>
                    <a:pt x="6430" y="6339"/>
                  </a:cubicBezTo>
                  <a:lnTo>
                    <a:pt x="6049" y="6125"/>
                  </a:lnTo>
                  <a:lnTo>
                    <a:pt x="6287" y="5887"/>
                  </a:lnTo>
                  <a:cubicBezTo>
                    <a:pt x="6357" y="5818"/>
                    <a:pt x="6450" y="5781"/>
                    <a:pt x="6545" y="5781"/>
                  </a:cubicBezTo>
                  <a:cubicBezTo>
                    <a:pt x="6612" y="5781"/>
                    <a:pt x="6680" y="5800"/>
                    <a:pt x="6740" y="5839"/>
                  </a:cubicBezTo>
                  <a:lnTo>
                    <a:pt x="8978" y="7125"/>
                  </a:lnTo>
                  <a:cubicBezTo>
                    <a:pt x="9074" y="7173"/>
                    <a:pt x="9145" y="7268"/>
                    <a:pt x="9145" y="7387"/>
                  </a:cubicBezTo>
                  <a:cubicBezTo>
                    <a:pt x="9288" y="7602"/>
                    <a:pt x="9240" y="7673"/>
                    <a:pt x="9169" y="7768"/>
                  </a:cubicBezTo>
                  <a:lnTo>
                    <a:pt x="9074" y="7864"/>
                  </a:lnTo>
                  <a:lnTo>
                    <a:pt x="7168" y="6768"/>
                  </a:lnTo>
                  <a:cubicBezTo>
                    <a:pt x="7131" y="6740"/>
                    <a:pt x="7093" y="6727"/>
                    <a:pt x="7059" y="6727"/>
                  </a:cubicBezTo>
                  <a:cubicBezTo>
                    <a:pt x="7005" y="6727"/>
                    <a:pt x="6959" y="6758"/>
                    <a:pt x="6930" y="6816"/>
                  </a:cubicBezTo>
                  <a:cubicBezTo>
                    <a:pt x="6859" y="6911"/>
                    <a:pt x="6906" y="7006"/>
                    <a:pt x="6978" y="7054"/>
                  </a:cubicBezTo>
                  <a:lnTo>
                    <a:pt x="8812" y="8102"/>
                  </a:lnTo>
                  <a:lnTo>
                    <a:pt x="8478" y="8435"/>
                  </a:lnTo>
                  <a:cubicBezTo>
                    <a:pt x="8314" y="8599"/>
                    <a:pt x="8069" y="8678"/>
                    <a:pt x="7762" y="8678"/>
                  </a:cubicBezTo>
                  <a:cubicBezTo>
                    <a:pt x="7402" y="8678"/>
                    <a:pt x="6956" y="8569"/>
                    <a:pt x="6454" y="8364"/>
                  </a:cubicBezTo>
                  <a:cubicBezTo>
                    <a:pt x="5478" y="7959"/>
                    <a:pt x="4358" y="7173"/>
                    <a:pt x="3358" y="6173"/>
                  </a:cubicBezTo>
                  <a:cubicBezTo>
                    <a:pt x="2334" y="5149"/>
                    <a:pt x="1572" y="4077"/>
                    <a:pt x="1143" y="3077"/>
                  </a:cubicBezTo>
                  <a:cubicBezTo>
                    <a:pt x="762" y="2148"/>
                    <a:pt x="739" y="1410"/>
                    <a:pt x="1096" y="1053"/>
                  </a:cubicBezTo>
                  <a:lnTo>
                    <a:pt x="1429" y="719"/>
                  </a:lnTo>
                  <a:lnTo>
                    <a:pt x="1548" y="934"/>
                  </a:lnTo>
                  <a:cubicBezTo>
                    <a:pt x="1572" y="981"/>
                    <a:pt x="1620" y="1005"/>
                    <a:pt x="1691" y="1005"/>
                  </a:cubicBezTo>
                  <a:cubicBezTo>
                    <a:pt x="1715" y="1005"/>
                    <a:pt x="1739" y="1005"/>
                    <a:pt x="1786" y="981"/>
                  </a:cubicBezTo>
                  <a:cubicBezTo>
                    <a:pt x="1858" y="934"/>
                    <a:pt x="1905" y="838"/>
                    <a:pt x="1834" y="743"/>
                  </a:cubicBezTo>
                  <a:lnTo>
                    <a:pt x="1667" y="457"/>
                  </a:lnTo>
                  <a:lnTo>
                    <a:pt x="1715" y="386"/>
                  </a:lnTo>
                  <a:cubicBezTo>
                    <a:pt x="1786" y="338"/>
                    <a:pt x="1905" y="267"/>
                    <a:pt x="1977" y="267"/>
                  </a:cubicBezTo>
                  <a:close/>
                  <a:moveTo>
                    <a:pt x="2103" y="0"/>
                  </a:moveTo>
                  <a:cubicBezTo>
                    <a:pt x="1901" y="0"/>
                    <a:pt x="1721" y="73"/>
                    <a:pt x="1596" y="219"/>
                  </a:cubicBezTo>
                  <a:lnTo>
                    <a:pt x="953" y="862"/>
                  </a:lnTo>
                  <a:cubicBezTo>
                    <a:pt x="0" y="1815"/>
                    <a:pt x="977" y="4291"/>
                    <a:pt x="3168" y="6482"/>
                  </a:cubicBezTo>
                  <a:cubicBezTo>
                    <a:pt x="4811" y="8126"/>
                    <a:pt x="6597" y="9078"/>
                    <a:pt x="7788" y="9078"/>
                  </a:cubicBezTo>
                  <a:cubicBezTo>
                    <a:pt x="8216" y="9078"/>
                    <a:pt x="8526" y="8959"/>
                    <a:pt x="8812" y="8721"/>
                  </a:cubicBezTo>
                  <a:lnTo>
                    <a:pt x="9455" y="8078"/>
                  </a:lnTo>
                  <a:cubicBezTo>
                    <a:pt x="9574" y="7864"/>
                    <a:pt x="9645" y="7649"/>
                    <a:pt x="9598" y="7411"/>
                  </a:cubicBezTo>
                  <a:cubicBezTo>
                    <a:pt x="9574" y="7173"/>
                    <a:pt x="9455" y="7006"/>
                    <a:pt x="9240" y="6887"/>
                  </a:cubicBezTo>
                  <a:lnTo>
                    <a:pt x="7026" y="5601"/>
                  </a:lnTo>
                  <a:cubicBezTo>
                    <a:pt x="6900" y="5543"/>
                    <a:pt x="6767" y="5513"/>
                    <a:pt x="6639" y="5513"/>
                  </a:cubicBezTo>
                  <a:cubicBezTo>
                    <a:pt x="6450" y="5513"/>
                    <a:pt x="6272" y="5579"/>
                    <a:pt x="6144" y="5720"/>
                  </a:cubicBezTo>
                  <a:lnTo>
                    <a:pt x="5597" y="6268"/>
                  </a:lnTo>
                  <a:cubicBezTo>
                    <a:pt x="5530" y="6335"/>
                    <a:pt x="5440" y="6364"/>
                    <a:pt x="5353" y="6364"/>
                  </a:cubicBezTo>
                  <a:cubicBezTo>
                    <a:pt x="5286" y="6364"/>
                    <a:pt x="5220" y="6347"/>
                    <a:pt x="5168" y="6316"/>
                  </a:cubicBezTo>
                  <a:cubicBezTo>
                    <a:pt x="4835" y="6054"/>
                    <a:pt x="4477" y="5744"/>
                    <a:pt x="4192" y="5411"/>
                  </a:cubicBezTo>
                  <a:cubicBezTo>
                    <a:pt x="3858" y="5077"/>
                    <a:pt x="3572" y="4768"/>
                    <a:pt x="3287" y="4434"/>
                  </a:cubicBezTo>
                  <a:cubicBezTo>
                    <a:pt x="3215" y="4315"/>
                    <a:pt x="3215" y="4125"/>
                    <a:pt x="3334" y="4006"/>
                  </a:cubicBezTo>
                  <a:lnTo>
                    <a:pt x="3882" y="3458"/>
                  </a:lnTo>
                  <a:cubicBezTo>
                    <a:pt x="4120" y="3220"/>
                    <a:pt x="4168" y="2863"/>
                    <a:pt x="4001" y="2601"/>
                  </a:cubicBezTo>
                  <a:lnTo>
                    <a:pt x="2739" y="362"/>
                  </a:lnTo>
                  <a:cubicBezTo>
                    <a:pt x="2620" y="148"/>
                    <a:pt x="2429" y="29"/>
                    <a:pt x="2191" y="5"/>
                  </a:cubicBezTo>
                  <a:cubicBezTo>
                    <a:pt x="2161" y="2"/>
                    <a:pt x="2132" y="0"/>
                    <a:pt x="2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8"/>
            <p:cNvSpPr/>
            <p:nvPr/>
          </p:nvSpPr>
          <p:spPr>
            <a:xfrm>
              <a:off x="8290145" y="3007989"/>
              <a:ext cx="83696" cy="91728"/>
            </a:xfrm>
            <a:custGeom>
              <a:avLst/>
              <a:gdLst/>
              <a:ahLst/>
              <a:cxnLst/>
              <a:rect l="l" t="t" r="r" b="b"/>
              <a:pathLst>
                <a:path w="2501" h="2741" extrusionOk="0">
                  <a:moveTo>
                    <a:pt x="1196" y="0"/>
                  </a:moveTo>
                  <a:cubicBezTo>
                    <a:pt x="928" y="0"/>
                    <a:pt x="670" y="89"/>
                    <a:pt x="453" y="288"/>
                  </a:cubicBezTo>
                  <a:cubicBezTo>
                    <a:pt x="167" y="526"/>
                    <a:pt x="0" y="836"/>
                    <a:pt x="0" y="1193"/>
                  </a:cubicBezTo>
                  <a:cubicBezTo>
                    <a:pt x="0" y="1288"/>
                    <a:pt x="95" y="1384"/>
                    <a:pt x="167" y="1384"/>
                  </a:cubicBezTo>
                  <a:cubicBezTo>
                    <a:pt x="262" y="1384"/>
                    <a:pt x="357" y="1288"/>
                    <a:pt x="357" y="1193"/>
                  </a:cubicBezTo>
                  <a:cubicBezTo>
                    <a:pt x="357" y="931"/>
                    <a:pt x="476" y="693"/>
                    <a:pt x="691" y="550"/>
                  </a:cubicBezTo>
                  <a:cubicBezTo>
                    <a:pt x="847" y="432"/>
                    <a:pt x="1069" y="347"/>
                    <a:pt x="1275" y="347"/>
                  </a:cubicBezTo>
                  <a:cubicBezTo>
                    <a:pt x="1319" y="347"/>
                    <a:pt x="1363" y="351"/>
                    <a:pt x="1405" y="360"/>
                  </a:cubicBezTo>
                  <a:cubicBezTo>
                    <a:pt x="1715" y="431"/>
                    <a:pt x="1953" y="693"/>
                    <a:pt x="2048" y="1026"/>
                  </a:cubicBezTo>
                  <a:cubicBezTo>
                    <a:pt x="2143" y="1479"/>
                    <a:pt x="1905" y="1884"/>
                    <a:pt x="1453" y="2027"/>
                  </a:cubicBezTo>
                  <a:cubicBezTo>
                    <a:pt x="1215" y="2098"/>
                    <a:pt x="1048" y="2336"/>
                    <a:pt x="1048" y="2574"/>
                  </a:cubicBezTo>
                  <a:cubicBezTo>
                    <a:pt x="1048" y="2670"/>
                    <a:pt x="1119" y="2741"/>
                    <a:pt x="1215" y="2741"/>
                  </a:cubicBezTo>
                  <a:cubicBezTo>
                    <a:pt x="1310" y="2741"/>
                    <a:pt x="1405" y="2670"/>
                    <a:pt x="1405" y="2574"/>
                  </a:cubicBezTo>
                  <a:cubicBezTo>
                    <a:pt x="1405" y="2479"/>
                    <a:pt x="1453" y="2384"/>
                    <a:pt x="1548" y="2360"/>
                  </a:cubicBezTo>
                  <a:cubicBezTo>
                    <a:pt x="2143" y="2193"/>
                    <a:pt x="2501" y="1598"/>
                    <a:pt x="2382" y="955"/>
                  </a:cubicBezTo>
                  <a:cubicBezTo>
                    <a:pt x="2286" y="526"/>
                    <a:pt x="1905" y="121"/>
                    <a:pt x="1453" y="26"/>
                  </a:cubicBezTo>
                  <a:cubicBezTo>
                    <a:pt x="1367" y="9"/>
                    <a:pt x="1281" y="0"/>
                    <a:pt x="1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8"/>
            <p:cNvSpPr/>
            <p:nvPr/>
          </p:nvSpPr>
          <p:spPr>
            <a:xfrm>
              <a:off x="8323609" y="3110056"/>
              <a:ext cx="11980" cy="11980"/>
            </a:xfrm>
            <a:custGeom>
              <a:avLst/>
              <a:gdLst/>
              <a:ahLst/>
              <a:cxnLst/>
              <a:rect l="l" t="t" r="r" b="b"/>
              <a:pathLst>
                <a:path w="358" h="358" extrusionOk="0">
                  <a:moveTo>
                    <a:pt x="191" y="1"/>
                  </a:moveTo>
                  <a:cubicBezTo>
                    <a:pt x="96" y="1"/>
                    <a:pt x="0" y="96"/>
                    <a:pt x="0" y="167"/>
                  </a:cubicBezTo>
                  <a:cubicBezTo>
                    <a:pt x="0" y="263"/>
                    <a:pt x="96" y="358"/>
                    <a:pt x="191" y="358"/>
                  </a:cubicBezTo>
                  <a:cubicBezTo>
                    <a:pt x="286" y="358"/>
                    <a:pt x="358" y="263"/>
                    <a:pt x="358" y="167"/>
                  </a:cubicBezTo>
                  <a:cubicBezTo>
                    <a:pt x="358" y="96"/>
                    <a:pt x="310"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8"/>
            <p:cNvSpPr/>
            <p:nvPr/>
          </p:nvSpPr>
          <p:spPr>
            <a:xfrm>
              <a:off x="8230377" y="2975361"/>
              <a:ext cx="199251" cy="219196"/>
            </a:xfrm>
            <a:custGeom>
              <a:avLst/>
              <a:gdLst/>
              <a:ahLst/>
              <a:cxnLst/>
              <a:rect l="l" t="t" r="r" b="b"/>
              <a:pathLst>
                <a:path w="5954" h="6550" extrusionOk="0">
                  <a:moveTo>
                    <a:pt x="5215" y="358"/>
                  </a:moveTo>
                  <a:cubicBezTo>
                    <a:pt x="5406" y="358"/>
                    <a:pt x="5596" y="525"/>
                    <a:pt x="5596" y="739"/>
                  </a:cubicBezTo>
                  <a:lnTo>
                    <a:pt x="5596" y="4645"/>
                  </a:lnTo>
                  <a:cubicBezTo>
                    <a:pt x="5596" y="4859"/>
                    <a:pt x="5406" y="5026"/>
                    <a:pt x="5215" y="5026"/>
                  </a:cubicBezTo>
                  <a:lnTo>
                    <a:pt x="2977" y="5026"/>
                  </a:lnTo>
                  <a:cubicBezTo>
                    <a:pt x="2905" y="5026"/>
                    <a:pt x="2882" y="5073"/>
                    <a:pt x="2858" y="5097"/>
                  </a:cubicBezTo>
                  <a:lnTo>
                    <a:pt x="1834" y="6097"/>
                  </a:lnTo>
                  <a:lnTo>
                    <a:pt x="1834" y="5216"/>
                  </a:lnTo>
                  <a:cubicBezTo>
                    <a:pt x="1834" y="5121"/>
                    <a:pt x="1762" y="5026"/>
                    <a:pt x="1667" y="5026"/>
                  </a:cubicBezTo>
                  <a:lnTo>
                    <a:pt x="738" y="5026"/>
                  </a:lnTo>
                  <a:cubicBezTo>
                    <a:pt x="524" y="5026"/>
                    <a:pt x="357" y="4859"/>
                    <a:pt x="357" y="4645"/>
                  </a:cubicBezTo>
                  <a:lnTo>
                    <a:pt x="357" y="739"/>
                  </a:lnTo>
                  <a:cubicBezTo>
                    <a:pt x="357" y="525"/>
                    <a:pt x="524" y="358"/>
                    <a:pt x="738" y="358"/>
                  </a:cubicBezTo>
                  <a:close/>
                  <a:moveTo>
                    <a:pt x="738" y="1"/>
                  </a:moveTo>
                  <a:cubicBezTo>
                    <a:pt x="333" y="1"/>
                    <a:pt x="0" y="334"/>
                    <a:pt x="0" y="739"/>
                  </a:cubicBezTo>
                  <a:lnTo>
                    <a:pt x="0" y="4645"/>
                  </a:lnTo>
                  <a:cubicBezTo>
                    <a:pt x="0" y="5073"/>
                    <a:pt x="333" y="5383"/>
                    <a:pt x="738" y="5383"/>
                  </a:cubicBezTo>
                  <a:lnTo>
                    <a:pt x="1477" y="5383"/>
                  </a:lnTo>
                  <a:lnTo>
                    <a:pt x="1477" y="6288"/>
                  </a:lnTo>
                  <a:cubicBezTo>
                    <a:pt x="1477" y="6407"/>
                    <a:pt x="1548" y="6502"/>
                    <a:pt x="1667" y="6526"/>
                  </a:cubicBezTo>
                  <a:cubicBezTo>
                    <a:pt x="1691" y="6526"/>
                    <a:pt x="1715" y="6550"/>
                    <a:pt x="1762" y="6550"/>
                  </a:cubicBezTo>
                  <a:cubicBezTo>
                    <a:pt x="1810" y="6550"/>
                    <a:pt x="1905" y="6526"/>
                    <a:pt x="1929" y="6455"/>
                  </a:cubicBezTo>
                  <a:lnTo>
                    <a:pt x="3024" y="5359"/>
                  </a:lnTo>
                  <a:lnTo>
                    <a:pt x="5215" y="5359"/>
                  </a:lnTo>
                  <a:cubicBezTo>
                    <a:pt x="5620" y="5359"/>
                    <a:pt x="5954" y="5026"/>
                    <a:pt x="5954" y="4621"/>
                  </a:cubicBezTo>
                  <a:lnTo>
                    <a:pt x="5954" y="715"/>
                  </a:lnTo>
                  <a:cubicBezTo>
                    <a:pt x="5954" y="334"/>
                    <a:pt x="5620" y="1"/>
                    <a:pt x="5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3" name="Google Shape;4403;p58"/>
          <p:cNvGrpSpPr/>
          <p:nvPr/>
        </p:nvGrpSpPr>
        <p:grpSpPr>
          <a:xfrm>
            <a:off x="1418103" y="2062746"/>
            <a:ext cx="360251" cy="397732"/>
            <a:chOff x="1418103" y="2297971"/>
            <a:chExt cx="360251" cy="397732"/>
          </a:xfrm>
        </p:grpSpPr>
        <p:sp>
          <p:nvSpPr>
            <p:cNvPr id="4404" name="Google Shape;4404;p58"/>
            <p:cNvSpPr/>
            <p:nvPr/>
          </p:nvSpPr>
          <p:spPr>
            <a:xfrm>
              <a:off x="1418103" y="2297971"/>
              <a:ext cx="360251" cy="397732"/>
            </a:xfrm>
            <a:custGeom>
              <a:avLst/>
              <a:gdLst/>
              <a:ahLst/>
              <a:cxnLst/>
              <a:rect l="l" t="t" r="r" b="b"/>
              <a:pathLst>
                <a:path w="10765" h="11885" extrusionOk="0">
                  <a:moveTo>
                    <a:pt x="549" y="358"/>
                  </a:moveTo>
                  <a:cubicBezTo>
                    <a:pt x="596" y="358"/>
                    <a:pt x="644" y="382"/>
                    <a:pt x="691" y="429"/>
                  </a:cubicBezTo>
                  <a:lnTo>
                    <a:pt x="1501" y="1215"/>
                  </a:lnTo>
                  <a:cubicBezTo>
                    <a:pt x="1525" y="1287"/>
                    <a:pt x="1525" y="1406"/>
                    <a:pt x="1477" y="1501"/>
                  </a:cubicBezTo>
                  <a:cubicBezTo>
                    <a:pt x="1430" y="1537"/>
                    <a:pt x="1376" y="1555"/>
                    <a:pt x="1325" y="1555"/>
                  </a:cubicBezTo>
                  <a:cubicBezTo>
                    <a:pt x="1275" y="1555"/>
                    <a:pt x="1227" y="1537"/>
                    <a:pt x="1192" y="1501"/>
                  </a:cubicBezTo>
                  <a:lnTo>
                    <a:pt x="406" y="691"/>
                  </a:lnTo>
                  <a:cubicBezTo>
                    <a:pt x="310" y="596"/>
                    <a:pt x="310" y="477"/>
                    <a:pt x="406" y="429"/>
                  </a:cubicBezTo>
                  <a:cubicBezTo>
                    <a:pt x="429" y="382"/>
                    <a:pt x="477" y="358"/>
                    <a:pt x="549" y="358"/>
                  </a:cubicBezTo>
                  <a:close/>
                  <a:moveTo>
                    <a:pt x="6478" y="3168"/>
                  </a:moveTo>
                  <a:lnTo>
                    <a:pt x="6478" y="5026"/>
                  </a:lnTo>
                  <a:lnTo>
                    <a:pt x="5335" y="5026"/>
                  </a:lnTo>
                  <a:lnTo>
                    <a:pt x="5335" y="3168"/>
                  </a:lnTo>
                  <a:close/>
                  <a:moveTo>
                    <a:pt x="1644" y="9265"/>
                  </a:moveTo>
                  <a:cubicBezTo>
                    <a:pt x="2263" y="9265"/>
                    <a:pt x="2787" y="9765"/>
                    <a:pt x="2787" y="10384"/>
                  </a:cubicBezTo>
                  <a:cubicBezTo>
                    <a:pt x="2787" y="11027"/>
                    <a:pt x="2263" y="11527"/>
                    <a:pt x="1644" y="11527"/>
                  </a:cubicBezTo>
                  <a:cubicBezTo>
                    <a:pt x="1025" y="11527"/>
                    <a:pt x="501" y="11027"/>
                    <a:pt x="501" y="10384"/>
                  </a:cubicBezTo>
                  <a:cubicBezTo>
                    <a:pt x="501" y="9765"/>
                    <a:pt x="1025" y="9265"/>
                    <a:pt x="1644" y="9265"/>
                  </a:cubicBezTo>
                  <a:close/>
                  <a:moveTo>
                    <a:pt x="549" y="1"/>
                  </a:moveTo>
                  <a:cubicBezTo>
                    <a:pt x="382" y="1"/>
                    <a:pt x="239" y="72"/>
                    <a:pt x="144" y="144"/>
                  </a:cubicBezTo>
                  <a:cubicBezTo>
                    <a:pt x="72" y="239"/>
                    <a:pt x="1" y="382"/>
                    <a:pt x="1" y="548"/>
                  </a:cubicBezTo>
                  <a:cubicBezTo>
                    <a:pt x="1" y="691"/>
                    <a:pt x="72" y="834"/>
                    <a:pt x="144" y="929"/>
                  </a:cubicBezTo>
                  <a:lnTo>
                    <a:pt x="953" y="1739"/>
                  </a:lnTo>
                  <a:cubicBezTo>
                    <a:pt x="1072" y="1858"/>
                    <a:pt x="1192" y="1882"/>
                    <a:pt x="1334" y="1882"/>
                  </a:cubicBezTo>
                  <a:cubicBezTo>
                    <a:pt x="1406" y="1882"/>
                    <a:pt x="1430" y="1882"/>
                    <a:pt x="1501" y="1858"/>
                  </a:cubicBezTo>
                  <a:lnTo>
                    <a:pt x="1501" y="8931"/>
                  </a:lnTo>
                  <a:cubicBezTo>
                    <a:pt x="739" y="9026"/>
                    <a:pt x="191" y="9646"/>
                    <a:pt x="191" y="10384"/>
                  </a:cubicBezTo>
                  <a:cubicBezTo>
                    <a:pt x="191" y="11193"/>
                    <a:pt x="834" y="11884"/>
                    <a:pt x="1668" y="11884"/>
                  </a:cubicBezTo>
                  <a:cubicBezTo>
                    <a:pt x="2287" y="11884"/>
                    <a:pt x="2835" y="11479"/>
                    <a:pt x="3049" y="10955"/>
                  </a:cubicBezTo>
                  <a:lnTo>
                    <a:pt x="9360" y="10955"/>
                  </a:lnTo>
                  <a:cubicBezTo>
                    <a:pt x="9408" y="10955"/>
                    <a:pt x="9431" y="10979"/>
                    <a:pt x="9503" y="11003"/>
                  </a:cubicBezTo>
                  <a:lnTo>
                    <a:pt x="9836" y="11336"/>
                  </a:lnTo>
                  <a:cubicBezTo>
                    <a:pt x="9908" y="11432"/>
                    <a:pt x="10074" y="11479"/>
                    <a:pt x="10217" y="11479"/>
                  </a:cubicBezTo>
                  <a:cubicBezTo>
                    <a:pt x="10360" y="11479"/>
                    <a:pt x="10503" y="11432"/>
                    <a:pt x="10598" y="11336"/>
                  </a:cubicBezTo>
                  <a:cubicBezTo>
                    <a:pt x="10693" y="11241"/>
                    <a:pt x="10741" y="11098"/>
                    <a:pt x="10741" y="10955"/>
                  </a:cubicBezTo>
                  <a:cubicBezTo>
                    <a:pt x="10765" y="10812"/>
                    <a:pt x="10693" y="10693"/>
                    <a:pt x="10574" y="10574"/>
                  </a:cubicBezTo>
                  <a:lnTo>
                    <a:pt x="10241" y="10241"/>
                  </a:lnTo>
                  <a:cubicBezTo>
                    <a:pt x="10074" y="10050"/>
                    <a:pt x="9860" y="9931"/>
                    <a:pt x="9622" y="9884"/>
                  </a:cubicBezTo>
                  <a:lnTo>
                    <a:pt x="9622" y="9836"/>
                  </a:lnTo>
                  <a:lnTo>
                    <a:pt x="9622" y="3120"/>
                  </a:lnTo>
                  <a:cubicBezTo>
                    <a:pt x="9622" y="2930"/>
                    <a:pt x="9479" y="2763"/>
                    <a:pt x="9265" y="2763"/>
                  </a:cubicBezTo>
                  <a:lnTo>
                    <a:pt x="2573" y="2763"/>
                  </a:lnTo>
                  <a:cubicBezTo>
                    <a:pt x="2358" y="2763"/>
                    <a:pt x="2216" y="2930"/>
                    <a:pt x="2216" y="3120"/>
                  </a:cubicBezTo>
                  <a:lnTo>
                    <a:pt x="2216" y="8526"/>
                  </a:lnTo>
                  <a:cubicBezTo>
                    <a:pt x="2216" y="8598"/>
                    <a:pt x="2311" y="8693"/>
                    <a:pt x="2382" y="8693"/>
                  </a:cubicBezTo>
                  <a:cubicBezTo>
                    <a:pt x="2477" y="8693"/>
                    <a:pt x="2573" y="8598"/>
                    <a:pt x="2573" y="8526"/>
                  </a:cubicBezTo>
                  <a:lnTo>
                    <a:pt x="2573" y="3120"/>
                  </a:lnTo>
                  <a:lnTo>
                    <a:pt x="5002" y="3120"/>
                  </a:lnTo>
                  <a:lnTo>
                    <a:pt x="5002" y="5192"/>
                  </a:lnTo>
                  <a:cubicBezTo>
                    <a:pt x="5002" y="5264"/>
                    <a:pt x="5097" y="5359"/>
                    <a:pt x="5192" y="5359"/>
                  </a:cubicBezTo>
                  <a:lnTo>
                    <a:pt x="6669" y="5359"/>
                  </a:lnTo>
                  <a:cubicBezTo>
                    <a:pt x="6764" y="5359"/>
                    <a:pt x="6859" y="5264"/>
                    <a:pt x="6859" y="5192"/>
                  </a:cubicBezTo>
                  <a:lnTo>
                    <a:pt x="6859" y="3120"/>
                  </a:lnTo>
                  <a:lnTo>
                    <a:pt x="9288" y="3120"/>
                  </a:lnTo>
                  <a:lnTo>
                    <a:pt x="9288" y="9836"/>
                  </a:lnTo>
                  <a:lnTo>
                    <a:pt x="3740" y="9836"/>
                  </a:lnTo>
                  <a:cubicBezTo>
                    <a:pt x="3644" y="9836"/>
                    <a:pt x="3549" y="9907"/>
                    <a:pt x="3549" y="10003"/>
                  </a:cubicBezTo>
                  <a:cubicBezTo>
                    <a:pt x="3549" y="10098"/>
                    <a:pt x="3644" y="10193"/>
                    <a:pt x="3740" y="10193"/>
                  </a:cubicBezTo>
                  <a:lnTo>
                    <a:pt x="9384" y="10193"/>
                  </a:lnTo>
                  <a:cubicBezTo>
                    <a:pt x="9622" y="10193"/>
                    <a:pt x="9860" y="10265"/>
                    <a:pt x="10050" y="10455"/>
                  </a:cubicBezTo>
                  <a:lnTo>
                    <a:pt x="10360" y="10789"/>
                  </a:lnTo>
                  <a:cubicBezTo>
                    <a:pt x="10384" y="10812"/>
                    <a:pt x="10432" y="10860"/>
                    <a:pt x="10432" y="10932"/>
                  </a:cubicBezTo>
                  <a:cubicBezTo>
                    <a:pt x="10432" y="10979"/>
                    <a:pt x="10384" y="11027"/>
                    <a:pt x="10360" y="11074"/>
                  </a:cubicBezTo>
                  <a:cubicBezTo>
                    <a:pt x="10336" y="11098"/>
                    <a:pt x="10265" y="11146"/>
                    <a:pt x="10217" y="11146"/>
                  </a:cubicBezTo>
                  <a:cubicBezTo>
                    <a:pt x="10170" y="11146"/>
                    <a:pt x="10122" y="11098"/>
                    <a:pt x="10074" y="11074"/>
                  </a:cubicBezTo>
                  <a:lnTo>
                    <a:pt x="9741" y="10741"/>
                  </a:lnTo>
                  <a:cubicBezTo>
                    <a:pt x="9646" y="10670"/>
                    <a:pt x="9503" y="10598"/>
                    <a:pt x="9360" y="10598"/>
                  </a:cubicBezTo>
                  <a:lnTo>
                    <a:pt x="3120" y="10598"/>
                  </a:lnTo>
                  <a:lnTo>
                    <a:pt x="3120" y="10384"/>
                  </a:lnTo>
                  <a:cubicBezTo>
                    <a:pt x="3120" y="9646"/>
                    <a:pt x="2573" y="9026"/>
                    <a:pt x="1811" y="8931"/>
                  </a:cubicBezTo>
                  <a:lnTo>
                    <a:pt x="1811" y="1549"/>
                  </a:lnTo>
                  <a:cubicBezTo>
                    <a:pt x="1858" y="1501"/>
                    <a:pt x="1882" y="1406"/>
                    <a:pt x="1882" y="1334"/>
                  </a:cubicBezTo>
                  <a:cubicBezTo>
                    <a:pt x="1882" y="1191"/>
                    <a:pt x="1811" y="1049"/>
                    <a:pt x="1739" y="953"/>
                  </a:cubicBezTo>
                  <a:lnTo>
                    <a:pt x="930" y="144"/>
                  </a:lnTo>
                  <a:cubicBezTo>
                    <a:pt x="834" y="72"/>
                    <a:pt x="691" y="1"/>
                    <a:pt x="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8"/>
            <p:cNvSpPr/>
            <p:nvPr/>
          </p:nvSpPr>
          <p:spPr>
            <a:xfrm>
              <a:off x="1448389" y="2621540"/>
              <a:ext cx="49461" cy="50231"/>
            </a:xfrm>
            <a:custGeom>
              <a:avLst/>
              <a:gdLst/>
              <a:ahLst/>
              <a:cxnLst/>
              <a:rect l="l" t="t" r="r" b="b"/>
              <a:pathLst>
                <a:path w="1478" h="1501" extrusionOk="0">
                  <a:moveTo>
                    <a:pt x="739" y="334"/>
                  </a:moveTo>
                  <a:cubicBezTo>
                    <a:pt x="953" y="334"/>
                    <a:pt x="1120" y="524"/>
                    <a:pt x="1120" y="715"/>
                  </a:cubicBezTo>
                  <a:cubicBezTo>
                    <a:pt x="1120" y="929"/>
                    <a:pt x="953" y="1120"/>
                    <a:pt x="739" y="1120"/>
                  </a:cubicBezTo>
                  <a:cubicBezTo>
                    <a:pt x="525" y="1120"/>
                    <a:pt x="358" y="929"/>
                    <a:pt x="358" y="715"/>
                  </a:cubicBezTo>
                  <a:cubicBezTo>
                    <a:pt x="358" y="524"/>
                    <a:pt x="525" y="334"/>
                    <a:pt x="739" y="334"/>
                  </a:cubicBezTo>
                  <a:close/>
                  <a:moveTo>
                    <a:pt x="739" y="0"/>
                  </a:moveTo>
                  <a:cubicBezTo>
                    <a:pt x="334" y="0"/>
                    <a:pt x="1" y="334"/>
                    <a:pt x="1" y="762"/>
                  </a:cubicBezTo>
                  <a:cubicBezTo>
                    <a:pt x="1" y="1167"/>
                    <a:pt x="334" y="1501"/>
                    <a:pt x="739" y="1501"/>
                  </a:cubicBezTo>
                  <a:cubicBezTo>
                    <a:pt x="1168" y="1501"/>
                    <a:pt x="1477" y="1167"/>
                    <a:pt x="1477" y="762"/>
                  </a:cubicBezTo>
                  <a:cubicBezTo>
                    <a:pt x="1477" y="334"/>
                    <a:pt x="1120"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8"/>
            <p:cNvSpPr/>
            <p:nvPr/>
          </p:nvSpPr>
          <p:spPr>
            <a:xfrm>
              <a:off x="1536066" y="2577701"/>
              <a:ext cx="61408" cy="11980"/>
            </a:xfrm>
            <a:custGeom>
              <a:avLst/>
              <a:gdLst/>
              <a:ahLst/>
              <a:cxnLst/>
              <a:rect l="l" t="t" r="r" b="b"/>
              <a:pathLst>
                <a:path w="1835" h="358" extrusionOk="0">
                  <a:moveTo>
                    <a:pt x="167" y="1"/>
                  </a:moveTo>
                  <a:cubicBezTo>
                    <a:pt x="96" y="1"/>
                    <a:pt x="0" y="96"/>
                    <a:pt x="0" y="191"/>
                  </a:cubicBezTo>
                  <a:cubicBezTo>
                    <a:pt x="0" y="286"/>
                    <a:pt x="96" y="358"/>
                    <a:pt x="167" y="358"/>
                  </a:cubicBezTo>
                  <a:lnTo>
                    <a:pt x="1667" y="358"/>
                  </a:lnTo>
                  <a:cubicBezTo>
                    <a:pt x="1763" y="358"/>
                    <a:pt x="1834" y="286"/>
                    <a:pt x="1834" y="191"/>
                  </a:cubicBezTo>
                  <a:cubicBezTo>
                    <a:pt x="1810" y="96"/>
                    <a:pt x="1763" y="1"/>
                    <a:pt x="1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8"/>
            <p:cNvSpPr/>
            <p:nvPr/>
          </p:nvSpPr>
          <p:spPr>
            <a:xfrm>
              <a:off x="1536066" y="2553004"/>
              <a:ext cx="86909" cy="11980"/>
            </a:xfrm>
            <a:custGeom>
              <a:avLst/>
              <a:gdLst/>
              <a:ahLst/>
              <a:cxnLst/>
              <a:rect l="l" t="t" r="r" b="b"/>
              <a:pathLst>
                <a:path w="2597" h="358" extrusionOk="0">
                  <a:moveTo>
                    <a:pt x="167" y="0"/>
                  </a:moveTo>
                  <a:cubicBezTo>
                    <a:pt x="96" y="0"/>
                    <a:pt x="0" y="96"/>
                    <a:pt x="0" y="191"/>
                  </a:cubicBezTo>
                  <a:cubicBezTo>
                    <a:pt x="0" y="262"/>
                    <a:pt x="96" y="358"/>
                    <a:pt x="167" y="358"/>
                  </a:cubicBezTo>
                  <a:lnTo>
                    <a:pt x="2406" y="358"/>
                  </a:lnTo>
                  <a:cubicBezTo>
                    <a:pt x="2501" y="358"/>
                    <a:pt x="2596" y="262"/>
                    <a:pt x="2596" y="191"/>
                  </a:cubicBezTo>
                  <a:cubicBezTo>
                    <a:pt x="2548" y="96"/>
                    <a:pt x="2501" y="0"/>
                    <a:pt x="2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8" name="Google Shape;4408;p58"/>
          <p:cNvGrpSpPr/>
          <p:nvPr/>
        </p:nvGrpSpPr>
        <p:grpSpPr>
          <a:xfrm>
            <a:off x="2753004" y="1485180"/>
            <a:ext cx="373001" cy="396694"/>
            <a:chOff x="2753004" y="1720405"/>
            <a:chExt cx="373001" cy="396694"/>
          </a:xfrm>
        </p:grpSpPr>
        <p:sp>
          <p:nvSpPr>
            <p:cNvPr id="4409" name="Google Shape;4409;p58"/>
            <p:cNvSpPr/>
            <p:nvPr/>
          </p:nvSpPr>
          <p:spPr>
            <a:xfrm>
              <a:off x="2753004" y="1720405"/>
              <a:ext cx="373001" cy="396694"/>
            </a:xfrm>
            <a:custGeom>
              <a:avLst/>
              <a:gdLst/>
              <a:ahLst/>
              <a:cxnLst/>
              <a:rect l="l" t="t" r="r" b="b"/>
              <a:pathLst>
                <a:path w="11146" h="11854" extrusionOk="0">
                  <a:moveTo>
                    <a:pt x="5549" y="352"/>
                  </a:moveTo>
                  <a:lnTo>
                    <a:pt x="10550" y="2757"/>
                  </a:lnTo>
                  <a:lnTo>
                    <a:pt x="9097" y="3447"/>
                  </a:lnTo>
                  <a:cubicBezTo>
                    <a:pt x="9097" y="3447"/>
                    <a:pt x="9050" y="3447"/>
                    <a:pt x="9050" y="3424"/>
                  </a:cubicBezTo>
                  <a:lnTo>
                    <a:pt x="4096" y="1042"/>
                  </a:lnTo>
                  <a:lnTo>
                    <a:pt x="5549" y="352"/>
                  </a:lnTo>
                  <a:close/>
                  <a:moveTo>
                    <a:pt x="3691" y="1256"/>
                  </a:moveTo>
                  <a:lnTo>
                    <a:pt x="8669" y="3662"/>
                  </a:lnTo>
                  <a:lnTo>
                    <a:pt x="7668" y="4162"/>
                  </a:lnTo>
                  <a:lnTo>
                    <a:pt x="2691" y="1757"/>
                  </a:lnTo>
                  <a:lnTo>
                    <a:pt x="3691" y="1256"/>
                  </a:lnTo>
                  <a:close/>
                  <a:moveTo>
                    <a:pt x="8811" y="3995"/>
                  </a:moveTo>
                  <a:lnTo>
                    <a:pt x="8811" y="5805"/>
                  </a:lnTo>
                  <a:lnTo>
                    <a:pt x="7859" y="6257"/>
                  </a:lnTo>
                  <a:lnTo>
                    <a:pt x="7859" y="4471"/>
                  </a:lnTo>
                  <a:lnTo>
                    <a:pt x="8811" y="3995"/>
                  </a:lnTo>
                  <a:close/>
                  <a:moveTo>
                    <a:pt x="2262" y="1923"/>
                  </a:moveTo>
                  <a:lnTo>
                    <a:pt x="7502" y="4448"/>
                  </a:lnTo>
                  <a:lnTo>
                    <a:pt x="7502" y="6543"/>
                  </a:lnTo>
                  <a:cubicBezTo>
                    <a:pt x="7502" y="6591"/>
                    <a:pt x="7549" y="6662"/>
                    <a:pt x="7597" y="6686"/>
                  </a:cubicBezTo>
                  <a:cubicBezTo>
                    <a:pt x="7621" y="6710"/>
                    <a:pt x="7668" y="6710"/>
                    <a:pt x="7692" y="6710"/>
                  </a:cubicBezTo>
                  <a:cubicBezTo>
                    <a:pt x="7716" y="6710"/>
                    <a:pt x="7740" y="6710"/>
                    <a:pt x="7787" y="6686"/>
                  </a:cubicBezTo>
                  <a:lnTo>
                    <a:pt x="9097" y="6067"/>
                  </a:lnTo>
                  <a:cubicBezTo>
                    <a:pt x="9145" y="6043"/>
                    <a:pt x="9169" y="5972"/>
                    <a:pt x="9169" y="5924"/>
                  </a:cubicBezTo>
                  <a:lnTo>
                    <a:pt x="9169" y="3805"/>
                  </a:lnTo>
                  <a:lnTo>
                    <a:pt x="10788" y="3019"/>
                  </a:lnTo>
                  <a:lnTo>
                    <a:pt x="10788" y="8996"/>
                  </a:lnTo>
                  <a:lnTo>
                    <a:pt x="10764" y="8996"/>
                  </a:lnTo>
                  <a:lnTo>
                    <a:pt x="5716" y="11425"/>
                  </a:lnTo>
                  <a:lnTo>
                    <a:pt x="5716" y="5495"/>
                  </a:lnTo>
                  <a:lnTo>
                    <a:pt x="6906" y="4900"/>
                  </a:lnTo>
                  <a:cubicBezTo>
                    <a:pt x="7002" y="4876"/>
                    <a:pt x="7025" y="4757"/>
                    <a:pt x="7002" y="4662"/>
                  </a:cubicBezTo>
                  <a:cubicBezTo>
                    <a:pt x="6983" y="4589"/>
                    <a:pt x="6910" y="4558"/>
                    <a:pt x="6833" y="4558"/>
                  </a:cubicBezTo>
                  <a:cubicBezTo>
                    <a:pt x="6810" y="4558"/>
                    <a:pt x="6786" y="4561"/>
                    <a:pt x="6763" y="4567"/>
                  </a:cubicBezTo>
                  <a:lnTo>
                    <a:pt x="5549" y="5162"/>
                  </a:lnTo>
                  <a:lnTo>
                    <a:pt x="5073" y="4924"/>
                  </a:lnTo>
                  <a:cubicBezTo>
                    <a:pt x="5050" y="4918"/>
                    <a:pt x="5028" y="4915"/>
                    <a:pt x="5006" y="4915"/>
                  </a:cubicBezTo>
                  <a:cubicBezTo>
                    <a:pt x="4935" y="4915"/>
                    <a:pt x="4871" y="4946"/>
                    <a:pt x="4834" y="5019"/>
                  </a:cubicBezTo>
                  <a:cubicBezTo>
                    <a:pt x="4787" y="5114"/>
                    <a:pt x="4834" y="5210"/>
                    <a:pt x="4906" y="5257"/>
                  </a:cubicBezTo>
                  <a:lnTo>
                    <a:pt x="5358" y="5472"/>
                  </a:lnTo>
                  <a:lnTo>
                    <a:pt x="5358" y="11401"/>
                  </a:lnTo>
                  <a:lnTo>
                    <a:pt x="333" y="8949"/>
                  </a:lnTo>
                  <a:lnTo>
                    <a:pt x="333" y="3019"/>
                  </a:lnTo>
                  <a:lnTo>
                    <a:pt x="4168" y="4876"/>
                  </a:lnTo>
                  <a:cubicBezTo>
                    <a:pt x="4215" y="4876"/>
                    <a:pt x="4239" y="4900"/>
                    <a:pt x="4263" y="4900"/>
                  </a:cubicBezTo>
                  <a:cubicBezTo>
                    <a:pt x="4310" y="4900"/>
                    <a:pt x="4382" y="4876"/>
                    <a:pt x="4406" y="4805"/>
                  </a:cubicBezTo>
                  <a:cubicBezTo>
                    <a:pt x="4453" y="4733"/>
                    <a:pt x="4406" y="4638"/>
                    <a:pt x="4310" y="4567"/>
                  </a:cubicBezTo>
                  <a:lnTo>
                    <a:pt x="548" y="2757"/>
                  </a:lnTo>
                  <a:lnTo>
                    <a:pt x="2262" y="1923"/>
                  </a:lnTo>
                  <a:close/>
                  <a:moveTo>
                    <a:pt x="5561" y="0"/>
                  </a:moveTo>
                  <a:cubicBezTo>
                    <a:pt x="5537" y="0"/>
                    <a:pt x="5513" y="6"/>
                    <a:pt x="5477" y="18"/>
                  </a:cubicBezTo>
                  <a:lnTo>
                    <a:pt x="95" y="2614"/>
                  </a:lnTo>
                  <a:cubicBezTo>
                    <a:pt x="48" y="2638"/>
                    <a:pt x="0" y="2709"/>
                    <a:pt x="0" y="2757"/>
                  </a:cubicBezTo>
                  <a:lnTo>
                    <a:pt x="0" y="9068"/>
                  </a:lnTo>
                  <a:cubicBezTo>
                    <a:pt x="0" y="9139"/>
                    <a:pt x="48" y="9187"/>
                    <a:pt x="95" y="9234"/>
                  </a:cubicBezTo>
                  <a:lnTo>
                    <a:pt x="5477" y="11806"/>
                  </a:lnTo>
                  <a:cubicBezTo>
                    <a:pt x="5525" y="11806"/>
                    <a:pt x="5549" y="11854"/>
                    <a:pt x="5573" y="11854"/>
                  </a:cubicBezTo>
                  <a:cubicBezTo>
                    <a:pt x="5596" y="11854"/>
                    <a:pt x="5644" y="11854"/>
                    <a:pt x="5668" y="11806"/>
                  </a:cubicBezTo>
                  <a:lnTo>
                    <a:pt x="11050" y="9234"/>
                  </a:lnTo>
                  <a:cubicBezTo>
                    <a:pt x="11121" y="9187"/>
                    <a:pt x="11145" y="9139"/>
                    <a:pt x="11145" y="9068"/>
                  </a:cubicBezTo>
                  <a:lnTo>
                    <a:pt x="11145" y="2757"/>
                  </a:lnTo>
                  <a:cubicBezTo>
                    <a:pt x="11121" y="2709"/>
                    <a:pt x="11074" y="2638"/>
                    <a:pt x="11026" y="2614"/>
                  </a:cubicBezTo>
                  <a:lnTo>
                    <a:pt x="5644" y="18"/>
                  </a:lnTo>
                  <a:cubicBezTo>
                    <a:pt x="5608" y="6"/>
                    <a:pt x="5585" y="0"/>
                    <a:pt x="55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8"/>
            <p:cNvSpPr/>
            <p:nvPr/>
          </p:nvSpPr>
          <p:spPr>
            <a:xfrm>
              <a:off x="2776094" y="1984943"/>
              <a:ext cx="39890" cy="25366"/>
            </a:xfrm>
            <a:custGeom>
              <a:avLst/>
              <a:gdLst/>
              <a:ahLst/>
              <a:cxnLst/>
              <a:rect l="l" t="t" r="r" b="b"/>
              <a:pathLst>
                <a:path w="1192" h="758" extrusionOk="0">
                  <a:moveTo>
                    <a:pt x="198" y="0"/>
                  </a:moveTo>
                  <a:cubicBezTo>
                    <a:pt x="140" y="0"/>
                    <a:pt x="76" y="39"/>
                    <a:pt x="24" y="91"/>
                  </a:cubicBezTo>
                  <a:cubicBezTo>
                    <a:pt x="1" y="186"/>
                    <a:pt x="24" y="281"/>
                    <a:pt x="120" y="329"/>
                  </a:cubicBezTo>
                  <a:lnTo>
                    <a:pt x="929" y="734"/>
                  </a:lnTo>
                  <a:cubicBezTo>
                    <a:pt x="953" y="734"/>
                    <a:pt x="977" y="758"/>
                    <a:pt x="1025" y="758"/>
                  </a:cubicBezTo>
                  <a:cubicBezTo>
                    <a:pt x="1072" y="758"/>
                    <a:pt x="1144" y="734"/>
                    <a:pt x="1168" y="662"/>
                  </a:cubicBezTo>
                  <a:cubicBezTo>
                    <a:pt x="1191" y="543"/>
                    <a:pt x="1168" y="448"/>
                    <a:pt x="1072" y="401"/>
                  </a:cubicBezTo>
                  <a:lnTo>
                    <a:pt x="263" y="19"/>
                  </a:lnTo>
                  <a:cubicBezTo>
                    <a:pt x="243" y="6"/>
                    <a:pt x="221" y="0"/>
                    <a:pt x="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8"/>
            <p:cNvSpPr/>
            <p:nvPr/>
          </p:nvSpPr>
          <p:spPr>
            <a:xfrm>
              <a:off x="2776094" y="1957033"/>
              <a:ext cx="64587" cy="37347"/>
            </a:xfrm>
            <a:custGeom>
              <a:avLst/>
              <a:gdLst/>
              <a:ahLst/>
              <a:cxnLst/>
              <a:rect l="l" t="t" r="r" b="b"/>
              <a:pathLst>
                <a:path w="1930" h="1116" extrusionOk="0">
                  <a:moveTo>
                    <a:pt x="188" y="1"/>
                  </a:moveTo>
                  <a:cubicBezTo>
                    <a:pt x="127" y="1"/>
                    <a:pt x="76" y="40"/>
                    <a:pt x="24" y="91"/>
                  </a:cubicBezTo>
                  <a:cubicBezTo>
                    <a:pt x="1" y="187"/>
                    <a:pt x="24" y="282"/>
                    <a:pt x="120" y="330"/>
                  </a:cubicBezTo>
                  <a:lnTo>
                    <a:pt x="1644" y="1092"/>
                  </a:lnTo>
                  <a:cubicBezTo>
                    <a:pt x="1668" y="1092"/>
                    <a:pt x="1691" y="1115"/>
                    <a:pt x="1739" y="1115"/>
                  </a:cubicBezTo>
                  <a:cubicBezTo>
                    <a:pt x="1787" y="1115"/>
                    <a:pt x="1834" y="1092"/>
                    <a:pt x="1882" y="1020"/>
                  </a:cubicBezTo>
                  <a:cubicBezTo>
                    <a:pt x="1930" y="901"/>
                    <a:pt x="1882" y="806"/>
                    <a:pt x="1787" y="758"/>
                  </a:cubicBezTo>
                  <a:lnTo>
                    <a:pt x="263" y="20"/>
                  </a:lnTo>
                  <a:cubicBezTo>
                    <a:pt x="236" y="7"/>
                    <a:pt x="211"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2" name="Google Shape;4412;p58"/>
          <p:cNvSpPr/>
          <p:nvPr/>
        </p:nvSpPr>
        <p:spPr>
          <a:xfrm>
            <a:off x="2073205" y="2122714"/>
            <a:ext cx="399304" cy="325782"/>
          </a:xfrm>
          <a:custGeom>
            <a:avLst/>
            <a:gdLst/>
            <a:ahLst/>
            <a:cxnLst/>
            <a:rect l="l" t="t" r="r" b="b"/>
            <a:pathLst>
              <a:path w="11932" h="9735" extrusionOk="0">
                <a:moveTo>
                  <a:pt x="5978" y="376"/>
                </a:moveTo>
                <a:lnTo>
                  <a:pt x="10026" y="2233"/>
                </a:lnTo>
                <a:lnTo>
                  <a:pt x="5978" y="4067"/>
                </a:lnTo>
                <a:lnTo>
                  <a:pt x="1929" y="2233"/>
                </a:lnTo>
                <a:lnTo>
                  <a:pt x="5978" y="376"/>
                </a:lnTo>
                <a:close/>
                <a:moveTo>
                  <a:pt x="1596" y="2448"/>
                </a:moveTo>
                <a:lnTo>
                  <a:pt x="5740" y="4353"/>
                </a:lnTo>
                <a:lnTo>
                  <a:pt x="4596" y="6282"/>
                </a:lnTo>
                <a:lnTo>
                  <a:pt x="477" y="4377"/>
                </a:lnTo>
                <a:lnTo>
                  <a:pt x="1596" y="2448"/>
                </a:lnTo>
                <a:close/>
                <a:moveTo>
                  <a:pt x="10383" y="2448"/>
                </a:moveTo>
                <a:lnTo>
                  <a:pt x="11503" y="4377"/>
                </a:lnTo>
                <a:lnTo>
                  <a:pt x="7383" y="6282"/>
                </a:lnTo>
                <a:lnTo>
                  <a:pt x="6240" y="4353"/>
                </a:lnTo>
                <a:lnTo>
                  <a:pt x="10383" y="2448"/>
                </a:lnTo>
                <a:close/>
                <a:moveTo>
                  <a:pt x="5963" y="1"/>
                </a:moveTo>
                <a:cubicBezTo>
                  <a:pt x="5942" y="1"/>
                  <a:pt x="5918" y="7"/>
                  <a:pt x="5882" y="19"/>
                </a:cubicBezTo>
                <a:lnTo>
                  <a:pt x="1429" y="2090"/>
                </a:lnTo>
                <a:cubicBezTo>
                  <a:pt x="1382" y="2114"/>
                  <a:pt x="1358" y="2114"/>
                  <a:pt x="1334" y="2138"/>
                </a:cubicBezTo>
                <a:lnTo>
                  <a:pt x="24" y="4377"/>
                </a:lnTo>
                <a:cubicBezTo>
                  <a:pt x="0" y="4400"/>
                  <a:pt x="0" y="4472"/>
                  <a:pt x="0" y="4520"/>
                </a:cubicBezTo>
                <a:cubicBezTo>
                  <a:pt x="0" y="4567"/>
                  <a:pt x="48" y="4615"/>
                  <a:pt x="72" y="4639"/>
                </a:cubicBezTo>
                <a:lnTo>
                  <a:pt x="4549" y="6687"/>
                </a:lnTo>
                <a:cubicBezTo>
                  <a:pt x="4574" y="6693"/>
                  <a:pt x="4598" y="6696"/>
                  <a:pt x="4620" y="6696"/>
                </a:cubicBezTo>
                <a:cubicBezTo>
                  <a:pt x="4681" y="6696"/>
                  <a:pt x="4728" y="6674"/>
                  <a:pt x="4763" y="6639"/>
                </a:cubicBezTo>
                <a:lnTo>
                  <a:pt x="5740" y="4972"/>
                </a:lnTo>
                <a:lnTo>
                  <a:pt x="5740" y="9259"/>
                </a:lnTo>
                <a:lnTo>
                  <a:pt x="1620" y="7377"/>
                </a:lnTo>
                <a:lnTo>
                  <a:pt x="1620" y="5925"/>
                </a:lnTo>
                <a:cubicBezTo>
                  <a:pt x="1620" y="5829"/>
                  <a:pt x="1548" y="5734"/>
                  <a:pt x="1453" y="5734"/>
                </a:cubicBezTo>
                <a:cubicBezTo>
                  <a:pt x="1358" y="5734"/>
                  <a:pt x="1262" y="5829"/>
                  <a:pt x="1262" y="5925"/>
                </a:cubicBezTo>
                <a:lnTo>
                  <a:pt x="1262" y="7496"/>
                </a:lnTo>
                <a:cubicBezTo>
                  <a:pt x="1262" y="7544"/>
                  <a:pt x="1310" y="7615"/>
                  <a:pt x="1358" y="7639"/>
                </a:cubicBezTo>
                <a:lnTo>
                  <a:pt x="5835" y="9687"/>
                </a:lnTo>
                <a:cubicBezTo>
                  <a:pt x="5859" y="9687"/>
                  <a:pt x="5882" y="9735"/>
                  <a:pt x="5882" y="9735"/>
                </a:cubicBezTo>
                <a:cubicBezTo>
                  <a:pt x="5906" y="9735"/>
                  <a:pt x="5954" y="9735"/>
                  <a:pt x="5954" y="9687"/>
                </a:cubicBezTo>
                <a:lnTo>
                  <a:pt x="10407" y="7639"/>
                </a:lnTo>
                <a:cubicBezTo>
                  <a:pt x="10479" y="7615"/>
                  <a:pt x="10502" y="7544"/>
                  <a:pt x="10502" y="7496"/>
                </a:cubicBezTo>
                <a:lnTo>
                  <a:pt x="10502" y="5925"/>
                </a:lnTo>
                <a:cubicBezTo>
                  <a:pt x="10502" y="5829"/>
                  <a:pt x="10407" y="5734"/>
                  <a:pt x="10312" y="5734"/>
                </a:cubicBezTo>
                <a:cubicBezTo>
                  <a:pt x="10241" y="5734"/>
                  <a:pt x="10145" y="5829"/>
                  <a:pt x="10145" y="5925"/>
                </a:cubicBezTo>
                <a:lnTo>
                  <a:pt x="10145" y="7377"/>
                </a:lnTo>
                <a:lnTo>
                  <a:pt x="6025" y="9259"/>
                </a:lnTo>
                <a:lnTo>
                  <a:pt x="6025" y="4972"/>
                </a:lnTo>
                <a:lnTo>
                  <a:pt x="7002" y="6639"/>
                </a:lnTo>
                <a:cubicBezTo>
                  <a:pt x="7049" y="6687"/>
                  <a:pt x="7097" y="6710"/>
                  <a:pt x="7168" y="6710"/>
                </a:cubicBezTo>
                <a:cubicBezTo>
                  <a:pt x="7192" y="6710"/>
                  <a:pt x="7216" y="6710"/>
                  <a:pt x="7216" y="6687"/>
                </a:cubicBezTo>
                <a:lnTo>
                  <a:pt x="11693" y="4639"/>
                </a:lnTo>
                <a:cubicBezTo>
                  <a:pt x="11741" y="4615"/>
                  <a:pt x="11765" y="4567"/>
                  <a:pt x="11765" y="4520"/>
                </a:cubicBezTo>
                <a:cubicBezTo>
                  <a:pt x="11931" y="4472"/>
                  <a:pt x="11931" y="4400"/>
                  <a:pt x="11908" y="4377"/>
                </a:cubicBezTo>
                <a:lnTo>
                  <a:pt x="10598" y="2138"/>
                </a:lnTo>
                <a:cubicBezTo>
                  <a:pt x="10550" y="2114"/>
                  <a:pt x="10526" y="2090"/>
                  <a:pt x="10502" y="2090"/>
                </a:cubicBezTo>
                <a:lnTo>
                  <a:pt x="6025" y="19"/>
                </a:lnTo>
                <a:cubicBezTo>
                  <a:pt x="6002" y="7"/>
                  <a:pt x="5984" y="1"/>
                  <a:pt x="59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8"/>
          <p:cNvSpPr/>
          <p:nvPr/>
        </p:nvSpPr>
        <p:spPr>
          <a:xfrm>
            <a:off x="720803" y="3995292"/>
            <a:ext cx="396895" cy="365873"/>
          </a:xfrm>
          <a:custGeom>
            <a:avLst/>
            <a:gdLst/>
            <a:ahLst/>
            <a:cxnLst/>
            <a:rect l="l" t="t" r="r" b="b"/>
            <a:pathLst>
              <a:path w="11860" h="10933" extrusionOk="0">
                <a:moveTo>
                  <a:pt x="6275" y="341"/>
                </a:moveTo>
                <a:cubicBezTo>
                  <a:pt x="6299" y="341"/>
                  <a:pt x="6323" y="347"/>
                  <a:pt x="6359" y="359"/>
                </a:cubicBezTo>
                <a:cubicBezTo>
                  <a:pt x="6406" y="383"/>
                  <a:pt x="6430" y="430"/>
                  <a:pt x="6478" y="454"/>
                </a:cubicBezTo>
                <a:lnTo>
                  <a:pt x="8430" y="4264"/>
                </a:lnTo>
                <a:cubicBezTo>
                  <a:pt x="8454" y="4312"/>
                  <a:pt x="8454" y="4360"/>
                  <a:pt x="8430" y="4407"/>
                </a:cubicBezTo>
                <a:cubicBezTo>
                  <a:pt x="8407" y="4479"/>
                  <a:pt x="8383" y="4502"/>
                  <a:pt x="8335" y="4526"/>
                </a:cubicBezTo>
                <a:cubicBezTo>
                  <a:pt x="8311" y="4538"/>
                  <a:pt x="8294" y="4544"/>
                  <a:pt x="8273" y="4544"/>
                </a:cubicBezTo>
                <a:cubicBezTo>
                  <a:pt x="8252" y="4544"/>
                  <a:pt x="8228" y="4538"/>
                  <a:pt x="8192" y="4526"/>
                </a:cubicBezTo>
                <a:cubicBezTo>
                  <a:pt x="8145" y="4502"/>
                  <a:pt x="8097" y="4479"/>
                  <a:pt x="8073" y="4431"/>
                </a:cubicBezTo>
                <a:lnTo>
                  <a:pt x="6120" y="621"/>
                </a:lnTo>
                <a:cubicBezTo>
                  <a:pt x="6049" y="549"/>
                  <a:pt x="6120" y="430"/>
                  <a:pt x="6192" y="359"/>
                </a:cubicBezTo>
                <a:cubicBezTo>
                  <a:pt x="6228" y="347"/>
                  <a:pt x="6251" y="341"/>
                  <a:pt x="6275" y="341"/>
                </a:cubicBezTo>
                <a:close/>
                <a:moveTo>
                  <a:pt x="5549" y="359"/>
                </a:moveTo>
                <a:cubicBezTo>
                  <a:pt x="5573" y="359"/>
                  <a:pt x="5597" y="359"/>
                  <a:pt x="5644" y="383"/>
                </a:cubicBezTo>
                <a:cubicBezTo>
                  <a:pt x="5716" y="454"/>
                  <a:pt x="5787" y="573"/>
                  <a:pt x="5716" y="668"/>
                </a:cubicBezTo>
                <a:lnTo>
                  <a:pt x="3763" y="4479"/>
                </a:lnTo>
                <a:cubicBezTo>
                  <a:pt x="3739" y="4526"/>
                  <a:pt x="3691" y="4550"/>
                  <a:pt x="3644" y="4550"/>
                </a:cubicBezTo>
                <a:cubicBezTo>
                  <a:pt x="3620" y="4566"/>
                  <a:pt x="3601" y="4571"/>
                  <a:pt x="3586" y="4571"/>
                </a:cubicBezTo>
                <a:cubicBezTo>
                  <a:pt x="3554" y="4571"/>
                  <a:pt x="3533" y="4550"/>
                  <a:pt x="3501" y="4550"/>
                </a:cubicBezTo>
                <a:cubicBezTo>
                  <a:pt x="3429" y="4526"/>
                  <a:pt x="3406" y="4502"/>
                  <a:pt x="3406" y="4431"/>
                </a:cubicBezTo>
                <a:cubicBezTo>
                  <a:pt x="3382" y="4383"/>
                  <a:pt x="3382" y="4312"/>
                  <a:pt x="3406" y="4264"/>
                </a:cubicBezTo>
                <a:lnTo>
                  <a:pt x="5358" y="454"/>
                </a:lnTo>
                <a:cubicBezTo>
                  <a:pt x="5382" y="383"/>
                  <a:pt x="5430" y="359"/>
                  <a:pt x="5477" y="359"/>
                </a:cubicBezTo>
                <a:close/>
                <a:moveTo>
                  <a:pt x="11312" y="4264"/>
                </a:moveTo>
                <a:cubicBezTo>
                  <a:pt x="11431" y="4264"/>
                  <a:pt x="11526" y="4360"/>
                  <a:pt x="11526" y="4479"/>
                </a:cubicBezTo>
                <a:cubicBezTo>
                  <a:pt x="11503" y="4550"/>
                  <a:pt x="11407" y="4645"/>
                  <a:pt x="11312" y="4645"/>
                </a:cubicBezTo>
                <a:lnTo>
                  <a:pt x="8740" y="4645"/>
                </a:lnTo>
                <a:cubicBezTo>
                  <a:pt x="8764" y="4622"/>
                  <a:pt x="8788" y="4550"/>
                  <a:pt x="8788" y="4526"/>
                </a:cubicBezTo>
                <a:cubicBezTo>
                  <a:pt x="8811" y="4431"/>
                  <a:pt x="8811" y="4360"/>
                  <a:pt x="8811" y="4264"/>
                </a:cubicBezTo>
                <a:close/>
                <a:moveTo>
                  <a:pt x="5906" y="1026"/>
                </a:moveTo>
                <a:lnTo>
                  <a:pt x="7787" y="4622"/>
                </a:lnTo>
                <a:cubicBezTo>
                  <a:pt x="7787" y="4645"/>
                  <a:pt x="7811" y="4645"/>
                  <a:pt x="7811" y="4669"/>
                </a:cubicBezTo>
                <a:lnTo>
                  <a:pt x="4025" y="4669"/>
                </a:lnTo>
                <a:cubicBezTo>
                  <a:pt x="4025" y="4669"/>
                  <a:pt x="4049" y="4645"/>
                  <a:pt x="4049" y="4622"/>
                </a:cubicBezTo>
                <a:lnTo>
                  <a:pt x="4239" y="4264"/>
                </a:lnTo>
                <a:lnTo>
                  <a:pt x="6882" y="4264"/>
                </a:lnTo>
                <a:cubicBezTo>
                  <a:pt x="6978" y="4264"/>
                  <a:pt x="7049" y="4169"/>
                  <a:pt x="7049" y="4074"/>
                </a:cubicBezTo>
                <a:cubicBezTo>
                  <a:pt x="7049" y="4002"/>
                  <a:pt x="6978" y="3907"/>
                  <a:pt x="6882" y="3907"/>
                </a:cubicBezTo>
                <a:lnTo>
                  <a:pt x="4406" y="3907"/>
                </a:lnTo>
                <a:lnTo>
                  <a:pt x="5906" y="1026"/>
                </a:lnTo>
                <a:close/>
                <a:moveTo>
                  <a:pt x="2953" y="5003"/>
                </a:moveTo>
                <a:lnTo>
                  <a:pt x="3144" y="6693"/>
                </a:lnTo>
                <a:lnTo>
                  <a:pt x="1048" y="6693"/>
                </a:lnTo>
                <a:lnTo>
                  <a:pt x="715" y="5003"/>
                </a:lnTo>
                <a:close/>
                <a:moveTo>
                  <a:pt x="5716" y="5003"/>
                </a:moveTo>
                <a:lnTo>
                  <a:pt x="5716" y="6693"/>
                </a:lnTo>
                <a:lnTo>
                  <a:pt x="3501" y="6693"/>
                </a:lnTo>
                <a:lnTo>
                  <a:pt x="3310" y="5003"/>
                </a:lnTo>
                <a:close/>
                <a:moveTo>
                  <a:pt x="8526" y="5003"/>
                </a:moveTo>
                <a:lnTo>
                  <a:pt x="8335" y="6693"/>
                </a:lnTo>
                <a:lnTo>
                  <a:pt x="6073" y="6693"/>
                </a:lnTo>
                <a:lnTo>
                  <a:pt x="6073" y="5003"/>
                </a:lnTo>
                <a:close/>
                <a:moveTo>
                  <a:pt x="11121" y="5003"/>
                </a:moveTo>
                <a:lnTo>
                  <a:pt x="10788" y="6693"/>
                </a:lnTo>
                <a:lnTo>
                  <a:pt x="8692" y="6693"/>
                </a:lnTo>
                <a:lnTo>
                  <a:pt x="8883" y="5003"/>
                </a:lnTo>
                <a:close/>
                <a:moveTo>
                  <a:pt x="3167" y="7051"/>
                </a:moveTo>
                <a:lnTo>
                  <a:pt x="3334" y="8765"/>
                </a:lnTo>
                <a:lnTo>
                  <a:pt x="1429" y="8765"/>
                </a:lnTo>
                <a:lnTo>
                  <a:pt x="1119" y="7051"/>
                </a:lnTo>
                <a:close/>
                <a:moveTo>
                  <a:pt x="5763" y="7051"/>
                </a:moveTo>
                <a:lnTo>
                  <a:pt x="5763" y="8765"/>
                </a:lnTo>
                <a:lnTo>
                  <a:pt x="3691" y="8765"/>
                </a:lnTo>
                <a:lnTo>
                  <a:pt x="3525" y="7051"/>
                </a:lnTo>
                <a:close/>
                <a:moveTo>
                  <a:pt x="8335" y="7051"/>
                </a:moveTo>
                <a:lnTo>
                  <a:pt x="8168" y="8765"/>
                </a:lnTo>
                <a:lnTo>
                  <a:pt x="6120" y="8765"/>
                </a:lnTo>
                <a:lnTo>
                  <a:pt x="6120" y="7051"/>
                </a:lnTo>
                <a:close/>
                <a:moveTo>
                  <a:pt x="10717" y="7051"/>
                </a:moveTo>
                <a:lnTo>
                  <a:pt x="10407" y="8765"/>
                </a:lnTo>
                <a:lnTo>
                  <a:pt x="8502" y="8765"/>
                </a:lnTo>
                <a:lnTo>
                  <a:pt x="8669" y="7051"/>
                </a:lnTo>
                <a:close/>
                <a:moveTo>
                  <a:pt x="3334" y="9075"/>
                </a:moveTo>
                <a:lnTo>
                  <a:pt x="3501" y="10599"/>
                </a:lnTo>
                <a:lnTo>
                  <a:pt x="2096" y="10599"/>
                </a:lnTo>
                <a:cubicBezTo>
                  <a:pt x="1905" y="10599"/>
                  <a:pt x="1739" y="10480"/>
                  <a:pt x="1715" y="10266"/>
                </a:cubicBezTo>
                <a:lnTo>
                  <a:pt x="1477" y="9075"/>
                </a:lnTo>
                <a:close/>
                <a:moveTo>
                  <a:pt x="5716" y="9075"/>
                </a:moveTo>
                <a:lnTo>
                  <a:pt x="5716" y="10599"/>
                </a:lnTo>
                <a:lnTo>
                  <a:pt x="3858" y="10599"/>
                </a:lnTo>
                <a:lnTo>
                  <a:pt x="3691" y="9075"/>
                </a:lnTo>
                <a:close/>
                <a:moveTo>
                  <a:pt x="8097" y="9075"/>
                </a:moveTo>
                <a:lnTo>
                  <a:pt x="7954" y="10599"/>
                </a:lnTo>
                <a:lnTo>
                  <a:pt x="6073" y="10599"/>
                </a:lnTo>
                <a:lnTo>
                  <a:pt x="6073" y="9075"/>
                </a:lnTo>
                <a:close/>
                <a:moveTo>
                  <a:pt x="10336" y="9122"/>
                </a:moveTo>
                <a:lnTo>
                  <a:pt x="10097" y="10313"/>
                </a:lnTo>
                <a:cubicBezTo>
                  <a:pt x="10074" y="10480"/>
                  <a:pt x="9931" y="10623"/>
                  <a:pt x="9716" y="10623"/>
                </a:cubicBezTo>
                <a:lnTo>
                  <a:pt x="8311" y="10623"/>
                </a:lnTo>
                <a:lnTo>
                  <a:pt x="8454" y="9122"/>
                </a:lnTo>
                <a:close/>
                <a:moveTo>
                  <a:pt x="5550" y="1"/>
                </a:moveTo>
                <a:cubicBezTo>
                  <a:pt x="5497" y="1"/>
                  <a:pt x="5441" y="8"/>
                  <a:pt x="5382" y="25"/>
                </a:cubicBezTo>
                <a:cubicBezTo>
                  <a:pt x="5239" y="73"/>
                  <a:pt x="5144" y="192"/>
                  <a:pt x="5073" y="311"/>
                </a:cubicBezTo>
                <a:lnTo>
                  <a:pt x="3096" y="4121"/>
                </a:lnTo>
                <a:cubicBezTo>
                  <a:pt x="3048" y="4241"/>
                  <a:pt x="3001" y="4383"/>
                  <a:pt x="3072" y="4526"/>
                </a:cubicBezTo>
                <a:cubicBezTo>
                  <a:pt x="3096" y="4598"/>
                  <a:pt x="3096" y="4622"/>
                  <a:pt x="3144" y="4645"/>
                </a:cubicBezTo>
                <a:lnTo>
                  <a:pt x="548" y="4645"/>
                </a:lnTo>
                <a:cubicBezTo>
                  <a:pt x="429" y="4645"/>
                  <a:pt x="334" y="4550"/>
                  <a:pt x="334" y="4431"/>
                </a:cubicBezTo>
                <a:cubicBezTo>
                  <a:pt x="334" y="4312"/>
                  <a:pt x="429" y="4241"/>
                  <a:pt x="548" y="4241"/>
                </a:cubicBezTo>
                <a:lnTo>
                  <a:pt x="2548" y="4241"/>
                </a:lnTo>
                <a:cubicBezTo>
                  <a:pt x="2620" y="4241"/>
                  <a:pt x="2715" y="4145"/>
                  <a:pt x="2715" y="4050"/>
                </a:cubicBezTo>
                <a:cubicBezTo>
                  <a:pt x="2715" y="3955"/>
                  <a:pt x="2620" y="3859"/>
                  <a:pt x="2548" y="3859"/>
                </a:cubicBezTo>
                <a:lnTo>
                  <a:pt x="548" y="3859"/>
                </a:lnTo>
                <a:cubicBezTo>
                  <a:pt x="238" y="3859"/>
                  <a:pt x="0" y="4098"/>
                  <a:pt x="0" y="4407"/>
                </a:cubicBezTo>
                <a:cubicBezTo>
                  <a:pt x="0" y="4645"/>
                  <a:pt x="191" y="4860"/>
                  <a:pt x="405" y="4955"/>
                </a:cubicBezTo>
                <a:lnTo>
                  <a:pt x="1405" y="10337"/>
                </a:lnTo>
                <a:cubicBezTo>
                  <a:pt x="1477" y="10694"/>
                  <a:pt x="1762" y="10932"/>
                  <a:pt x="2120" y="10932"/>
                </a:cubicBezTo>
                <a:lnTo>
                  <a:pt x="9740" y="10932"/>
                </a:lnTo>
                <a:cubicBezTo>
                  <a:pt x="10097" y="10932"/>
                  <a:pt x="10407" y="10694"/>
                  <a:pt x="10455" y="10337"/>
                </a:cubicBezTo>
                <a:lnTo>
                  <a:pt x="11479" y="4955"/>
                </a:lnTo>
                <a:cubicBezTo>
                  <a:pt x="11717" y="4883"/>
                  <a:pt x="11860" y="4669"/>
                  <a:pt x="11860" y="4407"/>
                </a:cubicBezTo>
                <a:cubicBezTo>
                  <a:pt x="11860" y="4145"/>
                  <a:pt x="11622" y="3907"/>
                  <a:pt x="11312" y="3907"/>
                </a:cubicBezTo>
                <a:lnTo>
                  <a:pt x="8669" y="3907"/>
                </a:lnTo>
                <a:lnTo>
                  <a:pt x="6787" y="311"/>
                </a:lnTo>
                <a:cubicBezTo>
                  <a:pt x="6740" y="192"/>
                  <a:pt x="6621" y="73"/>
                  <a:pt x="6478" y="25"/>
                </a:cubicBezTo>
                <a:cubicBezTo>
                  <a:pt x="6417" y="17"/>
                  <a:pt x="6359" y="11"/>
                  <a:pt x="6304" y="11"/>
                </a:cubicBezTo>
                <a:cubicBezTo>
                  <a:pt x="6210" y="11"/>
                  <a:pt x="6124" y="28"/>
                  <a:pt x="6049" y="73"/>
                </a:cubicBezTo>
                <a:cubicBezTo>
                  <a:pt x="5978" y="97"/>
                  <a:pt x="5954" y="121"/>
                  <a:pt x="5930" y="144"/>
                </a:cubicBezTo>
                <a:cubicBezTo>
                  <a:pt x="5906" y="121"/>
                  <a:pt x="5835" y="97"/>
                  <a:pt x="5811" y="73"/>
                </a:cubicBezTo>
                <a:cubicBezTo>
                  <a:pt x="5734" y="27"/>
                  <a:pt x="5647" y="1"/>
                  <a:pt x="5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14" name="Google Shape;4414;p58"/>
          <p:cNvGrpSpPr/>
          <p:nvPr/>
        </p:nvGrpSpPr>
        <p:grpSpPr>
          <a:xfrm>
            <a:off x="3357875" y="2102803"/>
            <a:ext cx="399301" cy="363227"/>
            <a:chOff x="3357875" y="2338028"/>
            <a:chExt cx="399301" cy="363227"/>
          </a:xfrm>
        </p:grpSpPr>
        <p:sp>
          <p:nvSpPr>
            <p:cNvPr id="4415" name="Google Shape;4415;p58"/>
            <p:cNvSpPr/>
            <p:nvPr/>
          </p:nvSpPr>
          <p:spPr>
            <a:xfrm>
              <a:off x="3357875" y="2338028"/>
              <a:ext cx="349877" cy="285122"/>
            </a:xfrm>
            <a:custGeom>
              <a:avLst/>
              <a:gdLst/>
              <a:ahLst/>
              <a:cxnLst/>
              <a:rect l="l" t="t" r="r" b="b"/>
              <a:pathLst>
                <a:path w="10455" h="8520" extrusionOk="0">
                  <a:moveTo>
                    <a:pt x="5239" y="399"/>
                  </a:moveTo>
                  <a:lnTo>
                    <a:pt x="8716" y="1995"/>
                  </a:lnTo>
                  <a:lnTo>
                    <a:pt x="5239" y="3567"/>
                  </a:lnTo>
                  <a:lnTo>
                    <a:pt x="1763" y="1995"/>
                  </a:lnTo>
                  <a:lnTo>
                    <a:pt x="5239" y="399"/>
                  </a:lnTo>
                  <a:close/>
                  <a:moveTo>
                    <a:pt x="1429" y="2185"/>
                  </a:moveTo>
                  <a:lnTo>
                    <a:pt x="5001" y="3829"/>
                  </a:lnTo>
                  <a:lnTo>
                    <a:pt x="4049" y="5472"/>
                  </a:lnTo>
                  <a:lnTo>
                    <a:pt x="477" y="3829"/>
                  </a:lnTo>
                  <a:lnTo>
                    <a:pt x="1429" y="2185"/>
                  </a:lnTo>
                  <a:close/>
                  <a:moveTo>
                    <a:pt x="9074" y="2185"/>
                  </a:moveTo>
                  <a:lnTo>
                    <a:pt x="10026" y="3829"/>
                  </a:lnTo>
                  <a:lnTo>
                    <a:pt x="6454" y="5472"/>
                  </a:lnTo>
                  <a:lnTo>
                    <a:pt x="5501" y="3829"/>
                  </a:lnTo>
                  <a:lnTo>
                    <a:pt x="9074" y="2185"/>
                  </a:lnTo>
                  <a:close/>
                  <a:moveTo>
                    <a:pt x="5228" y="0"/>
                  </a:moveTo>
                  <a:cubicBezTo>
                    <a:pt x="5204" y="0"/>
                    <a:pt x="5180" y="6"/>
                    <a:pt x="5144" y="18"/>
                  </a:cubicBezTo>
                  <a:lnTo>
                    <a:pt x="1239" y="1804"/>
                  </a:lnTo>
                  <a:cubicBezTo>
                    <a:pt x="1215" y="1804"/>
                    <a:pt x="1191" y="1852"/>
                    <a:pt x="1167" y="1876"/>
                  </a:cubicBezTo>
                  <a:lnTo>
                    <a:pt x="24" y="3805"/>
                  </a:lnTo>
                  <a:cubicBezTo>
                    <a:pt x="0" y="3829"/>
                    <a:pt x="0" y="3900"/>
                    <a:pt x="0" y="3948"/>
                  </a:cubicBezTo>
                  <a:cubicBezTo>
                    <a:pt x="0" y="4019"/>
                    <a:pt x="48" y="4043"/>
                    <a:pt x="96" y="4067"/>
                  </a:cubicBezTo>
                  <a:lnTo>
                    <a:pt x="3977" y="5853"/>
                  </a:lnTo>
                  <a:cubicBezTo>
                    <a:pt x="4025" y="5853"/>
                    <a:pt x="4049" y="5900"/>
                    <a:pt x="4049" y="5900"/>
                  </a:cubicBezTo>
                  <a:cubicBezTo>
                    <a:pt x="4096" y="5900"/>
                    <a:pt x="4168" y="5853"/>
                    <a:pt x="4192" y="5805"/>
                  </a:cubicBezTo>
                  <a:lnTo>
                    <a:pt x="5001" y="4400"/>
                  </a:lnTo>
                  <a:lnTo>
                    <a:pt x="5001" y="8044"/>
                  </a:lnTo>
                  <a:lnTo>
                    <a:pt x="1453" y="6424"/>
                  </a:lnTo>
                  <a:lnTo>
                    <a:pt x="1453" y="5305"/>
                  </a:lnTo>
                  <a:cubicBezTo>
                    <a:pt x="1453" y="5210"/>
                    <a:pt x="1358" y="5115"/>
                    <a:pt x="1286" y="5115"/>
                  </a:cubicBezTo>
                  <a:cubicBezTo>
                    <a:pt x="1191" y="5115"/>
                    <a:pt x="1096" y="5210"/>
                    <a:pt x="1096" y="5305"/>
                  </a:cubicBezTo>
                  <a:lnTo>
                    <a:pt x="1096" y="6543"/>
                  </a:lnTo>
                  <a:cubicBezTo>
                    <a:pt x="1096" y="6615"/>
                    <a:pt x="1120" y="6662"/>
                    <a:pt x="1191" y="6686"/>
                  </a:cubicBezTo>
                  <a:lnTo>
                    <a:pt x="5097" y="8472"/>
                  </a:lnTo>
                  <a:cubicBezTo>
                    <a:pt x="5120" y="8472"/>
                    <a:pt x="5144" y="8520"/>
                    <a:pt x="5144" y="8520"/>
                  </a:cubicBezTo>
                  <a:cubicBezTo>
                    <a:pt x="5168" y="8520"/>
                    <a:pt x="5216" y="8520"/>
                    <a:pt x="5216" y="8472"/>
                  </a:cubicBezTo>
                  <a:lnTo>
                    <a:pt x="5763" y="8210"/>
                  </a:lnTo>
                  <a:cubicBezTo>
                    <a:pt x="5859" y="8187"/>
                    <a:pt x="5882" y="8068"/>
                    <a:pt x="5859" y="7972"/>
                  </a:cubicBezTo>
                  <a:cubicBezTo>
                    <a:pt x="5840" y="7899"/>
                    <a:pt x="5767" y="7868"/>
                    <a:pt x="5690" y="7868"/>
                  </a:cubicBezTo>
                  <a:cubicBezTo>
                    <a:pt x="5667" y="7868"/>
                    <a:pt x="5643" y="7871"/>
                    <a:pt x="5620" y="7877"/>
                  </a:cubicBezTo>
                  <a:lnTo>
                    <a:pt x="5335" y="8044"/>
                  </a:lnTo>
                  <a:lnTo>
                    <a:pt x="5335" y="4400"/>
                  </a:lnTo>
                  <a:lnTo>
                    <a:pt x="6121" y="5805"/>
                  </a:lnTo>
                  <a:cubicBezTo>
                    <a:pt x="6164" y="5863"/>
                    <a:pt x="6216" y="5894"/>
                    <a:pt x="6261" y="5894"/>
                  </a:cubicBezTo>
                  <a:cubicBezTo>
                    <a:pt x="6290" y="5894"/>
                    <a:pt x="6316" y="5881"/>
                    <a:pt x="6335" y="5853"/>
                  </a:cubicBezTo>
                  <a:lnTo>
                    <a:pt x="10240" y="4067"/>
                  </a:lnTo>
                  <a:cubicBezTo>
                    <a:pt x="10288" y="4043"/>
                    <a:pt x="10336" y="4019"/>
                    <a:pt x="10336" y="3948"/>
                  </a:cubicBezTo>
                  <a:cubicBezTo>
                    <a:pt x="10455" y="3924"/>
                    <a:pt x="10455" y="3876"/>
                    <a:pt x="10431" y="3805"/>
                  </a:cubicBezTo>
                  <a:lnTo>
                    <a:pt x="9288" y="1876"/>
                  </a:lnTo>
                  <a:cubicBezTo>
                    <a:pt x="9264" y="1852"/>
                    <a:pt x="9240" y="1804"/>
                    <a:pt x="9193" y="1804"/>
                  </a:cubicBezTo>
                  <a:lnTo>
                    <a:pt x="5311" y="18"/>
                  </a:lnTo>
                  <a:cubicBezTo>
                    <a:pt x="5275" y="6"/>
                    <a:pt x="5251" y="0"/>
                    <a:pt x="52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8"/>
            <p:cNvSpPr/>
            <p:nvPr/>
          </p:nvSpPr>
          <p:spPr>
            <a:xfrm>
              <a:off x="3572249" y="2516327"/>
              <a:ext cx="184928" cy="184928"/>
            </a:xfrm>
            <a:custGeom>
              <a:avLst/>
              <a:gdLst/>
              <a:ahLst/>
              <a:cxnLst/>
              <a:rect l="l" t="t" r="r" b="b"/>
              <a:pathLst>
                <a:path w="5526" h="5526" extrusionOk="0">
                  <a:moveTo>
                    <a:pt x="2763" y="334"/>
                  </a:moveTo>
                  <a:cubicBezTo>
                    <a:pt x="4096" y="334"/>
                    <a:pt x="5216" y="1430"/>
                    <a:pt x="5216" y="2763"/>
                  </a:cubicBezTo>
                  <a:cubicBezTo>
                    <a:pt x="5168" y="4097"/>
                    <a:pt x="4096" y="5192"/>
                    <a:pt x="2763" y="5192"/>
                  </a:cubicBezTo>
                  <a:cubicBezTo>
                    <a:pt x="1429" y="5192"/>
                    <a:pt x="334" y="4097"/>
                    <a:pt x="334" y="2763"/>
                  </a:cubicBezTo>
                  <a:cubicBezTo>
                    <a:pt x="334" y="1430"/>
                    <a:pt x="1429" y="334"/>
                    <a:pt x="2763" y="334"/>
                  </a:cubicBezTo>
                  <a:close/>
                  <a:moveTo>
                    <a:pt x="2763" y="1"/>
                  </a:moveTo>
                  <a:cubicBezTo>
                    <a:pt x="1239" y="1"/>
                    <a:pt x="0" y="1239"/>
                    <a:pt x="0" y="2763"/>
                  </a:cubicBezTo>
                  <a:cubicBezTo>
                    <a:pt x="0" y="4287"/>
                    <a:pt x="1239" y="5526"/>
                    <a:pt x="2763" y="5526"/>
                  </a:cubicBezTo>
                  <a:cubicBezTo>
                    <a:pt x="4287" y="5526"/>
                    <a:pt x="5525" y="4287"/>
                    <a:pt x="5525" y="2763"/>
                  </a:cubicBezTo>
                  <a:cubicBezTo>
                    <a:pt x="5525" y="1239"/>
                    <a:pt x="4287"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8"/>
            <p:cNvSpPr/>
            <p:nvPr/>
          </p:nvSpPr>
          <p:spPr>
            <a:xfrm>
              <a:off x="3624052" y="2554979"/>
              <a:ext cx="83696" cy="92096"/>
            </a:xfrm>
            <a:custGeom>
              <a:avLst/>
              <a:gdLst/>
              <a:ahLst/>
              <a:cxnLst/>
              <a:rect l="l" t="t" r="r" b="b"/>
              <a:pathLst>
                <a:path w="2501" h="2752" extrusionOk="0">
                  <a:moveTo>
                    <a:pt x="1177" y="0"/>
                  </a:moveTo>
                  <a:cubicBezTo>
                    <a:pt x="916" y="0"/>
                    <a:pt x="665" y="98"/>
                    <a:pt x="453" y="275"/>
                  </a:cubicBezTo>
                  <a:cubicBezTo>
                    <a:pt x="167" y="513"/>
                    <a:pt x="0" y="822"/>
                    <a:pt x="0" y="1203"/>
                  </a:cubicBezTo>
                  <a:cubicBezTo>
                    <a:pt x="0" y="1275"/>
                    <a:pt x="96" y="1370"/>
                    <a:pt x="167" y="1370"/>
                  </a:cubicBezTo>
                  <a:cubicBezTo>
                    <a:pt x="262" y="1370"/>
                    <a:pt x="357" y="1275"/>
                    <a:pt x="357" y="1203"/>
                  </a:cubicBezTo>
                  <a:cubicBezTo>
                    <a:pt x="357" y="918"/>
                    <a:pt x="477" y="680"/>
                    <a:pt x="691" y="537"/>
                  </a:cubicBezTo>
                  <a:cubicBezTo>
                    <a:pt x="837" y="427"/>
                    <a:pt x="1039" y="346"/>
                    <a:pt x="1232" y="346"/>
                  </a:cubicBezTo>
                  <a:cubicBezTo>
                    <a:pt x="1291" y="346"/>
                    <a:pt x="1350" y="353"/>
                    <a:pt x="1405" y="370"/>
                  </a:cubicBezTo>
                  <a:cubicBezTo>
                    <a:pt x="1715" y="418"/>
                    <a:pt x="1953" y="680"/>
                    <a:pt x="2048" y="1013"/>
                  </a:cubicBezTo>
                  <a:cubicBezTo>
                    <a:pt x="2144" y="1465"/>
                    <a:pt x="1905" y="1870"/>
                    <a:pt x="1453" y="2013"/>
                  </a:cubicBezTo>
                  <a:cubicBezTo>
                    <a:pt x="1215" y="2085"/>
                    <a:pt x="1048" y="2323"/>
                    <a:pt x="1048" y="2561"/>
                  </a:cubicBezTo>
                  <a:cubicBezTo>
                    <a:pt x="1048" y="2656"/>
                    <a:pt x="1120" y="2751"/>
                    <a:pt x="1215" y="2751"/>
                  </a:cubicBezTo>
                  <a:cubicBezTo>
                    <a:pt x="1310" y="2751"/>
                    <a:pt x="1405" y="2656"/>
                    <a:pt x="1405" y="2561"/>
                  </a:cubicBezTo>
                  <a:cubicBezTo>
                    <a:pt x="1405" y="2466"/>
                    <a:pt x="1453" y="2370"/>
                    <a:pt x="1548" y="2347"/>
                  </a:cubicBezTo>
                  <a:cubicBezTo>
                    <a:pt x="2144" y="2180"/>
                    <a:pt x="2501" y="1585"/>
                    <a:pt x="2382" y="965"/>
                  </a:cubicBezTo>
                  <a:cubicBezTo>
                    <a:pt x="2286" y="513"/>
                    <a:pt x="1905" y="132"/>
                    <a:pt x="1453" y="37"/>
                  </a:cubicBezTo>
                  <a:cubicBezTo>
                    <a:pt x="1361" y="12"/>
                    <a:pt x="1268"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8"/>
            <p:cNvSpPr/>
            <p:nvPr/>
          </p:nvSpPr>
          <p:spPr>
            <a:xfrm>
              <a:off x="3659123" y="2656611"/>
              <a:ext cx="11980" cy="11980"/>
            </a:xfrm>
            <a:custGeom>
              <a:avLst/>
              <a:gdLst/>
              <a:ahLst/>
              <a:cxnLst/>
              <a:rect l="l" t="t" r="r" b="b"/>
              <a:pathLst>
                <a:path w="358" h="358" extrusionOk="0">
                  <a:moveTo>
                    <a:pt x="167" y="0"/>
                  </a:moveTo>
                  <a:cubicBezTo>
                    <a:pt x="72" y="0"/>
                    <a:pt x="0" y="95"/>
                    <a:pt x="0" y="191"/>
                  </a:cubicBezTo>
                  <a:cubicBezTo>
                    <a:pt x="0" y="262"/>
                    <a:pt x="72" y="357"/>
                    <a:pt x="167" y="357"/>
                  </a:cubicBezTo>
                  <a:cubicBezTo>
                    <a:pt x="262" y="357"/>
                    <a:pt x="357" y="262"/>
                    <a:pt x="357" y="191"/>
                  </a:cubicBezTo>
                  <a:cubicBezTo>
                    <a:pt x="357" y="72"/>
                    <a:pt x="262"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9" name="Google Shape;4419;p58"/>
          <p:cNvGrpSpPr/>
          <p:nvPr/>
        </p:nvGrpSpPr>
        <p:grpSpPr>
          <a:xfrm>
            <a:off x="6697032" y="1484980"/>
            <a:ext cx="397732" cy="397698"/>
            <a:chOff x="6697032" y="1720205"/>
            <a:chExt cx="397732" cy="397698"/>
          </a:xfrm>
        </p:grpSpPr>
        <p:sp>
          <p:nvSpPr>
            <p:cNvPr id="4420" name="Google Shape;4420;p58"/>
            <p:cNvSpPr/>
            <p:nvPr/>
          </p:nvSpPr>
          <p:spPr>
            <a:xfrm>
              <a:off x="6728121" y="2069274"/>
              <a:ext cx="43069" cy="11980"/>
            </a:xfrm>
            <a:custGeom>
              <a:avLst/>
              <a:gdLst/>
              <a:ahLst/>
              <a:cxnLst/>
              <a:rect l="l" t="t" r="r" b="b"/>
              <a:pathLst>
                <a:path w="1287" h="358" extrusionOk="0">
                  <a:moveTo>
                    <a:pt x="167" y="0"/>
                  </a:moveTo>
                  <a:cubicBezTo>
                    <a:pt x="96" y="0"/>
                    <a:pt x="1" y="71"/>
                    <a:pt x="1" y="167"/>
                  </a:cubicBezTo>
                  <a:cubicBezTo>
                    <a:pt x="1" y="262"/>
                    <a:pt x="72" y="357"/>
                    <a:pt x="167" y="357"/>
                  </a:cubicBezTo>
                  <a:lnTo>
                    <a:pt x="1096" y="357"/>
                  </a:lnTo>
                  <a:cubicBezTo>
                    <a:pt x="1191" y="357"/>
                    <a:pt x="1287" y="262"/>
                    <a:pt x="1287" y="167"/>
                  </a:cubicBezTo>
                  <a:cubicBezTo>
                    <a:pt x="1287" y="48"/>
                    <a:pt x="1215" y="0"/>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8"/>
            <p:cNvSpPr/>
            <p:nvPr/>
          </p:nvSpPr>
          <p:spPr>
            <a:xfrm>
              <a:off x="6728121" y="2043740"/>
              <a:ext cx="61408" cy="12014"/>
            </a:xfrm>
            <a:custGeom>
              <a:avLst/>
              <a:gdLst/>
              <a:ahLst/>
              <a:cxnLst/>
              <a:rect l="l" t="t" r="r" b="b"/>
              <a:pathLst>
                <a:path w="1835" h="359" extrusionOk="0">
                  <a:moveTo>
                    <a:pt x="167" y="1"/>
                  </a:moveTo>
                  <a:cubicBezTo>
                    <a:pt x="96" y="1"/>
                    <a:pt x="1" y="96"/>
                    <a:pt x="1" y="191"/>
                  </a:cubicBezTo>
                  <a:cubicBezTo>
                    <a:pt x="1" y="287"/>
                    <a:pt x="96" y="358"/>
                    <a:pt x="167" y="358"/>
                  </a:cubicBezTo>
                  <a:lnTo>
                    <a:pt x="1668" y="358"/>
                  </a:lnTo>
                  <a:cubicBezTo>
                    <a:pt x="1763" y="358"/>
                    <a:pt x="1834" y="263"/>
                    <a:pt x="1834" y="191"/>
                  </a:cubicBezTo>
                  <a:cubicBezTo>
                    <a:pt x="1834" y="72"/>
                    <a:pt x="1763"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8"/>
            <p:cNvSpPr/>
            <p:nvPr/>
          </p:nvSpPr>
          <p:spPr>
            <a:xfrm>
              <a:off x="6697032" y="1720205"/>
              <a:ext cx="397732" cy="397698"/>
            </a:xfrm>
            <a:custGeom>
              <a:avLst/>
              <a:gdLst/>
              <a:ahLst/>
              <a:cxnLst/>
              <a:rect l="l" t="t" r="r" b="b"/>
              <a:pathLst>
                <a:path w="11885" h="11884" extrusionOk="0">
                  <a:moveTo>
                    <a:pt x="6217" y="358"/>
                  </a:moveTo>
                  <a:lnTo>
                    <a:pt x="6217" y="1882"/>
                  </a:lnTo>
                  <a:lnTo>
                    <a:pt x="5621" y="1882"/>
                  </a:lnTo>
                  <a:lnTo>
                    <a:pt x="5621" y="358"/>
                  </a:lnTo>
                  <a:close/>
                  <a:moveTo>
                    <a:pt x="3359" y="6097"/>
                  </a:moveTo>
                  <a:lnTo>
                    <a:pt x="3359" y="7621"/>
                  </a:lnTo>
                  <a:lnTo>
                    <a:pt x="2763" y="7621"/>
                  </a:lnTo>
                  <a:lnTo>
                    <a:pt x="2763" y="6097"/>
                  </a:lnTo>
                  <a:close/>
                  <a:moveTo>
                    <a:pt x="9122" y="6097"/>
                  </a:moveTo>
                  <a:lnTo>
                    <a:pt x="9122" y="7621"/>
                  </a:lnTo>
                  <a:lnTo>
                    <a:pt x="8527" y="7621"/>
                  </a:lnTo>
                  <a:lnTo>
                    <a:pt x="8527" y="6097"/>
                  </a:lnTo>
                  <a:close/>
                  <a:moveTo>
                    <a:pt x="8622" y="358"/>
                  </a:moveTo>
                  <a:lnTo>
                    <a:pt x="8622" y="5787"/>
                  </a:lnTo>
                  <a:lnTo>
                    <a:pt x="7979" y="5787"/>
                  </a:lnTo>
                  <a:cubicBezTo>
                    <a:pt x="7884" y="5787"/>
                    <a:pt x="7788" y="5859"/>
                    <a:pt x="7788" y="5954"/>
                  </a:cubicBezTo>
                  <a:cubicBezTo>
                    <a:pt x="7788" y="6049"/>
                    <a:pt x="7884" y="6144"/>
                    <a:pt x="7979" y="6144"/>
                  </a:cubicBezTo>
                  <a:lnTo>
                    <a:pt x="8193" y="6144"/>
                  </a:lnTo>
                  <a:lnTo>
                    <a:pt x="8193" y="7835"/>
                  </a:lnTo>
                  <a:cubicBezTo>
                    <a:pt x="8193" y="7930"/>
                    <a:pt x="8265" y="8002"/>
                    <a:pt x="8360" y="8002"/>
                  </a:cubicBezTo>
                  <a:lnTo>
                    <a:pt x="9289" y="8002"/>
                  </a:lnTo>
                  <a:cubicBezTo>
                    <a:pt x="9384" y="8002"/>
                    <a:pt x="9479" y="7907"/>
                    <a:pt x="9479" y="7835"/>
                  </a:cubicBezTo>
                  <a:lnTo>
                    <a:pt x="9479" y="6144"/>
                  </a:lnTo>
                  <a:lnTo>
                    <a:pt x="11527" y="6144"/>
                  </a:lnTo>
                  <a:lnTo>
                    <a:pt x="11527" y="11526"/>
                  </a:lnTo>
                  <a:lnTo>
                    <a:pt x="6097" y="11526"/>
                  </a:lnTo>
                  <a:lnTo>
                    <a:pt x="6097" y="6097"/>
                  </a:lnTo>
                  <a:lnTo>
                    <a:pt x="7241" y="6097"/>
                  </a:lnTo>
                  <a:cubicBezTo>
                    <a:pt x="7312" y="6097"/>
                    <a:pt x="7407" y="6025"/>
                    <a:pt x="7407" y="5930"/>
                  </a:cubicBezTo>
                  <a:cubicBezTo>
                    <a:pt x="7407" y="5835"/>
                    <a:pt x="7336" y="5740"/>
                    <a:pt x="7241" y="5740"/>
                  </a:cubicBezTo>
                  <a:lnTo>
                    <a:pt x="4645" y="5740"/>
                  </a:lnTo>
                  <a:cubicBezTo>
                    <a:pt x="4550" y="5740"/>
                    <a:pt x="4454" y="5835"/>
                    <a:pt x="4454" y="5930"/>
                  </a:cubicBezTo>
                  <a:cubicBezTo>
                    <a:pt x="4454" y="6025"/>
                    <a:pt x="4550" y="6097"/>
                    <a:pt x="4645" y="6097"/>
                  </a:cubicBezTo>
                  <a:lnTo>
                    <a:pt x="5764" y="6097"/>
                  </a:lnTo>
                  <a:lnTo>
                    <a:pt x="5764" y="11526"/>
                  </a:lnTo>
                  <a:lnTo>
                    <a:pt x="358" y="11526"/>
                  </a:lnTo>
                  <a:lnTo>
                    <a:pt x="358" y="6144"/>
                  </a:lnTo>
                  <a:lnTo>
                    <a:pt x="2406" y="6144"/>
                  </a:lnTo>
                  <a:lnTo>
                    <a:pt x="2406" y="7835"/>
                  </a:lnTo>
                  <a:cubicBezTo>
                    <a:pt x="2406" y="7930"/>
                    <a:pt x="2501" y="8002"/>
                    <a:pt x="2597" y="8002"/>
                  </a:cubicBezTo>
                  <a:lnTo>
                    <a:pt x="3502" y="8002"/>
                  </a:lnTo>
                  <a:cubicBezTo>
                    <a:pt x="3597" y="8002"/>
                    <a:pt x="3692" y="7907"/>
                    <a:pt x="3692" y="7835"/>
                  </a:cubicBezTo>
                  <a:lnTo>
                    <a:pt x="3692" y="6144"/>
                  </a:lnTo>
                  <a:lnTo>
                    <a:pt x="3907" y="6144"/>
                  </a:lnTo>
                  <a:cubicBezTo>
                    <a:pt x="3978" y="6144"/>
                    <a:pt x="4073" y="6049"/>
                    <a:pt x="4073" y="5954"/>
                  </a:cubicBezTo>
                  <a:cubicBezTo>
                    <a:pt x="4073" y="5859"/>
                    <a:pt x="4002" y="5787"/>
                    <a:pt x="3907" y="5787"/>
                  </a:cubicBezTo>
                  <a:lnTo>
                    <a:pt x="3240" y="5787"/>
                  </a:lnTo>
                  <a:lnTo>
                    <a:pt x="3240" y="358"/>
                  </a:lnTo>
                  <a:lnTo>
                    <a:pt x="5288" y="358"/>
                  </a:lnTo>
                  <a:lnTo>
                    <a:pt x="5288" y="2048"/>
                  </a:lnTo>
                  <a:cubicBezTo>
                    <a:pt x="5288" y="2144"/>
                    <a:pt x="5383" y="2239"/>
                    <a:pt x="5478" y="2239"/>
                  </a:cubicBezTo>
                  <a:lnTo>
                    <a:pt x="6407" y="2239"/>
                  </a:lnTo>
                  <a:cubicBezTo>
                    <a:pt x="6478" y="2239"/>
                    <a:pt x="6574" y="2144"/>
                    <a:pt x="6574" y="2048"/>
                  </a:cubicBezTo>
                  <a:lnTo>
                    <a:pt x="6574" y="358"/>
                  </a:lnTo>
                  <a:close/>
                  <a:moveTo>
                    <a:pt x="3240" y="0"/>
                  </a:moveTo>
                  <a:cubicBezTo>
                    <a:pt x="3049" y="0"/>
                    <a:pt x="2882" y="143"/>
                    <a:pt x="2882" y="358"/>
                  </a:cubicBezTo>
                  <a:lnTo>
                    <a:pt x="2882" y="5787"/>
                  </a:lnTo>
                  <a:lnTo>
                    <a:pt x="358" y="5787"/>
                  </a:lnTo>
                  <a:cubicBezTo>
                    <a:pt x="144" y="5787"/>
                    <a:pt x="1" y="5930"/>
                    <a:pt x="1" y="6144"/>
                  </a:cubicBezTo>
                  <a:lnTo>
                    <a:pt x="1" y="11526"/>
                  </a:lnTo>
                  <a:cubicBezTo>
                    <a:pt x="1" y="11717"/>
                    <a:pt x="144" y="11884"/>
                    <a:pt x="358" y="11884"/>
                  </a:cubicBezTo>
                  <a:lnTo>
                    <a:pt x="11527" y="11884"/>
                  </a:lnTo>
                  <a:cubicBezTo>
                    <a:pt x="11741" y="11884"/>
                    <a:pt x="11884" y="11717"/>
                    <a:pt x="11884" y="11526"/>
                  </a:cubicBezTo>
                  <a:lnTo>
                    <a:pt x="11884" y="6144"/>
                  </a:lnTo>
                  <a:cubicBezTo>
                    <a:pt x="11884" y="5930"/>
                    <a:pt x="11741" y="5787"/>
                    <a:pt x="11527" y="5787"/>
                  </a:cubicBezTo>
                  <a:lnTo>
                    <a:pt x="9003" y="5787"/>
                  </a:lnTo>
                  <a:lnTo>
                    <a:pt x="9003" y="358"/>
                  </a:lnTo>
                  <a:cubicBezTo>
                    <a:pt x="9003" y="143"/>
                    <a:pt x="8836" y="0"/>
                    <a:pt x="86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8"/>
            <p:cNvSpPr/>
            <p:nvPr/>
          </p:nvSpPr>
          <p:spPr>
            <a:xfrm>
              <a:off x="6920977" y="2069274"/>
              <a:ext cx="43069" cy="11980"/>
            </a:xfrm>
            <a:custGeom>
              <a:avLst/>
              <a:gdLst/>
              <a:ahLst/>
              <a:cxnLst/>
              <a:rect l="l" t="t" r="r" b="b"/>
              <a:pathLst>
                <a:path w="1287" h="358" extrusionOk="0">
                  <a:moveTo>
                    <a:pt x="191" y="0"/>
                  </a:moveTo>
                  <a:cubicBezTo>
                    <a:pt x="96" y="0"/>
                    <a:pt x="1" y="71"/>
                    <a:pt x="1" y="167"/>
                  </a:cubicBezTo>
                  <a:cubicBezTo>
                    <a:pt x="1" y="262"/>
                    <a:pt x="96" y="357"/>
                    <a:pt x="191" y="357"/>
                  </a:cubicBezTo>
                  <a:lnTo>
                    <a:pt x="1120" y="357"/>
                  </a:lnTo>
                  <a:cubicBezTo>
                    <a:pt x="1192" y="357"/>
                    <a:pt x="1287" y="262"/>
                    <a:pt x="1287" y="167"/>
                  </a:cubicBezTo>
                  <a:cubicBezTo>
                    <a:pt x="1287" y="48"/>
                    <a:pt x="119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8"/>
            <p:cNvSpPr/>
            <p:nvPr/>
          </p:nvSpPr>
          <p:spPr>
            <a:xfrm>
              <a:off x="6920977" y="2043740"/>
              <a:ext cx="62211" cy="12014"/>
            </a:xfrm>
            <a:custGeom>
              <a:avLst/>
              <a:gdLst/>
              <a:ahLst/>
              <a:cxnLst/>
              <a:rect l="l" t="t" r="r" b="b"/>
              <a:pathLst>
                <a:path w="1859" h="359" extrusionOk="0">
                  <a:moveTo>
                    <a:pt x="191" y="1"/>
                  </a:moveTo>
                  <a:cubicBezTo>
                    <a:pt x="96" y="1"/>
                    <a:pt x="1" y="96"/>
                    <a:pt x="1" y="191"/>
                  </a:cubicBezTo>
                  <a:cubicBezTo>
                    <a:pt x="1" y="287"/>
                    <a:pt x="96" y="358"/>
                    <a:pt x="191" y="358"/>
                  </a:cubicBezTo>
                  <a:lnTo>
                    <a:pt x="1668" y="358"/>
                  </a:lnTo>
                  <a:cubicBezTo>
                    <a:pt x="1763" y="358"/>
                    <a:pt x="1858" y="263"/>
                    <a:pt x="1858" y="191"/>
                  </a:cubicBezTo>
                  <a:cubicBezTo>
                    <a:pt x="1858" y="72"/>
                    <a:pt x="1763"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8"/>
            <p:cNvSpPr/>
            <p:nvPr/>
          </p:nvSpPr>
          <p:spPr>
            <a:xfrm>
              <a:off x="6824566" y="1875614"/>
              <a:ext cx="43069" cy="11980"/>
            </a:xfrm>
            <a:custGeom>
              <a:avLst/>
              <a:gdLst/>
              <a:ahLst/>
              <a:cxnLst/>
              <a:rect l="l" t="t" r="r" b="b"/>
              <a:pathLst>
                <a:path w="1287" h="358" extrusionOk="0">
                  <a:moveTo>
                    <a:pt x="191" y="0"/>
                  </a:moveTo>
                  <a:cubicBezTo>
                    <a:pt x="96" y="0"/>
                    <a:pt x="0" y="95"/>
                    <a:pt x="0" y="191"/>
                  </a:cubicBezTo>
                  <a:cubicBezTo>
                    <a:pt x="0" y="262"/>
                    <a:pt x="96" y="357"/>
                    <a:pt x="191" y="357"/>
                  </a:cubicBezTo>
                  <a:lnTo>
                    <a:pt x="1096" y="357"/>
                  </a:lnTo>
                  <a:cubicBezTo>
                    <a:pt x="1191" y="357"/>
                    <a:pt x="1286" y="262"/>
                    <a:pt x="1286" y="191"/>
                  </a:cubicBezTo>
                  <a:cubicBezTo>
                    <a:pt x="1286" y="95"/>
                    <a:pt x="1191" y="0"/>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8"/>
            <p:cNvSpPr/>
            <p:nvPr/>
          </p:nvSpPr>
          <p:spPr>
            <a:xfrm>
              <a:off x="6824566" y="1850884"/>
              <a:ext cx="62178" cy="12014"/>
            </a:xfrm>
            <a:custGeom>
              <a:avLst/>
              <a:gdLst/>
              <a:ahLst/>
              <a:cxnLst/>
              <a:rect l="l" t="t" r="r" b="b"/>
              <a:pathLst>
                <a:path w="1858" h="359" extrusionOk="0">
                  <a:moveTo>
                    <a:pt x="191" y="1"/>
                  </a:moveTo>
                  <a:cubicBezTo>
                    <a:pt x="96" y="1"/>
                    <a:pt x="0" y="96"/>
                    <a:pt x="0" y="168"/>
                  </a:cubicBezTo>
                  <a:cubicBezTo>
                    <a:pt x="0" y="263"/>
                    <a:pt x="96" y="358"/>
                    <a:pt x="191" y="358"/>
                  </a:cubicBezTo>
                  <a:lnTo>
                    <a:pt x="1667" y="358"/>
                  </a:lnTo>
                  <a:cubicBezTo>
                    <a:pt x="1763" y="358"/>
                    <a:pt x="1858" y="263"/>
                    <a:pt x="1858" y="168"/>
                  </a:cubicBezTo>
                  <a:cubicBezTo>
                    <a:pt x="1858" y="96"/>
                    <a:pt x="1763" y="1"/>
                    <a:pt x="1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7" name="Google Shape;4427;p58"/>
          <p:cNvGrpSpPr/>
          <p:nvPr/>
        </p:nvGrpSpPr>
        <p:grpSpPr>
          <a:xfrm>
            <a:off x="6049126" y="4065468"/>
            <a:ext cx="397732" cy="235928"/>
            <a:chOff x="6049126" y="4300693"/>
            <a:chExt cx="397732" cy="235928"/>
          </a:xfrm>
        </p:grpSpPr>
        <p:sp>
          <p:nvSpPr>
            <p:cNvPr id="4428" name="Google Shape;4428;p58"/>
            <p:cNvSpPr/>
            <p:nvPr/>
          </p:nvSpPr>
          <p:spPr>
            <a:xfrm>
              <a:off x="6124053" y="4487960"/>
              <a:ext cx="23927" cy="23961"/>
            </a:xfrm>
            <a:custGeom>
              <a:avLst/>
              <a:gdLst/>
              <a:ahLst/>
              <a:cxnLst/>
              <a:rect l="l" t="t" r="r" b="b"/>
              <a:pathLst>
                <a:path w="715" h="716" extrusionOk="0">
                  <a:moveTo>
                    <a:pt x="358" y="1"/>
                  </a:moveTo>
                  <a:cubicBezTo>
                    <a:pt x="167" y="1"/>
                    <a:pt x="0" y="143"/>
                    <a:pt x="0" y="358"/>
                  </a:cubicBezTo>
                  <a:cubicBezTo>
                    <a:pt x="0" y="548"/>
                    <a:pt x="167" y="715"/>
                    <a:pt x="358" y="715"/>
                  </a:cubicBezTo>
                  <a:cubicBezTo>
                    <a:pt x="572" y="715"/>
                    <a:pt x="715" y="548"/>
                    <a:pt x="715" y="358"/>
                  </a:cubicBezTo>
                  <a:cubicBezTo>
                    <a:pt x="715" y="143"/>
                    <a:pt x="572"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8"/>
            <p:cNvSpPr/>
            <p:nvPr/>
          </p:nvSpPr>
          <p:spPr>
            <a:xfrm>
              <a:off x="6373497" y="4487960"/>
              <a:ext cx="23927" cy="23961"/>
            </a:xfrm>
            <a:custGeom>
              <a:avLst/>
              <a:gdLst/>
              <a:ahLst/>
              <a:cxnLst/>
              <a:rect l="l" t="t" r="r" b="b"/>
              <a:pathLst>
                <a:path w="715" h="716" extrusionOk="0">
                  <a:moveTo>
                    <a:pt x="357" y="1"/>
                  </a:moveTo>
                  <a:cubicBezTo>
                    <a:pt x="143" y="1"/>
                    <a:pt x="0" y="143"/>
                    <a:pt x="0" y="358"/>
                  </a:cubicBezTo>
                  <a:cubicBezTo>
                    <a:pt x="0" y="548"/>
                    <a:pt x="143" y="715"/>
                    <a:pt x="357" y="715"/>
                  </a:cubicBezTo>
                  <a:cubicBezTo>
                    <a:pt x="572" y="715"/>
                    <a:pt x="715" y="548"/>
                    <a:pt x="715" y="358"/>
                  </a:cubicBezTo>
                  <a:cubicBezTo>
                    <a:pt x="715" y="143"/>
                    <a:pt x="572" y="1"/>
                    <a:pt x="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8"/>
            <p:cNvSpPr/>
            <p:nvPr/>
          </p:nvSpPr>
          <p:spPr>
            <a:xfrm>
              <a:off x="6049126" y="4300693"/>
              <a:ext cx="397732" cy="235928"/>
            </a:xfrm>
            <a:custGeom>
              <a:avLst/>
              <a:gdLst/>
              <a:ahLst/>
              <a:cxnLst/>
              <a:rect l="l" t="t" r="r" b="b"/>
              <a:pathLst>
                <a:path w="11885" h="7050" extrusionOk="0">
                  <a:moveTo>
                    <a:pt x="9026" y="1096"/>
                  </a:moveTo>
                  <a:cubicBezTo>
                    <a:pt x="9122" y="1096"/>
                    <a:pt x="9193" y="1143"/>
                    <a:pt x="9217" y="1215"/>
                  </a:cubicBezTo>
                  <a:lnTo>
                    <a:pt x="9312" y="1477"/>
                  </a:lnTo>
                  <a:lnTo>
                    <a:pt x="7383" y="1477"/>
                  </a:lnTo>
                  <a:lnTo>
                    <a:pt x="7383" y="1096"/>
                  </a:lnTo>
                  <a:close/>
                  <a:moveTo>
                    <a:pt x="8693" y="1834"/>
                  </a:moveTo>
                  <a:lnTo>
                    <a:pt x="9074" y="2786"/>
                  </a:lnTo>
                  <a:lnTo>
                    <a:pt x="7431" y="2786"/>
                  </a:lnTo>
                  <a:lnTo>
                    <a:pt x="7431" y="1834"/>
                  </a:lnTo>
                  <a:close/>
                  <a:moveTo>
                    <a:pt x="9455" y="1834"/>
                  </a:moveTo>
                  <a:lnTo>
                    <a:pt x="9812" y="2786"/>
                  </a:lnTo>
                  <a:lnTo>
                    <a:pt x="9431" y="2786"/>
                  </a:lnTo>
                  <a:lnTo>
                    <a:pt x="9074" y="1834"/>
                  </a:lnTo>
                  <a:close/>
                  <a:moveTo>
                    <a:pt x="7074" y="357"/>
                  </a:moveTo>
                  <a:lnTo>
                    <a:pt x="7074" y="4072"/>
                  </a:lnTo>
                  <a:lnTo>
                    <a:pt x="334" y="4072"/>
                  </a:lnTo>
                  <a:lnTo>
                    <a:pt x="334" y="357"/>
                  </a:lnTo>
                  <a:close/>
                  <a:moveTo>
                    <a:pt x="7097" y="4430"/>
                  </a:moveTo>
                  <a:lnTo>
                    <a:pt x="7097" y="5382"/>
                  </a:lnTo>
                  <a:lnTo>
                    <a:pt x="3549" y="5382"/>
                  </a:lnTo>
                  <a:cubicBezTo>
                    <a:pt x="3382" y="5049"/>
                    <a:pt x="3025" y="4811"/>
                    <a:pt x="2597" y="4811"/>
                  </a:cubicBezTo>
                  <a:cubicBezTo>
                    <a:pt x="2192" y="4811"/>
                    <a:pt x="1834" y="5049"/>
                    <a:pt x="1644" y="5382"/>
                  </a:cubicBezTo>
                  <a:lnTo>
                    <a:pt x="382" y="5382"/>
                  </a:lnTo>
                  <a:lnTo>
                    <a:pt x="382" y="4430"/>
                  </a:lnTo>
                  <a:close/>
                  <a:moveTo>
                    <a:pt x="9979" y="3168"/>
                  </a:moveTo>
                  <a:lnTo>
                    <a:pt x="11384" y="3644"/>
                  </a:lnTo>
                  <a:cubicBezTo>
                    <a:pt x="11479" y="3691"/>
                    <a:pt x="11527" y="3739"/>
                    <a:pt x="11527" y="3834"/>
                  </a:cubicBezTo>
                  <a:lnTo>
                    <a:pt x="11527" y="4096"/>
                  </a:lnTo>
                  <a:lnTo>
                    <a:pt x="11336" y="4096"/>
                  </a:lnTo>
                  <a:cubicBezTo>
                    <a:pt x="11241" y="4096"/>
                    <a:pt x="11146" y="4192"/>
                    <a:pt x="11146" y="4287"/>
                  </a:cubicBezTo>
                  <a:cubicBezTo>
                    <a:pt x="11146" y="4358"/>
                    <a:pt x="11241" y="4453"/>
                    <a:pt x="11336" y="4453"/>
                  </a:cubicBezTo>
                  <a:lnTo>
                    <a:pt x="11527" y="4453"/>
                  </a:lnTo>
                  <a:lnTo>
                    <a:pt x="11527" y="4882"/>
                  </a:lnTo>
                  <a:cubicBezTo>
                    <a:pt x="11527" y="5025"/>
                    <a:pt x="11456" y="5144"/>
                    <a:pt x="11336" y="5239"/>
                  </a:cubicBezTo>
                  <a:lnTo>
                    <a:pt x="10979" y="5406"/>
                  </a:lnTo>
                  <a:cubicBezTo>
                    <a:pt x="10765" y="5073"/>
                    <a:pt x="10432" y="4882"/>
                    <a:pt x="10003" y="4882"/>
                  </a:cubicBezTo>
                  <a:cubicBezTo>
                    <a:pt x="9598" y="4882"/>
                    <a:pt x="9241" y="5120"/>
                    <a:pt x="9050" y="5430"/>
                  </a:cubicBezTo>
                  <a:lnTo>
                    <a:pt x="7383" y="5430"/>
                  </a:lnTo>
                  <a:lnTo>
                    <a:pt x="7383" y="4477"/>
                  </a:lnTo>
                  <a:lnTo>
                    <a:pt x="10574" y="4477"/>
                  </a:lnTo>
                  <a:cubicBezTo>
                    <a:pt x="10670" y="4477"/>
                    <a:pt x="10765" y="4406"/>
                    <a:pt x="10765" y="4311"/>
                  </a:cubicBezTo>
                  <a:cubicBezTo>
                    <a:pt x="10765" y="4215"/>
                    <a:pt x="10670" y="4120"/>
                    <a:pt x="10574" y="4120"/>
                  </a:cubicBezTo>
                  <a:lnTo>
                    <a:pt x="7383" y="4120"/>
                  </a:lnTo>
                  <a:lnTo>
                    <a:pt x="7383" y="3168"/>
                  </a:lnTo>
                  <a:close/>
                  <a:moveTo>
                    <a:pt x="2597" y="5192"/>
                  </a:moveTo>
                  <a:cubicBezTo>
                    <a:pt x="3025" y="5192"/>
                    <a:pt x="3359" y="5525"/>
                    <a:pt x="3359" y="5954"/>
                  </a:cubicBezTo>
                  <a:cubicBezTo>
                    <a:pt x="3359" y="6359"/>
                    <a:pt x="3025" y="6692"/>
                    <a:pt x="2597" y="6692"/>
                  </a:cubicBezTo>
                  <a:cubicBezTo>
                    <a:pt x="2192" y="6692"/>
                    <a:pt x="1858" y="6359"/>
                    <a:pt x="1858" y="5954"/>
                  </a:cubicBezTo>
                  <a:cubicBezTo>
                    <a:pt x="1858" y="5525"/>
                    <a:pt x="2192" y="5192"/>
                    <a:pt x="2597" y="5192"/>
                  </a:cubicBezTo>
                  <a:close/>
                  <a:moveTo>
                    <a:pt x="10050" y="5192"/>
                  </a:moveTo>
                  <a:cubicBezTo>
                    <a:pt x="10455" y="5192"/>
                    <a:pt x="10789" y="5525"/>
                    <a:pt x="10789" y="5954"/>
                  </a:cubicBezTo>
                  <a:cubicBezTo>
                    <a:pt x="10789" y="6359"/>
                    <a:pt x="10455" y="6692"/>
                    <a:pt x="10050" y="6692"/>
                  </a:cubicBezTo>
                  <a:cubicBezTo>
                    <a:pt x="9622" y="6692"/>
                    <a:pt x="9312" y="6359"/>
                    <a:pt x="9312" y="5954"/>
                  </a:cubicBezTo>
                  <a:cubicBezTo>
                    <a:pt x="9312" y="5525"/>
                    <a:pt x="9622" y="5192"/>
                    <a:pt x="10050" y="5192"/>
                  </a:cubicBezTo>
                  <a:close/>
                  <a:moveTo>
                    <a:pt x="358" y="0"/>
                  </a:moveTo>
                  <a:cubicBezTo>
                    <a:pt x="167" y="0"/>
                    <a:pt x="1" y="143"/>
                    <a:pt x="1" y="357"/>
                  </a:cubicBezTo>
                  <a:lnTo>
                    <a:pt x="1" y="5382"/>
                  </a:lnTo>
                  <a:cubicBezTo>
                    <a:pt x="1" y="5573"/>
                    <a:pt x="167" y="5739"/>
                    <a:pt x="358" y="5739"/>
                  </a:cubicBezTo>
                  <a:lnTo>
                    <a:pt x="1501" y="5739"/>
                  </a:lnTo>
                  <a:cubicBezTo>
                    <a:pt x="1501" y="5787"/>
                    <a:pt x="1477" y="5859"/>
                    <a:pt x="1477" y="5930"/>
                  </a:cubicBezTo>
                  <a:cubicBezTo>
                    <a:pt x="1477" y="6525"/>
                    <a:pt x="1977" y="7049"/>
                    <a:pt x="2573" y="7049"/>
                  </a:cubicBezTo>
                  <a:cubicBezTo>
                    <a:pt x="3168" y="7049"/>
                    <a:pt x="3668" y="6525"/>
                    <a:pt x="3668" y="5930"/>
                  </a:cubicBezTo>
                  <a:cubicBezTo>
                    <a:pt x="3668" y="5882"/>
                    <a:pt x="3668" y="5835"/>
                    <a:pt x="3644" y="5739"/>
                  </a:cubicBezTo>
                  <a:lnTo>
                    <a:pt x="8955" y="5739"/>
                  </a:lnTo>
                  <a:cubicBezTo>
                    <a:pt x="8955" y="5787"/>
                    <a:pt x="8907" y="5859"/>
                    <a:pt x="8907" y="5930"/>
                  </a:cubicBezTo>
                  <a:cubicBezTo>
                    <a:pt x="8907" y="6525"/>
                    <a:pt x="9431" y="7049"/>
                    <a:pt x="10027" y="7049"/>
                  </a:cubicBezTo>
                  <a:cubicBezTo>
                    <a:pt x="10622" y="7049"/>
                    <a:pt x="11122" y="6525"/>
                    <a:pt x="11122" y="5930"/>
                  </a:cubicBezTo>
                  <a:cubicBezTo>
                    <a:pt x="11122" y="5859"/>
                    <a:pt x="11122" y="5763"/>
                    <a:pt x="11098" y="5692"/>
                  </a:cubicBezTo>
                  <a:lnTo>
                    <a:pt x="11456" y="5525"/>
                  </a:lnTo>
                  <a:cubicBezTo>
                    <a:pt x="11694" y="5406"/>
                    <a:pt x="11860" y="5144"/>
                    <a:pt x="11860" y="4858"/>
                  </a:cubicBezTo>
                  <a:lnTo>
                    <a:pt x="11860" y="3787"/>
                  </a:lnTo>
                  <a:cubicBezTo>
                    <a:pt x="11884" y="3572"/>
                    <a:pt x="11741" y="3358"/>
                    <a:pt x="11503" y="3263"/>
                  </a:cubicBezTo>
                  <a:lnTo>
                    <a:pt x="10170" y="2810"/>
                  </a:lnTo>
                  <a:lnTo>
                    <a:pt x="9550" y="1096"/>
                  </a:lnTo>
                  <a:cubicBezTo>
                    <a:pt x="9455" y="881"/>
                    <a:pt x="9241" y="738"/>
                    <a:pt x="9026" y="738"/>
                  </a:cubicBezTo>
                  <a:lnTo>
                    <a:pt x="7431" y="738"/>
                  </a:lnTo>
                  <a:lnTo>
                    <a:pt x="7431" y="357"/>
                  </a:lnTo>
                  <a:cubicBezTo>
                    <a:pt x="7431" y="143"/>
                    <a:pt x="7288" y="0"/>
                    <a:pt x="7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8"/>
            <p:cNvSpPr/>
            <p:nvPr/>
          </p:nvSpPr>
          <p:spPr>
            <a:xfrm>
              <a:off x="6099356" y="4344130"/>
              <a:ext cx="148250" cy="61776"/>
            </a:xfrm>
            <a:custGeom>
              <a:avLst/>
              <a:gdLst/>
              <a:ahLst/>
              <a:cxnLst/>
              <a:rect l="l" t="t" r="r" b="b"/>
              <a:pathLst>
                <a:path w="4430" h="1846" extrusionOk="0">
                  <a:moveTo>
                    <a:pt x="2951" y="0"/>
                  </a:moveTo>
                  <a:cubicBezTo>
                    <a:pt x="2892" y="0"/>
                    <a:pt x="2841" y="37"/>
                    <a:pt x="2810" y="83"/>
                  </a:cubicBezTo>
                  <a:cubicBezTo>
                    <a:pt x="2739" y="179"/>
                    <a:pt x="2763" y="274"/>
                    <a:pt x="2858" y="322"/>
                  </a:cubicBezTo>
                  <a:lnTo>
                    <a:pt x="3596" y="750"/>
                  </a:lnTo>
                  <a:lnTo>
                    <a:pt x="191" y="750"/>
                  </a:lnTo>
                  <a:cubicBezTo>
                    <a:pt x="95" y="750"/>
                    <a:pt x="0" y="846"/>
                    <a:pt x="0" y="917"/>
                  </a:cubicBezTo>
                  <a:cubicBezTo>
                    <a:pt x="0" y="1012"/>
                    <a:pt x="95" y="1107"/>
                    <a:pt x="191" y="1107"/>
                  </a:cubicBezTo>
                  <a:lnTo>
                    <a:pt x="3596" y="1107"/>
                  </a:lnTo>
                  <a:lnTo>
                    <a:pt x="2858" y="1512"/>
                  </a:lnTo>
                  <a:cubicBezTo>
                    <a:pt x="2763" y="1584"/>
                    <a:pt x="2739" y="1679"/>
                    <a:pt x="2810" y="1750"/>
                  </a:cubicBezTo>
                  <a:cubicBezTo>
                    <a:pt x="2834" y="1822"/>
                    <a:pt x="2882" y="1846"/>
                    <a:pt x="2953" y="1846"/>
                  </a:cubicBezTo>
                  <a:cubicBezTo>
                    <a:pt x="2977" y="1846"/>
                    <a:pt x="3001" y="1846"/>
                    <a:pt x="3048" y="1822"/>
                  </a:cubicBezTo>
                  <a:lnTo>
                    <a:pt x="4358" y="1084"/>
                  </a:lnTo>
                  <a:cubicBezTo>
                    <a:pt x="4406" y="1036"/>
                    <a:pt x="4430" y="988"/>
                    <a:pt x="4430" y="917"/>
                  </a:cubicBezTo>
                  <a:cubicBezTo>
                    <a:pt x="4430" y="869"/>
                    <a:pt x="4406" y="798"/>
                    <a:pt x="4358" y="774"/>
                  </a:cubicBezTo>
                  <a:lnTo>
                    <a:pt x="3048" y="36"/>
                  </a:lnTo>
                  <a:cubicBezTo>
                    <a:pt x="3015" y="11"/>
                    <a:pt x="2982" y="0"/>
                    <a:pt x="2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2" name="Google Shape;4432;p58"/>
          <p:cNvGrpSpPr/>
          <p:nvPr/>
        </p:nvGrpSpPr>
        <p:grpSpPr>
          <a:xfrm>
            <a:off x="7375258" y="1515265"/>
            <a:ext cx="396892" cy="334749"/>
            <a:chOff x="7375258" y="1750490"/>
            <a:chExt cx="396892" cy="334749"/>
          </a:xfrm>
        </p:grpSpPr>
        <p:sp>
          <p:nvSpPr>
            <p:cNvPr id="4433" name="Google Shape;4433;p58"/>
            <p:cNvSpPr/>
            <p:nvPr/>
          </p:nvSpPr>
          <p:spPr>
            <a:xfrm>
              <a:off x="7375258" y="1750490"/>
              <a:ext cx="346697" cy="247072"/>
            </a:xfrm>
            <a:custGeom>
              <a:avLst/>
              <a:gdLst/>
              <a:ahLst/>
              <a:cxnLst/>
              <a:rect l="l" t="t" r="r" b="b"/>
              <a:pathLst>
                <a:path w="10360" h="7383" extrusionOk="0">
                  <a:moveTo>
                    <a:pt x="9764" y="310"/>
                  </a:moveTo>
                  <a:cubicBezTo>
                    <a:pt x="9859" y="310"/>
                    <a:pt x="9931" y="381"/>
                    <a:pt x="9955" y="477"/>
                  </a:cubicBezTo>
                  <a:lnTo>
                    <a:pt x="6192" y="4120"/>
                  </a:lnTo>
                  <a:cubicBezTo>
                    <a:pt x="5894" y="4406"/>
                    <a:pt x="5525" y="4549"/>
                    <a:pt x="5156" y="4549"/>
                  </a:cubicBezTo>
                  <a:cubicBezTo>
                    <a:pt x="4787" y="4549"/>
                    <a:pt x="4418" y="4406"/>
                    <a:pt x="4120" y="4120"/>
                  </a:cubicBezTo>
                  <a:lnTo>
                    <a:pt x="310" y="477"/>
                  </a:lnTo>
                  <a:cubicBezTo>
                    <a:pt x="333" y="381"/>
                    <a:pt x="405" y="310"/>
                    <a:pt x="476" y="310"/>
                  </a:cubicBezTo>
                  <a:close/>
                  <a:moveTo>
                    <a:pt x="333" y="953"/>
                  </a:moveTo>
                  <a:lnTo>
                    <a:pt x="3191" y="3668"/>
                  </a:lnTo>
                  <a:lnTo>
                    <a:pt x="333" y="6454"/>
                  </a:lnTo>
                  <a:lnTo>
                    <a:pt x="333" y="953"/>
                  </a:lnTo>
                  <a:close/>
                  <a:moveTo>
                    <a:pt x="548" y="0"/>
                  </a:moveTo>
                  <a:cubicBezTo>
                    <a:pt x="238" y="0"/>
                    <a:pt x="0" y="238"/>
                    <a:pt x="0" y="524"/>
                  </a:cubicBezTo>
                  <a:lnTo>
                    <a:pt x="0" y="6835"/>
                  </a:lnTo>
                  <a:cubicBezTo>
                    <a:pt x="0" y="7145"/>
                    <a:pt x="238" y="7383"/>
                    <a:pt x="548" y="7383"/>
                  </a:cubicBezTo>
                  <a:lnTo>
                    <a:pt x="5763" y="7383"/>
                  </a:lnTo>
                  <a:cubicBezTo>
                    <a:pt x="5835" y="7383"/>
                    <a:pt x="5930" y="7287"/>
                    <a:pt x="5930" y="7192"/>
                  </a:cubicBezTo>
                  <a:cubicBezTo>
                    <a:pt x="5930" y="7097"/>
                    <a:pt x="5835" y="7025"/>
                    <a:pt x="5763" y="7025"/>
                  </a:cubicBezTo>
                  <a:lnTo>
                    <a:pt x="548" y="7025"/>
                  </a:lnTo>
                  <a:cubicBezTo>
                    <a:pt x="453" y="7025"/>
                    <a:pt x="405" y="6954"/>
                    <a:pt x="357" y="6859"/>
                  </a:cubicBezTo>
                  <a:lnTo>
                    <a:pt x="3453" y="3882"/>
                  </a:lnTo>
                  <a:lnTo>
                    <a:pt x="3906" y="4334"/>
                  </a:lnTo>
                  <a:cubicBezTo>
                    <a:pt x="4263" y="4692"/>
                    <a:pt x="4739" y="4835"/>
                    <a:pt x="5192" y="4835"/>
                  </a:cubicBezTo>
                  <a:cubicBezTo>
                    <a:pt x="5620" y="4835"/>
                    <a:pt x="6097" y="4668"/>
                    <a:pt x="6454" y="4334"/>
                  </a:cubicBezTo>
                  <a:lnTo>
                    <a:pt x="6906" y="3882"/>
                  </a:lnTo>
                  <a:lnTo>
                    <a:pt x="7359" y="4334"/>
                  </a:lnTo>
                  <a:cubicBezTo>
                    <a:pt x="7383" y="4358"/>
                    <a:pt x="7454" y="4406"/>
                    <a:pt x="7478" y="4406"/>
                  </a:cubicBezTo>
                  <a:cubicBezTo>
                    <a:pt x="7525" y="4406"/>
                    <a:pt x="7573" y="4358"/>
                    <a:pt x="7597" y="4334"/>
                  </a:cubicBezTo>
                  <a:cubicBezTo>
                    <a:pt x="7645" y="4287"/>
                    <a:pt x="7645" y="4168"/>
                    <a:pt x="7597" y="4096"/>
                  </a:cubicBezTo>
                  <a:lnTo>
                    <a:pt x="7144" y="3644"/>
                  </a:lnTo>
                  <a:lnTo>
                    <a:pt x="10002" y="905"/>
                  </a:lnTo>
                  <a:lnTo>
                    <a:pt x="10002" y="4049"/>
                  </a:lnTo>
                  <a:cubicBezTo>
                    <a:pt x="10002" y="4120"/>
                    <a:pt x="10097" y="4215"/>
                    <a:pt x="10193" y="4215"/>
                  </a:cubicBezTo>
                  <a:cubicBezTo>
                    <a:pt x="10264" y="4215"/>
                    <a:pt x="10359" y="4120"/>
                    <a:pt x="10359" y="4049"/>
                  </a:cubicBezTo>
                  <a:lnTo>
                    <a:pt x="10359" y="500"/>
                  </a:lnTo>
                  <a:cubicBezTo>
                    <a:pt x="10359" y="238"/>
                    <a:pt x="10121" y="0"/>
                    <a:pt x="9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8"/>
            <p:cNvSpPr/>
            <p:nvPr/>
          </p:nvSpPr>
          <p:spPr>
            <a:xfrm>
              <a:off x="7586419" y="1899508"/>
              <a:ext cx="185731" cy="185731"/>
            </a:xfrm>
            <a:custGeom>
              <a:avLst/>
              <a:gdLst/>
              <a:ahLst/>
              <a:cxnLst/>
              <a:rect l="l" t="t" r="r" b="b"/>
              <a:pathLst>
                <a:path w="5550" h="5550" extrusionOk="0">
                  <a:moveTo>
                    <a:pt x="2787" y="334"/>
                  </a:moveTo>
                  <a:cubicBezTo>
                    <a:pt x="4121" y="334"/>
                    <a:pt x="5216" y="1429"/>
                    <a:pt x="5216" y="2763"/>
                  </a:cubicBezTo>
                  <a:cubicBezTo>
                    <a:pt x="5192" y="4120"/>
                    <a:pt x="4121" y="5216"/>
                    <a:pt x="2787" y="5216"/>
                  </a:cubicBezTo>
                  <a:cubicBezTo>
                    <a:pt x="1430" y="5216"/>
                    <a:pt x="334" y="4120"/>
                    <a:pt x="334" y="2763"/>
                  </a:cubicBezTo>
                  <a:cubicBezTo>
                    <a:pt x="334" y="1429"/>
                    <a:pt x="1430" y="334"/>
                    <a:pt x="2787" y="334"/>
                  </a:cubicBezTo>
                  <a:close/>
                  <a:moveTo>
                    <a:pt x="2787" y="1"/>
                  </a:moveTo>
                  <a:cubicBezTo>
                    <a:pt x="1263" y="1"/>
                    <a:pt x="1" y="1263"/>
                    <a:pt x="1" y="2763"/>
                  </a:cubicBezTo>
                  <a:cubicBezTo>
                    <a:pt x="1" y="4287"/>
                    <a:pt x="1263" y="5549"/>
                    <a:pt x="2787" y="5549"/>
                  </a:cubicBezTo>
                  <a:cubicBezTo>
                    <a:pt x="4288" y="5549"/>
                    <a:pt x="5550" y="4287"/>
                    <a:pt x="5550" y="2763"/>
                  </a:cubicBezTo>
                  <a:cubicBezTo>
                    <a:pt x="5550" y="1263"/>
                    <a:pt x="4288" y="1"/>
                    <a:pt x="2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8"/>
            <p:cNvSpPr/>
            <p:nvPr/>
          </p:nvSpPr>
          <p:spPr>
            <a:xfrm>
              <a:off x="7633437" y="1964663"/>
              <a:ext cx="95676" cy="64788"/>
            </a:xfrm>
            <a:custGeom>
              <a:avLst/>
              <a:gdLst/>
              <a:ahLst/>
              <a:cxnLst/>
              <a:rect l="l" t="t" r="r" b="b"/>
              <a:pathLst>
                <a:path w="2859" h="1936" extrusionOk="0">
                  <a:moveTo>
                    <a:pt x="2683" y="0"/>
                  </a:moveTo>
                  <a:cubicBezTo>
                    <a:pt x="2638" y="0"/>
                    <a:pt x="2597" y="18"/>
                    <a:pt x="2573" y="54"/>
                  </a:cubicBezTo>
                  <a:lnTo>
                    <a:pt x="1096" y="1507"/>
                  </a:lnTo>
                  <a:lnTo>
                    <a:pt x="311" y="697"/>
                  </a:lnTo>
                  <a:cubicBezTo>
                    <a:pt x="275" y="673"/>
                    <a:pt x="227" y="661"/>
                    <a:pt x="183" y="661"/>
                  </a:cubicBezTo>
                  <a:cubicBezTo>
                    <a:pt x="138" y="661"/>
                    <a:pt x="96" y="673"/>
                    <a:pt x="72" y="697"/>
                  </a:cubicBezTo>
                  <a:cubicBezTo>
                    <a:pt x="1" y="768"/>
                    <a:pt x="1" y="887"/>
                    <a:pt x="72" y="935"/>
                  </a:cubicBezTo>
                  <a:lnTo>
                    <a:pt x="977" y="1864"/>
                  </a:lnTo>
                  <a:cubicBezTo>
                    <a:pt x="1025" y="1888"/>
                    <a:pt x="1073" y="1935"/>
                    <a:pt x="1096" y="1935"/>
                  </a:cubicBezTo>
                  <a:cubicBezTo>
                    <a:pt x="1168" y="1935"/>
                    <a:pt x="1192" y="1888"/>
                    <a:pt x="1215" y="1864"/>
                  </a:cubicBezTo>
                  <a:lnTo>
                    <a:pt x="2811" y="292"/>
                  </a:lnTo>
                  <a:cubicBezTo>
                    <a:pt x="2859" y="221"/>
                    <a:pt x="2859" y="149"/>
                    <a:pt x="2811" y="54"/>
                  </a:cubicBezTo>
                  <a:cubicBezTo>
                    <a:pt x="2775" y="18"/>
                    <a:pt x="2728" y="0"/>
                    <a:pt x="26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36" name="Google Shape;4436;p58"/>
          <p:cNvSpPr/>
          <p:nvPr/>
        </p:nvSpPr>
        <p:spPr>
          <a:xfrm>
            <a:off x="4036067" y="2100996"/>
            <a:ext cx="398468" cy="310856"/>
          </a:xfrm>
          <a:custGeom>
            <a:avLst/>
            <a:gdLst/>
            <a:ahLst/>
            <a:cxnLst/>
            <a:rect l="l" t="t" r="r" b="b"/>
            <a:pathLst>
              <a:path w="11907" h="9289" extrusionOk="0">
                <a:moveTo>
                  <a:pt x="4644" y="620"/>
                </a:moveTo>
                <a:lnTo>
                  <a:pt x="4644" y="620"/>
                </a:lnTo>
                <a:cubicBezTo>
                  <a:pt x="4406" y="811"/>
                  <a:pt x="4216" y="1120"/>
                  <a:pt x="4001" y="1453"/>
                </a:cubicBezTo>
                <a:cubicBezTo>
                  <a:pt x="3882" y="1644"/>
                  <a:pt x="3787" y="1858"/>
                  <a:pt x="3668" y="2096"/>
                </a:cubicBezTo>
                <a:cubicBezTo>
                  <a:pt x="3334" y="2049"/>
                  <a:pt x="3049" y="1977"/>
                  <a:pt x="2715" y="1906"/>
                </a:cubicBezTo>
                <a:cubicBezTo>
                  <a:pt x="2906" y="1692"/>
                  <a:pt x="3072" y="1501"/>
                  <a:pt x="3287" y="1358"/>
                </a:cubicBezTo>
                <a:cubicBezTo>
                  <a:pt x="3692" y="1025"/>
                  <a:pt x="4144" y="787"/>
                  <a:pt x="4644" y="620"/>
                </a:cubicBezTo>
                <a:close/>
                <a:moveTo>
                  <a:pt x="7264" y="620"/>
                </a:moveTo>
                <a:lnTo>
                  <a:pt x="7264" y="620"/>
                </a:lnTo>
                <a:cubicBezTo>
                  <a:pt x="8050" y="858"/>
                  <a:pt x="8693" y="1311"/>
                  <a:pt x="9217" y="1906"/>
                </a:cubicBezTo>
                <a:cubicBezTo>
                  <a:pt x="8907" y="1977"/>
                  <a:pt x="8574" y="2049"/>
                  <a:pt x="8264" y="2096"/>
                </a:cubicBezTo>
                <a:cubicBezTo>
                  <a:pt x="8169" y="1858"/>
                  <a:pt x="8050" y="1644"/>
                  <a:pt x="7931" y="1453"/>
                </a:cubicBezTo>
                <a:cubicBezTo>
                  <a:pt x="7716" y="1120"/>
                  <a:pt x="7502" y="834"/>
                  <a:pt x="7264" y="620"/>
                </a:cubicBezTo>
                <a:close/>
                <a:moveTo>
                  <a:pt x="5787" y="406"/>
                </a:moveTo>
                <a:lnTo>
                  <a:pt x="5787" y="2287"/>
                </a:lnTo>
                <a:cubicBezTo>
                  <a:pt x="5192" y="2287"/>
                  <a:pt x="4597" y="2216"/>
                  <a:pt x="4001" y="2168"/>
                </a:cubicBezTo>
                <a:lnTo>
                  <a:pt x="4263" y="1620"/>
                </a:lnTo>
                <a:cubicBezTo>
                  <a:pt x="4692" y="906"/>
                  <a:pt x="5216" y="501"/>
                  <a:pt x="5787" y="406"/>
                </a:cubicBezTo>
                <a:close/>
                <a:moveTo>
                  <a:pt x="6145" y="406"/>
                </a:moveTo>
                <a:cubicBezTo>
                  <a:pt x="6716" y="453"/>
                  <a:pt x="7240" y="906"/>
                  <a:pt x="7669" y="1620"/>
                </a:cubicBezTo>
                <a:cubicBezTo>
                  <a:pt x="7740" y="1811"/>
                  <a:pt x="7835" y="1954"/>
                  <a:pt x="7931" y="2168"/>
                </a:cubicBezTo>
                <a:cubicBezTo>
                  <a:pt x="7359" y="2263"/>
                  <a:pt x="6764" y="2287"/>
                  <a:pt x="6145" y="2311"/>
                </a:cubicBezTo>
                <a:lnTo>
                  <a:pt x="6145" y="406"/>
                </a:lnTo>
                <a:close/>
                <a:moveTo>
                  <a:pt x="3882" y="2501"/>
                </a:moveTo>
                <a:cubicBezTo>
                  <a:pt x="4501" y="2573"/>
                  <a:pt x="5120" y="2644"/>
                  <a:pt x="5787" y="2644"/>
                </a:cubicBezTo>
                <a:lnTo>
                  <a:pt x="5787" y="4526"/>
                </a:lnTo>
                <a:lnTo>
                  <a:pt x="3525" y="4526"/>
                </a:lnTo>
                <a:cubicBezTo>
                  <a:pt x="3549" y="3811"/>
                  <a:pt x="3668" y="3097"/>
                  <a:pt x="3882" y="2501"/>
                </a:cubicBezTo>
                <a:close/>
                <a:moveTo>
                  <a:pt x="8050" y="2501"/>
                </a:moveTo>
                <a:cubicBezTo>
                  <a:pt x="8264" y="3120"/>
                  <a:pt x="8383" y="3811"/>
                  <a:pt x="8407" y="4526"/>
                </a:cubicBezTo>
                <a:lnTo>
                  <a:pt x="6145" y="4526"/>
                </a:lnTo>
                <a:lnTo>
                  <a:pt x="6145" y="2644"/>
                </a:lnTo>
                <a:cubicBezTo>
                  <a:pt x="6788" y="2644"/>
                  <a:pt x="7430" y="2573"/>
                  <a:pt x="8050" y="2501"/>
                </a:cubicBezTo>
                <a:close/>
                <a:moveTo>
                  <a:pt x="9455" y="2192"/>
                </a:moveTo>
                <a:cubicBezTo>
                  <a:pt x="9931" y="2835"/>
                  <a:pt x="10217" y="3644"/>
                  <a:pt x="10241" y="4526"/>
                </a:cubicBezTo>
                <a:lnTo>
                  <a:pt x="8740" y="4526"/>
                </a:lnTo>
                <a:cubicBezTo>
                  <a:pt x="8693" y="3763"/>
                  <a:pt x="8574" y="3049"/>
                  <a:pt x="8383" y="2430"/>
                </a:cubicBezTo>
                <a:cubicBezTo>
                  <a:pt x="8764" y="2382"/>
                  <a:pt x="9121" y="2287"/>
                  <a:pt x="9455" y="2192"/>
                </a:cubicBezTo>
                <a:close/>
                <a:moveTo>
                  <a:pt x="3192" y="4883"/>
                </a:moveTo>
                <a:cubicBezTo>
                  <a:pt x="3192" y="5026"/>
                  <a:pt x="3192" y="5169"/>
                  <a:pt x="3215" y="5311"/>
                </a:cubicBezTo>
                <a:cubicBezTo>
                  <a:pt x="2930" y="5169"/>
                  <a:pt x="2668" y="5026"/>
                  <a:pt x="2382" y="4883"/>
                </a:cubicBezTo>
                <a:close/>
                <a:moveTo>
                  <a:pt x="5811" y="4835"/>
                </a:moveTo>
                <a:lnTo>
                  <a:pt x="5811" y="6312"/>
                </a:lnTo>
                <a:lnTo>
                  <a:pt x="5787" y="6312"/>
                </a:lnTo>
                <a:cubicBezTo>
                  <a:pt x="5668" y="6264"/>
                  <a:pt x="5573" y="6240"/>
                  <a:pt x="5454" y="6193"/>
                </a:cubicBezTo>
                <a:cubicBezTo>
                  <a:pt x="4811" y="5978"/>
                  <a:pt x="4144" y="5716"/>
                  <a:pt x="3573" y="5430"/>
                </a:cubicBezTo>
                <a:cubicBezTo>
                  <a:pt x="3549" y="5240"/>
                  <a:pt x="3549" y="5049"/>
                  <a:pt x="3549" y="4835"/>
                </a:cubicBezTo>
                <a:close/>
                <a:moveTo>
                  <a:pt x="8407" y="4883"/>
                </a:moveTo>
                <a:cubicBezTo>
                  <a:pt x="8383" y="5573"/>
                  <a:pt x="8288" y="6264"/>
                  <a:pt x="8073" y="6859"/>
                </a:cubicBezTo>
                <a:cubicBezTo>
                  <a:pt x="7454" y="6740"/>
                  <a:pt x="6835" y="6597"/>
                  <a:pt x="6168" y="6407"/>
                </a:cubicBezTo>
                <a:lnTo>
                  <a:pt x="6168" y="4883"/>
                </a:lnTo>
                <a:close/>
                <a:moveTo>
                  <a:pt x="3644" y="5883"/>
                </a:moveTo>
                <a:cubicBezTo>
                  <a:pt x="4168" y="6121"/>
                  <a:pt x="4763" y="6335"/>
                  <a:pt x="5359" y="6550"/>
                </a:cubicBezTo>
                <a:cubicBezTo>
                  <a:pt x="5525" y="6597"/>
                  <a:pt x="5668" y="6621"/>
                  <a:pt x="5811" y="6693"/>
                </a:cubicBezTo>
                <a:lnTo>
                  <a:pt x="5811" y="6788"/>
                </a:lnTo>
                <a:cubicBezTo>
                  <a:pt x="5168" y="6788"/>
                  <a:pt x="4525" y="6836"/>
                  <a:pt x="3906" y="6931"/>
                </a:cubicBezTo>
                <a:cubicBezTo>
                  <a:pt x="3787" y="6574"/>
                  <a:pt x="3692" y="6240"/>
                  <a:pt x="3644" y="5883"/>
                </a:cubicBezTo>
                <a:close/>
                <a:moveTo>
                  <a:pt x="1715" y="4883"/>
                </a:moveTo>
                <a:cubicBezTo>
                  <a:pt x="1834" y="4954"/>
                  <a:pt x="1953" y="5026"/>
                  <a:pt x="2096" y="5121"/>
                </a:cubicBezTo>
                <a:cubicBezTo>
                  <a:pt x="2453" y="5311"/>
                  <a:pt x="2834" y="5526"/>
                  <a:pt x="3263" y="5716"/>
                </a:cubicBezTo>
                <a:cubicBezTo>
                  <a:pt x="3311" y="6145"/>
                  <a:pt x="3406" y="6574"/>
                  <a:pt x="3549" y="6955"/>
                </a:cubicBezTo>
                <a:cubicBezTo>
                  <a:pt x="3192" y="7002"/>
                  <a:pt x="2834" y="7097"/>
                  <a:pt x="2477" y="7193"/>
                </a:cubicBezTo>
                <a:cubicBezTo>
                  <a:pt x="2001" y="6550"/>
                  <a:pt x="1715" y="5740"/>
                  <a:pt x="1667" y="4883"/>
                </a:cubicBezTo>
                <a:close/>
                <a:moveTo>
                  <a:pt x="3668" y="7288"/>
                </a:moveTo>
                <a:cubicBezTo>
                  <a:pt x="3763" y="7526"/>
                  <a:pt x="3882" y="7740"/>
                  <a:pt x="4001" y="7931"/>
                </a:cubicBezTo>
                <a:cubicBezTo>
                  <a:pt x="4216" y="8264"/>
                  <a:pt x="4406" y="8574"/>
                  <a:pt x="4644" y="8764"/>
                </a:cubicBezTo>
                <a:cubicBezTo>
                  <a:pt x="3882" y="8503"/>
                  <a:pt x="3215" y="8050"/>
                  <a:pt x="2715" y="7502"/>
                </a:cubicBezTo>
                <a:cubicBezTo>
                  <a:pt x="3025" y="7407"/>
                  <a:pt x="3334" y="7336"/>
                  <a:pt x="3668" y="7288"/>
                </a:cubicBezTo>
                <a:close/>
                <a:moveTo>
                  <a:pt x="8288" y="7288"/>
                </a:moveTo>
                <a:cubicBezTo>
                  <a:pt x="8621" y="7336"/>
                  <a:pt x="8907" y="7407"/>
                  <a:pt x="9240" y="7502"/>
                </a:cubicBezTo>
                <a:cubicBezTo>
                  <a:pt x="8693" y="8098"/>
                  <a:pt x="8050" y="8526"/>
                  <a:pt x="7311" y="8764"/>
                </a:cubicBezTo>
                <a:cubicBezTo>
                  <a:pt x="7550" y="8574"/>
                  <a:pt x="7740" y="8264"/>
                  <a:pt x="7954" y="7931"/>
                </a:cubicBezTo>
                <a:cubicBezTo>
                  <a:pt x="8073" y="7740"/>
                  <a:pt x="8169" y="7526"/>
                  <a:pt x="8288" y="7288"/>
                </a:cubicBezTo>
                <a:close/>
                <a:moveTo>
                  <a:pt x="5787" y="7074"/>
                </a:moveTo>
                <a:lnTo>
                  <a:pt x="5787" y="8955"/>
                </a:lnTo>
                <a:cubicBezTo>
                  <a:pt x="5216" y="8884"/>
                  <a:pt x="4692" y="8455"/>
                  <a:pt x="4263" y="7717"/>
                </a:cubicBezTo>
                <a:cubicBezTo>
                  <a:pt x="4168" y="7550"/>
                  <a:pt x="4096" y="7407"/>
                  <a:pt x="4001" y="7193"/>
                </a:cubicBezTo>
                <a:cubicBezTo>
                  <a:pt x="4573" y="7097"/>
                  <a:pt x="5168" y="7074"/>
                  <a:pt x="5787" y="7074"/>
                </a:cubicBezTo>
                <a:close/>
                <a:moveTo>
                  <a:pt x="6145" y="7074"/>
                </a:moveTo>
                <a:cubicBezTo>
                  <a:pt x="6740" y="7074"/>
                  <a:pt x="7335" y="7121"/>
                  <a:pt x="7931" y="7217"/>
                </a:cubicBezTo>
                <a:lnTo>
                  <a:pt x="7669" y="7764"/>
                </a:lnTo>
                <a:cubicBezTo>
                  <a:pt x="7240" y="8479"/>
                  <a:pt x="6716" y="8884"/>
                  <a:pt x="6145" y="8955"/>
                </a:cubicBezTo>
                <a:lnTo>
                  <a:pt x="6145" y="7074"/>
                </a:lnTo>
                <a:close/>
                <a:moveTo>
                  <a:pt x="5930" y="1"/>
                </a:moveTo>
                <a:cubicBezTo>
                  <a:pt x="4859" y="1"/>
                  <a:pt x="3858" y="358"/>
                  <a:pt x="3025" y="1025"/>
                </a:cubicBezTo>
                <a:cubicBezTo>
                  <a:pt x="2691" y="1311"/>
                  <a:pt x="2429" y="1596"/>
                  <a:pt x="2191" y="1930"/>
                </a:cubicBezTo>
                <a:cubicBezTo>
                  <a:pt x="2101" y="1927"/>
                  <a:pt x="2014" y="1925"/>
                  <a:pt x="1931" y="1925"/>
                </a:cubicBezTo>
                <a:cubicBezTo>
                  <a:pt x="1384" y="1925"/>
                  <a:pt x="1004" y="1990"/>
                  <a:pt x="715" y="2073"/>
                </a:cubicBezTo>
                <a:lnTo>
                  <a:pt x="882" y="1835"/>
                </a:lnTo>
                <a:cubicBezTo>
                  <a:pt x="929" y="1739"/>
                  <a:pt x="905" y="1668"/>
                  <a:pt x="810" y="1596"/>
                </a:cubicBezTo>
                <a:cubicBezTo>
                  <a:pt x="778" y="1580"/>
                  <a:pt x="749" y="1573"/>
                  <a:pt x="722" y="1573"/>
                </a:cubicBezTo>
                <a:cubicBezTo>
                  <a:pt x="667" y="1573"/>
                  <a:pt x="620" y="1604"/>
                  <a:pt x="572" y="1668"/>
                </a:cubicBezTo>
                <a:lnTo>
                  <a:pt x="48" y="2549"/>
                </a:lnTo>
                <a:cubicBezTo>
                  <a:pt x="0" y="2620"/>
                  <a:pt x="0" y="2668"/>
                  <a:pt x="48" y="2739"/>
                </a:cubicBezTo>
                <a:cubicBezTo>
                  <a:pt x="72" y="2787"/>
                  <a:pt x="119" y="2811"/>
                  <a:pt x="191" y="2811"/>
                </a:cubicBezTo>
                <a:lnTo>
                  <a:pt x="215" y="2811"/>
                </a:lnTo>
                <a:lnTo>
                  <a:pt x="1263" y="2739"/>
                </a:lnTo>
                <a:cubicBezTo>
                  <a:pt x="1358" y="2739"/>
                  <a:pt x="1429" y="2644"/>
                  <a:pt x="1405" y="2549"/>
                </a:cubicBezTo>
                <a:cubicBezTo>
                  <a:pt x="1405" y="2466"/>
                  <a:pt x="1334" y="2401"/>
                  <a:pt x="1268" y="2401"/>
                </a:cubicBezTo>
                <a:cubicBezTo>
                  <a:pt x="1258" y="2401"/>
                  <a:pt x="1248" y="2403"/>
                  <a:pt x="1239" y="2406"/>
                </a:cubicBezTo>
                <a:lnTo>
                  <a:pt x="762" y="2430"/>
                </a:lnTo>
                <a:cubicBezTo>
                  <a:pt x="1024" y="2311"/>
                  <a:pt x="1429" y="2263"/>
                  <a:pt x="1977" y="2263"/>
                </a:cubicBezTo>
                <a:cubicBezTo>
                  <a:pt x="1739" y="2668"/>
                  <a:pt x="1548" y="3120"/>
                  <a:pt x="1429" y="3597"/>
                </a:cubicBezTo>
                <a:cubicBezTo>
                  <a:pt x="1405" y="3692"/>
                  <a:pt x="1477" y="3763"/>
                  <a:pt x="1548" y="3811"/>
                </a:cubicBezTo>
                <a:cubicBezTo>
                  <a:pt x="1561" y="3814"/>
                  <a:pt x="1574" y="3816"/>
                  <a:pt x="1586" y="3816"/>
                </a:cubicBezTo>
                <a:cubicBezTo>
                  <a:pt x="1668" y="3816"/>
                  <a:pt x="1742" y="3754"/>
                  <a:pt x="1763" y="3692"/>
                </a:cubicBezTo>
                <a:cubicBezTo>
                  <a:pt x="1882" y="3120"/>
                  <a:pt x="2120" y="2573"/>
                  <a:pt x="2477" y="2144"/>
                </a:cubicBezTo>
                <a:cubicBezTo>
                  <a:pt x="2834" y="2216"/>
                  <a:pt x="3168" y="2311"/>
                  <a:pt x="3549" y="2382"/>
                </a:cubicBezTo>
                <a:cubicBezTo>
                  <a:pt x="3334" y="3001"/>
                  <a:pt x="3215" y="3716"/>
                  <a:pt x="3192" y="4454"/>
                </a:cubicBezTo>
                <a:lnTo>
                  <a:pt x="1834" y="4454"/>
                </a:lnTo>
                <a:cubicBezTo>
                  <a:pt x="1191" y="4049"/>
                  <a:pt x="762" y="3644"/>
                  <a:pt x="548" y="3287"/>
                </a:cubicBezTo>
                <a:cubicBezTo>
                  <a:pt x="502" y="3241"/>
                  <a:pt x="455" y="3204"/>
                  <a:pt x="402" y="3204"/>
                </a:cubicBezTo>
                <a:cubicBezTo>
                  <a:pt x="373" y="3204"/>
                  <a:pt x="343" y="3215"/>
                  <a:pt x="310" y="3240"/>
                </a:cubicBezTo>
                <a:cubicBezTo>
                  <a:pt x="215" y="3287"/>
                  <a:pt x="191" y="3382"/>
                  <a:pt x="239" y="3478"/>
                </a:cubicBezTo>
                <a:cubicBezTo>
                  <a:pt x="453" y="3811"/>
                  <a:pt x="834" y="4168"/>
                  <a:pt x="1358" y="4549"/>
                </a:cubicBezTo>
                <a:lnTo>
                  <a:pt x="1358" y="4645"/>
                </a:lnTo>
                <a:cubicBezTo>
                  <a:pt x="1358" y="7193"/>
                  <a:pt x="3430" y="9288"/>
                  <a:pt x="6002" y="9288"/>
                </a:cubicBezTo>
                <a:cubicBezTo>
                  <a:pt x="7478" y="9288"/>
                  <a:pt x="8883" y="8574"/>
                  <a:pt x="9740" y="7336"/>
                </a:cubicBezTo>
                <a:lnTo>
                  <a:pt x="9931" y="7336"/>
                </a:lnTo>
                <a:cubicBezTo>
                  <a:pt x="10431" y="7336"/>
                  <a:pt x="10884" y="7288"/>
                  <a:pt x="11193" y="7169"/>
                </a:cubicBezTo>
                <a:lnTo>
                  <a:pt x="11193" y="7169"/>
                </a:lnTo>
                <a:lnTo>
                  <a:pt x="11074" y="7383"/>
                </a:lnTo>
                <a:cubicBezTo>
                  <a:pt x="11026" y="7455"/>
                  <a:pt x="11050" y="7550"/>
                  <a:pt x="11146" y="7621"/>
                </a:cubicBezTo>
                <a:cubicBezTo>
                  <a:pt x="11169" y="7621"/>
                  <a:pt x="11193" y="7645"/>
                  <a:pt x="11241" y="7645"/>
                </a:cubicBezTo>
                <a:cubicBezTo>
                  <a:pt x="11288" y="7645"/>
                  <a:pt x="11360" y="7621"/>
                  <a:pt x="11384" y="7550"/>
                </a:cubicBezTo>
                <a:lnTo>
                  <a:pt x="11884" y="6621"/>
                </a:lnTo>
                <a:cubicBezTo>
                  <a:pt x="11888" y="6630"/>
                  <a:pt x="11892" y="6634"/>
                  <a:pt x="11895" y="6634"/>
                </a:cubicBezTo>
                <a:cubicBezTo>
                  <a:pt x="11907" y="6634"/>
                  <a:pt x="11903" y="6560"/>
                  <a:pt x="11884" y="6502"/>
                </a:cubicBezTo>
                <a:cubicBezTo>
                  <a:pt x="11860" y="6455"/>
                  <a:pt x="11789" y="6407"/>
                  <a:pt x="11717" y="6407"/>
                </a:cubicBezTo>
                <a:lnTo>
                  <a:pt x="10669" y="6526"/>
                </a:lnTo>
                <a:cubicBezTo>
                  <a:pt x="10574" y="6526"/>
                  <a:pt x="10479" y="6621"/>
                  <a:pt x="10526" y="6716"/>
                </a:cubicBezTo>
                <a:cubicBezTo>
                  <a:pt x="10526" y="6794"/>
                  <a:pt x="10574" y="6872"/>
                  <a:pt x="10643" y="6872"/>
                </a:cubicBezTo>
                <a:cubicBezTo>
                  <a:pt x="10659" y="6872"/>
                  <a:pt x="10676" y="6868"/>
                  <a:pt x="10693" y="6859"/>
                </a:cubicBezTo>
                <a:lnTo>
                  <a:pt x="11193" y="6812"/>
                </a:lnTo>
                <a:lnTo>
                  <a:pt x="11193" y="6812"/>
                </a:lnTo>
                <a:cubicBezTo>
                  <a:pt x="10912" y="6935"/>
                  <a:pt x="10448" y="7006"/>
                  <a:pt x="9870" y="7006"/>
                </a:cubicBezTo>
                <a:cubicBezTo>
                  <a:pt x="9666" y="7006"/>
                  <a:pt x="9447" y="6997"/>
                  <a:pt x="9217" y="6978"/>
                </a:cubicBezTo>
                <a:lnTo>
                  <a:pt x="8407" y="6907"/>
                </a:lnTo>
                <a:cubicBezTo>
                  <a:pt x="8621" y="6264"/>
                  <a:pt x="8740" y="5550"/>
                  <a:pt x="8740" y="4835"/>
                </a:cubicBezTo>
                <a:lnTo>
                  <a:pt x="10241" y="4835"/>
                </a:lnTo>
                <a:cubicBezTo>
                  <a:pt x="10217" y="5359"/>
                  <a:pt x="10122" y="5859"/>
                  <a:pt x="9931" y="6335"/>
                </a:cubicBezTo>
                <a:cubicBezTo>
                  <a:pt x="9883" y="6431"/>
                  <a:pt x="9931" y="6502"/>
                  <a:pt x="10002" y="6574"/>
                </a:cubicBezTo>
                <a:lnTo>
                  <a:pt x="10074" y="6574"/>
                </a:lnTo>
                <a:cubicBezTo>
                  <a:pt x="10122" y="6574"/>
                  <a:pt x="10193" y="6550"/>
                  <a:pt x="10217" y="6455"/>
                </a:cubicBezTo>
                <a:cubicBezTo>
                  <a:pt x="10407" y="6026"/>
                  <a:pt x="10526" y="5597"/>
                  <a:pt x="10550" y="5145"/>
                </a:cubicBezTo>
                <a:cubicBezTo>
                  <a:pt x="10931" y="5430"/>
                  <a:pt x="11193" y="5716"/>
                  <a:pt x="11384" y="5954"/>
                </a:cubicBezTo>
                <a:cubicBezTo>
                  <a:pt x="11408" y="6002"/>
                  <a:pt x="11479" y="6026"/>
                  <a:pt x="11527" y="6026"/>
                </a:cubicBezTo>
                <a:cubicBezTo>
                  <a:pt x="11550" y="6026"/>
                  <a:pt x="11598" y="6026"/>
                  <a:pt x="11622" y="6002"/>
                </a:cubicBezTo>
                <a:cubicBezTo>
                  <a:pt x="11717" y="5954"/>
                  <a:pt x="11717" y="5859"/>
                  <a:pt x="11669" y="5764"/>
                </a:cubicBezTo>
                <a:cubicBezTo>
                  <a:pt x="11479" y="5430"/>
                  <a:pt x="11074" y="5121"/>
                  <a:pt x="10574" y="4716"/>
                </a:cubicBezTo>
                <a:lnTo>
                  <a:pt x="10574" y="4645"/>
                </a:lnTo>
                <a:cubicBezTo>
                  <a:pt x="10574" y="2073"/>
                  <a:pt x="8502" y="1"/>
                  <a:pt x="5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7" name="Google Shape;4437;p58"/>
          <p:cNvGrpSpPr/>
          <p:nvPr/>
        </p:nvGrpSpPr>
        <p:grpSpPr>
          <a:xfrm>
            <a:off x="8028720" y="2060671"/>
            <a:ext cx="394547" cy="397899"/>
            <a:chOff x="8028720" y="2295896"/>
            <a:chExt cx="394547" cy="397899"/>
          </a:xfrm>
        </p:grpSpPr>
        <p:sp>
          <p:nvSpPr>
            <p:cNvPr id="4438" name="Google Shape;4438;p58"/>
            <p:cNvSpPr/>
            <p:nvPr/>
          </p:nvSpPr>
          <p:spPr>
            <a:xfrm>
              <a:off x="8028720" y="2295896"/>
              <a:ext cx="384178" cy="397899"/>
            </a:xfrm>
            <a:custGeom>
              <a:avLst/>
              <a:gdLst/>
              <a:ahLst/>
              <a:cxnLst/>
              <a:rect l="l" t="t" r="r" b="b"/>
              <a:pathLst>
                <a:path w="11480" h="11890" extrusionOk="0">
                  <a:moveTo>
                    <a:pt x="5195" y="1"/>
                  </a:moveTo>
                  <a:cubicBezTo>
                    <a:pt x="5147" y="1"/>
                    <a:pt x="5098" y="5"/>
                    <a:pt x="5050" y="15"/>
                  </a:cubicBezTo>
                  <a:cubicBezTo>
                    <a:pt x="4811" y="39"/>
                    <a:pt x="4597" y="182"/>
                    <a:pt x="4478" y="396"/>
                  </a:cubicBezTo>
                  <a:cubicBezTo>
                    <a:pt x="4414" y="541"/>
                    <a:pt x="4273" y="610"/>
                    <a:pt x="4130" y="610"/>
                  </a:cubicBezTo>
                  <a:cubicBezTo>
                    <a:pt x="4062" y="610"/>
                    <a:pt x="3992" y="594"/>
                    <a:pt x="3930" y="563"/>
                  </a:cubicBezTo>
                  <a:cubicBezTo>
                    <a:pt x="3835" y="503"/>
                    <a:pt x="3716" y="474"/>
                    <a:pt x="3597" y="474"/>
                  </a:cubicBezTo>
                  <a:cubicBezTo>
                    <a:pt x="3478" y="474"/>
                    <a:pt x="3359" y="503"/>
                    <a:pt x="3264" y="563"/>
                  </a:cubicBezTo>
                  <a:cubicBezTo>
                    <a:pt x="3049" y="682"/>
                    <a:pt x="2906" y="872"/>
                    <a:pt x="2835" y="1134"/>
                  </a:cubicBezTo>
                  <a:cubicBezTo>
                    <a:pt x="2813" y="1333"/>
                    <a:pt x="2627" y="1470"/>
                    <a:pt x="2410" y="1470"/>
                  </a:cubicBezTo>
                  <a:cubicBezTo>
                    <a:pt x="2393" y="1470"/>
                    <a:pt x="2376" y="1470"/>
                    <a:pt x="2359" y="1468"/>
                  </a:cubicBezTo>
                  <a:cubicBezTo>
                    <a:pt x="2322" y="1464"/>
                    <a:pt x="2285" y="1462"/>
                    <a:pt x="2248" y="1462"/>
                  </a:cubicBezTo>
                  <a:cubicBezTo>
                    <a:pt x="2048" y="1462"/>
                    <a:pt x="1856" y="1521"/>
                    <a:pt x="1716" y="1682"/>
                  </a:cubicBezTo>
                  <a:cubicBezTo>
                    <a:pt x="1525" y="1849"/>
                    <a:pt x="1477" y="2087"/>
                    <a:pt x="1501" y="2325"/>
                  </a:cubicBezTo>
                  <a:cubicBezTo>
                    <a:pt x="1525" y="2539"/>
                    <a:pt x="1382" y="2754"/>
                    <a:pt x="1168" y="2801"/>
                  </a:cubicBezTo>
                  <a:cubicBezTo>
                    <a:pt x="930" y="2825"/>
                    <a:pt x="715" y="2992"/>
                    <a:pt x="596" y="3230"/>
                  </a:cubicBezTo>
                  <a:cubicBezTo>
                    <a:pt x="477" y="3421"/>
                    <a:pt x="477" y="3706"/>
                    <a:pt x="596" y="3897"/>
                  </a:cubicBezTo>
                  <a:cubicBezTo>
                    <a:pt x="692" y="4111"/>
                    <a:pt x="644" y="4349"/>
                    <a:pt x="430" y="4445"/>
                  </a:cubicBezTo>
                  <a:cubicBezTo>
                    <a:pt x="215" y="4564"/>
                    <a:pt x="72" y="4778"/>
                    <a:pt x="49" y="5016"/>
                  </a:cubicBezTo>
                  <a:cubicBezTo>
                    <a:pt x="1" y="5254"/>
                    <a:pt x="72" y="5492"/>
                    <a:pt x="239" y="5659"/>
                  </a:cubicBezTo>
                  <a:cubicBezTo>
                    <a:pt x="406" y="5802"/>
                    <a:pt x="406" y="6088"/>
                    <a:pt x="239" y="6231"/>
                  </a:cubicBezTo>
                  <a:cubicBezTo>
                    <a:pt x="72" y="6397"/>
                    <a:pt x="1" y="6635"/>
                    <a:pt x="49" y="6874"/>
                  </a:cubicBezTo>
                  <a:cubicBezTo>
                    <a:pt x="72" y="7112"/>
                    <a:pt x="215" y="7326"/>
                    <a:pt x="430" y="7445"/>
                  </a:cubicBezTo>
                  <a:cubicBezTo>
                    <a:pt x="644" y="7540"/>
                    <a:pt x="692" y="7802"/>
                    <a:pt x="596" y="7993"/>
                  </a:cubicBezTo>
                  <a:cubicBezTo>
                    <a:pt x="477" y="8183"/>
                    <a:pt x="477" y="8469"/>
                    <a:pt x="596" y="8660"/>
                  </a:cubicBezTo>
                  <a:cubicBezTo>
                    <a:pt x="715" y="8874"/>
                    <a:pt x="906" y="9017"/>
                    <a:pt x="1168" y="9088"/>
                  </a:cubicBezTo>
                  <a:cubicBezTo>
                    <a:pt x="1382" y="9112"/>
                    <a:pt x="1525" y="9327"/>
                    <a:pt x="1501" y="9565"/>
                  </a:cubicBezTo>
                  <a:cubicBezTo>
                    <a:pt x="1477" y="9803"/>
                    <a:pt x="1525" y="10041"/>
                    <a:pt x="1716" y="10208"/>
                  </a:cubicBezTo>
                  <a:cubicBezTo>
                    <a:pt x="1856" y="10369"/>
                    <a:pt x="2048" y="10428"/>
                    <a:pt x="2248" y="10428"/>
                  </a:cubicBezTo>
                  <a:cubicBezTo>
                    <a:pt x="2285" y="10428"/>
                    <a:pt x="2322" y="10426"/>
                    <a:pt x="2359" y="10422"/>
                  </a:cubicBezTo>
                  <a:cubicBezTo>
                    <a:pt x="2374" y="10420"/>
                    <a:pt x="2390" y="10419"/>
                    <a:pt x="2405" y="10419"/>
                  </a:cubicBezTo>
                  <a:cubicBezTo>
                    <a:pt x="2603" y="10419"/>
                    <a:pt x="2791" y="10557"/>
                    <a:pt x="2835" y="10755"/>
                  </a:cubicBezTo>
                  <a:cubicBezTo>
                    <a:pt x="2859" y="10994"/>
                    <a:pt x="3025" y="11208"/>
                    <a:pt x="3264" y="11327"/>
                  </a:cubicBezTo>
                  <a:cubicBezTo>
                    <a:pt x="3359" y="11386"/>
                    <a:pt x="3478" y="11416"/>
                    <a:pt x="3597" y="11416"/>
                  </a:cubicBezTo>
                  <a:cubicBezTo>
                    <a:pt x="3716" y="11416"/>
                    <a:pt x="3835" y="11386"/>
                    <a:pt x="3930" y="11327"/>
                  </a:cubicBezTo>
                  <a:cubicBezTo>
                    <a:pt x="4000" y="11296"/>
                    <a:pt x="4072" y="11280"/>
                    <a:pt x="4141" y="11280"/>
                  </a:cubicBezTo>
                  <a:cubicBezTo>
                    <a:pt x="4284" y="11280"/>
                    <a:pt x="4414" y="11349"/>
                    <a:pt x="4478" y="11494"/>
                  </a:cubicBezTo>
                  <a:cubicBezTo>
                    <a:pt x="4597" y="11708"/>
                    <a:pt x="4811" y="11851"/>
                    <a:pt x="5050" y="11875"/>
                  </a:cubicBezTo>
                  <a:cubicBezTo>
                    <a:pt x="5098" y="11884"/>
                    <a:pt x="5147" y="11889"/>
                    <a:pt x="5195" y="11889"/>
                  </a:cubicBezTo>
                  <a:cubicBezTo>
                    <a:pt x="5382" y="11889"/>
                    <a:pt x="5560" y="11817"/>
                    <a:pt x="5693" y="11684"/>
                  </a:cubicBezTo>
                  <a:cubicBezTo>
                    <a:pt x="5764" y="11601"/>
                    <a:pt x="5871" y="11559"/>
                    <a:pt x="5978" y="11559"/>
                  </a:cubicBezTo>
                  <a:cubicBezTo>
                    <a:pt x="6086" y="11559"/>
                    <a:pt x="6193" y="11601"/>
                    <a:pt x="6264" y="11684"/>
                  </a:cubicBezTo>
                  <a:cubicBezTo>
                    <a:pt x="6407" y="11827"/>
                    <a:pt x="6598" y="11875"/>
                    <a:pt x="6788" y="11875"/>
                  </a:cubicBezTo>
                  <a:lnTo>
                    <a:pt x="6907" y="11875"/>
                  </a:lnTo>
                  <a:cubicBezTo>
                    <a:pt x="7145" y="11851"/>
                    <a:pt x="7360" y="11708"/>
                    <a:pt x="7479" y="11494"/>
                  </a:cubicBezTo>
                  <a:cubicBezTo>
                    <a:pt x="7543" y="11349"/>
                    <a:pt x="7683" y="11280"/>
                    <a:pt x="7819" y="11280"/>
                  </a:cubicBezTo>
                  <a:cubicBezTo>
                    <a:pt x="7884" y="11280"/>
                    <a:pt x="7949" y="11296"/>
                    <a:pt x="8003" y="11327"/>
                  </a:cubicBezTo>
                  <a:cubicBezTo>
                    <a:pt x="8110" y="11386"/>
                    <a:pt x="8235" y="11416"/>
                    <a:pt x="8357" y="11416"/>
                  </a:cubicBezTo>
                  <a:cubicBezTo>
                    <a:pt x="8479" y="11416"/>
                    <a:pt x="8598" y="11386"/>
                    <a:pt x="8693" y="11327"/>
                  </a:cubicBezTo>
                  <a:cubicBezTo>
                    <a:pt x="8908" y="11208"/>
                    <a:pt x="9050" y="11017"/>
                    <a:pt x="9122" y="10755"/>
                  </a:cubicBezTo>
                  <a:cubicBezTo>
                    <a:pt x="9143" y="10566"/>
                    <a:pt x="9313" y="10414"/>
                    <a:pt x="9516" y="10414"/>
                  </a:cubicBezTo>
                  <a:cubicBezTo>
                    <a:pt x="9543" y="10414"/>
                    <a:pt x="9570" y="10416"/>
                    <a:pt x="9598" y="10422"/>
                  </a:cubicBezTo>
                  <a:cubicBezTo>
                    <a:pt x="9635" y="10426"/>
                    <a:pt x="9672" y="10428"/>
                    <a:pt x="9708" y="10428"/>
                  </a:cubicBezTo>
                  <a:cubicBezTo>
                    <a:pt x="9908" y="10428"/>
                    <a:pt x="10100" y="10369"/>
                    <a:pt x="10241" y="10208"/>
                  </a:cubicBezTo>
                  <a:cubicBezTo>
                    <a:pt x="10432" y="10041"/>
                    <a:pt x="10479" y="9803"/>
                    <a:pt x="10456" y="9565"/>
                  </a:cubicBezTo>
                  <a:cubicBezTo>
                    <a:pt x="10432" y="9350"/>
                    <a:pt x="10575" y="9136"/>
                    <a:pt x="10789" y="9088"/>
                  </a:cubicBezTo>
                  <a:cubicBezTo>
                    <a:pt x="11027" y="9065"/>
                    <a:pt x="11241" y="8898"/>
                    <a:pt x="11360" y="8660"/>
                  </a:cubicBezTo>
                  <a:cubicBezTo>
                    <a:pt x="11480" y="8469"/>
                    <a:pt x="11480" y="8183"/>
                    <a:pt x="11360" y="7993"/>
                  </a:cubicBezTo>
                  <a:cubicBezTo>
                    <a:pt x="11323" y="7919"/>
                    <a:pt x="11272" y="7859"/>
                    <a:pt x="11205" y="7859"/>
                  </a:cubicBezTo>
                  <a:cubicBezTo>
                    <a:pt x="11187" y="7859"/>
                    <a:pt x="11167" y="7863"/>
                    <a:pt x="11146" y="7874"/>
                  </a:cubicBezTo>
                  <a:cubicBezTo>
                    <a:pt x="11051" y="7898"/>
                    <a:pt x="10979" y="7993"/>
                    <a:pt x="11027" y="8064"/>
                  </a:cubicBezTo>
                  <a:cubicBezTo>
                    <a:pt x="11027" y="8112"/>
                    <a:pt x="11051" y="8136"/>
                    <a:pt x="11051" y="8160"/>
                  </a:cubicBezTo>
                  <a:cubicBezTo>
                    <a:pt x="11122" y="8279"/>
                    <a:pt x="11122" y="8398"/>
                    <a:pt x="11051" y="8517"/>
                  </a:cubicBezTo>
                  <a:cubicBezTo>
                    <a:pt x="10979" y="8636"/>
                    <a:pt x="10884" y="8731"/>
                    <a:pt x="10765" y="8731"/>
                  </a:cubicBezTo>
                  <a:cubicBezTo>
                    <a:pt x="10336" y="8779"/>
                    <a:pt x="10074" y="9184"/>
                    <a:pt x="10122" y="9588"/>
                  </a:cubicBezTo>
                  <a:cubicBezTo>
                    <a:pt x="10170" y="9708"/>
                    <a:pt x="10098" y="9850"/>
                    <a:pt x="10003" y="9946"/>
                  </a:cubicBezTo>
                  <a:cubicBezTo>
                    <a:pt x="9944" y="10025"/>
                    <a:pt x="9836" y="10071"/>
                    <a:pt x="9719" y="10071"/>
                  </a:cubicBezTo>
                  <a:cubicBezTo>
                    <a:pt x="9695" y="10071"/>
                    <a:pt x="9670" y="10069"/>
                    <a:pt x="9646" y="10065"/>
                  </a:cubicBezTo>
                  <a:cubicBezTo>
                    <a:pt x="9604" y="10057"/>
                    <a:pt x="9562" y="10054"/>
                    <a:pt x="9520" y="10054"/>
                  </a:cubicBezTo>
                  <a:cubicBezTo>
                    <a:pt x="9161" y="10054"/>
                    <a:pt x="8831" y="10321"/>
                    <a:pt x="8788" y="10684"/>
                  </a:cubicBezTo>
                  <a:cubicBezTo>
                    <a:pt x="8765" y="10803"/>
                    <a:pt x="8693" y="10922"/>
                    <a:pt x="8574" y="10994"/>
                  </a:cubicBezTo>
                  <a:cubicBezTo>
                    <a:pt x="8515" y="11017"/>
                    <a:pt x="8455" y="11029"/>
                    <a:pt x="8396" y="11029"/>
                  </a:cubicBezTo>
                  <a:cubicBezTo>
                    <a:pt x="8336" y="11029"/>
                    <a:pt x="8276" y="11017"/>
                    <a:pt x="8217" y="10994"/>
                  </a:cubicBezTo>
                  <a:cubicBezTo>
                    <a:pt x="8110" y="10937"/>
                    <a:pt x="7993" y="10909"/>
                    <a:pt x="7877" y="10909"/>
                  </a:cubicBezTo>
                  <a:cubicBezTo>
                    <a:pt x="7603" y="10909"/>
                    <a:pt x="7334" y="11060"/>
                    <a:pt x="7217" y="11327"/>
                  </a:cubicBezTo>
                  <a:cubicBezTo>
                    <a:pt x="7145" y="11446"/>
                    <a:pt x="7026" y="11517"/>
                    <a:pt x="6907" y="11517"/>
                  </a:cubicBezTo>
                  <a:cubicBezTo>
                    <a:pt x="6881" y="11528"/>
                    <a:pt x="6854" y="11533"/>
                    <a:pt x="6826" y="11533"/>
                  </a:cubicBezTo>
                  <a:cubicBezTo>
                    <a:pt x="6728" y="11533"/>
                    <a:pt x="6624" y="11473"/>
                    <a:pt x="6550" y="11398"/>
                  </a:cubicBezTo>
                  <a:cubicBezTo>
                    <a:pt x="6407" y="11255"/>
                    <a:pt x="6217" y="11184"/>
                    <a:pt x="6023" y="11184"/>
                  </a:cubicBezTo>
                  <a:cubicBezTo>
                    <a:pt x="5830" y="11184"/>
                    <a:pt x="5633" y="11255"/>
                    <a:pt x="5478" y="11398"/>
                  </a:cubicBezTo>
                  <a:cubicBezTo>
                    <a:pt x="5383" y="11494"/>
                    <a:pt x="5264" y="11517"/>
                    <a:pt x="5121" y="11517"/>
                  </a:cubicBezTo>
                  <a:cubicBezTo>
                    <a:pt x="5002" y="11494"/>
                    <a:pt x="4883" y="11446"/>
                    <a:pt x="4835" y="11327"/>
                  </a:cubicBezTo>
                  <a:cubicBezTo>
                    <a:pt x="4699" y="11072"/>
                    <a:pt x="4417" y="10914"/>
                    <a:pt x="4137" y="10914"/>
                  </a:cubicBezTo>
                  <a:cubicBezTo>
                    <a:pt x="4025" y="10914"/>
                    <a:pt x="3913" y="10939"/>
                    <a:pt x="3811" y="10994"/>
                  </a:cubicBezTo>
                  <a:cubicBezTo>
                    <a:pt x="3752" y="11017"/>
                    <a:pt x="3692" y="11029"/>
                    <a:pt x="3633" y="11029"/>
                  </a:cubicBezTo>
                  <a:cubicBezTo>
                    <a:pt x="3573" y="11029"/>
                    <a:pt x="3514" y="11017"/>
                    <a:pt x="3454" y="10994"/>
                  </a:cubicBezTo>
                  <a:cubicBezTo>
                    <a:pt x="3335" y="10922"/>
                    <a:pt x="3240" y="10803"/>
                    <a:pt x="3240" y="10684"/>
                  </a:cubicBezTo>
                  <a:cubicBezTo>
                    <a:pt x="3197" y="10321"/>
                    <a:pt x="2886" y="10054"/>
                    <a:pt x="2514" y="10054"/>
                  </a:cubicBezTo>
                  <a:cubicBezTo>
                    <a:pt x="2471" y="10054"/>
                    <a:pt x="2427" y="10057"/>
                    <a:pt x="2382" y="10065"/>
                  </a:cubicBezTo>
                  <a:cubicBezTo>
                    <a:pt x="2362" y="10069"/>
                    <a:pt x="2341" y="10071"/>
                    <a:pt x="2319" y="10071"/>
                  </a:cubicBezTo>
                  <a:cubicBezTo>
                    <a:pt x="2216" y="10071"/>
                    <a:pt x="2104" y="10025"/>
                    <a:pt x="2025" y="9946"/>
                  </a:cubicBezTo>
                  <a:cubicBezTo>
                    <a:pt x="1930" y="9850"/>
                    <a:pt x="1882" y="9731"/>
                    <a:pt x="1906" y="9588"/>
                  </a:cubicBezTo>
                  <a:cubicBezTo>
                    <a:pt x="1978" y="9184"/>
                    <a:pt x="1692" y="8779"/>
                    <a:pt x="1287" y="8731"/>
                  </a:cubicBezTo>
                  <a:cubicBezTo>
                    <a:pt x="1168" y="8707"/>
                    <a:pt x="1049" y="8636"/>
                    <a:pt x="977" y="8517"/>
                  </a:cubicBezTo>
                  <a:cubicBezTo>
                    <a:pt x="930" y="8398"/>
                    <a:pt x="930" y="8279"/>
                    <a:pt x="977" y="8160"/>
                  </a:cubicBezTo>
                  <a:cubicBezTo>
                    <a:pt x="1168" y="7802"/>
                    <a:pt x="1025" y="7326"/>
                    <a:pt x="668" y="7159"/>
                  </a:cubicBezTo>
                  <a:cubicBezTo>
                    <a:pt x="549" y="7088"/>
                    <a:pt x="453" y="6969"/>
                    <a:pt x="453" y="6850"/>
                  </a:cubicBezTo>
                  <a:cubicBezTo>
                    <a:pt x="430" y="6731"/>
                    <a:pt x="477" y="6588"/>
                    <a:pt x="572" y="6493"/>
                  </a:cubicBezTo>
                  <a:cubicBezTo>
                    <a:pt x="858" y="6207"/>
                    <a:pt x="858" y="5731"/>
                    <a:pt x="572" y="5421"/>
                  </a:cubicBezTo>
                  <a:cubicBezTo>
                    <a:pt x="477" y="5326"/>
                    <a:pt x="453" y="5207"/>
                    <a:pt x="453" y="5064"/>
                  </a:cubicBezTo>
                  <a:cubicBezTo>
                    <a:pt x="477" y="4945"/>
                    <a:pt x="549" y="4826"/>
                    <a:pt x="668" y="4778"/>
                  </a:cubicBezTo>
                  <a:cubicBezTo>
                    <a:pt x="1025" y="4587"/>
                    <a:pt x="1168" y="4111"/>
                    <a:pt x="977" y="3754"/>
                  </a:cubicBezTo>
                  <a:cubicBezTo>
                    <a:pt x="930" y="3635"/>
                    <a:pt x="930" y="3516"/>
                    <a:pt x="977" y="3397"/>
                  </a:cubicBezTo>
                  <a:cubicBezTo>
                    <a:pt x="1049" y="3278"/>
                    <a:pt x="1168" y="3182"/>
                    <a:pt x="1287" y="3182"/>
                  </a:cubicBezTo>
                  <a:cubicBezTo>
                    <a:pt x="1692" y="3135"/>
                    <a:pt x="1978" y="2754"/>
                    <a:pt x="1906" y="2325"/>
                  </a:cubicBezTo>
                  <a:cubicBezTo>
                    <a:pt x="1882" y="2206"/>
                    <a:pt x="1930" y="2063"/>
                    <a:pt x="2025" y="1968"/>
                  </a:cubicBezTo>
                  <a:cubicBezTo>
                    <a:pt x="2104" y="1889"/>
                    <a:pt x="2199" y="1843"/>
                    <a:pt x="2311" y="1843"/>
                  </a:cubicBezTo>
                  <a:cubicBezTo>
                    <a:pt x="2334" y="1843"/>
                    <a:pt x="2358" y="1845"/>
                    <a:pt x="2382" y="1849"/>
                  </a:cubicBezTo>
                  <a:cubicBezTo>
                    <a:pt x="2427" y="1856"/>
                    <a:pt x="2471" y="1860"/>
                    <a:pt x="2514" y="1860"/>
                  </a:cubicBezTo>
                  <a:cubicBezTo>
                    <a:pt x="2886" y="1860"/>
                    <a:pt x="3197" y="1593"/>
                    <a:pt x="3240" y="1230"/>
                  </a:cubicBezTo>
                  <a:cubicBezTo>
                    <a:pt x="3287" y="1111"/>
                    <a:pt x="3335" y="991"/>
                    <a:pt x="3454" y="920"/>
                  </a:cubicBezTo>
                  <a:cubicBezTo>
                    <a:pt x="3514" y="896"/>
                    <a:pt x="3573" y="884"/>
                    <a:pt x="3633" y="884"/>
                  </a:cubicBezTo>
                  <a:cubicBezTo>
                    <a:pt x="3692" y="884"/>
                    <a:pt x="3752" y="896"/>
                    <a:pt x="3811" y="920"/>
                  </a:cubicBezTo>
                  <a:cubicBezTo>
                    <a:pt x="3919" y="978"/>
                    <a:pt x="4038" y="1005"/>
                    <a:pt x="4156" y="1005"/>
                  </a:cubicBezTo>
                  <a:cubicBezTo>
                    <a:pt x="4430" y="1005"/>
                    <a:pt x="4702" y="860"/>
                    <a:pt x="4835" y="610"/>
                  </a:cubicBezTo>
                  <a:cubicBezTo>
                    <a:pt x="4883" y="491"/>
                    <a:pt x="5002" y="396"/>
                    <a:pt x="5121" y="396"/>
                  </a:cubicBezTo>
                  <a:cubicBezTo>
                    <a:pt x="5141" y="392"/>
                    <a:pt x="5163" y="390"/>
                    <a:pt x="5184" y="390"/>
                  </a:cubicBezTo>
                  <a:cubicBezTo>
                    <a:pt x="5288" y="390"/>
                    <a:pt x="5399" y="436"/>
                    <a:pt x="5478" y="515"/>
                  </a:cubicBezTo>
                  <a:cubicBezTo>
                    <a:pt x="5633" y="658"/>
                    <a:pt x="5830" y="730"/>
                    <a:pt x="6023" y="730"/>
                  </a:cubicBezTo>
                  <a:cubicBezTo>
                    <a:pt x="6217" y="730"/>
                    <a:pt x="6407" y="658"/>
                    <a:pt x="6550" y="515"/>
                  </a:cubicBezTo>
                  <a:cubicBezTo>
                    <a:pt x="6645" y="420"/>
                    <a:pt x="6764" y="396"/>
                    <a:pt x="6907" y="396"/>
                  </a:cubicBezTo>
                  <a:cubicBezTo>
                    <a:pt x="7026" y="420"/>
                    <a:pt x="7145" y="491"/>
                    <a:pt x="7217" y="610"/>
                  </a:cubicBezTo>
                  <a:cubicBezTo>
                    <a:pt x="7360" y="872"/>
                    <a:pt x="7598" y="1015"/>
                    <a:pt x="7884" y="1015"/>
                  </a:cubicBezTo>
                  <a:cubicBezTo>
                    <a:pt x="8003" y="1015"/>
                    <a:pt x="8122" y="991"/>
                    <a:pt x="8217" y="920"/>
                  </a:cubicBezTo>
                  <a:cubicBezTo>
                    <a:pt x="8276" y="896"/>
                    <a:pt x="8336" y="884"/>
                    <a:pt x="8396" y="884"/>
                  </a:cubicBezTo>
                  <a:cubicBezTo>
                    <a:pt x="8455" y="884"/>
                    <a:pt x="8515" y="896"/>
                    <a:pt x="8574" y="920"/>
                  </a:cubicBezTo>
                  <a:cubicBezTo>
                    <a:pt x="8693" y="991"/>
                    <a:pt x="8788" y="1111"/>
                    <a:pt x="8788" y="1230"/>
                  </a:cubicBezTo>
                  <a:cubicBezTo>
                    <a:pt x="8853" y="1593"/>
                    <a:pt x="9165" y="1860"/>
                    <a:pt x="9521" y="1860"/>
                  </a:cubicBezTo>
                  <a:cubicBezTo>
                    <a:pt x="9562" y="1860"/>
                    <a:pt x="9604" y="1856"/>
                    <a:pt x="9646" y="1849"/>
                  </a:cubicBezTo>
                  <a:cubicBezTo>
                    <a:pt x="9666" y="1845"/>
                    <a:pt x="9687" y="1843"/>
                    <a:pt x="9709" y="1843"/>
                  </a:cubicBezTo>
                  <a:cubicBezTo>
                    <a:pt x="9813" y="1843"/>
                    <a:pt x="9924" y="1889"/>
                    <a:pt x="10003" y="1968"/>
                  </a:cubicBezTo>
                  <a:cubicBezTo>
                    <a:pt x="10098" y="2063"/>
                    <a:pt x="10170" y="2182"/>
                    <a:pt x="10122" y="2325"/>
                  </a:cubicBezTo>
                  <a:cubicBezTo>
                    <a:pt x="10074" y="2754"/>
                    <a:pt x="10336" y="3135"/>
                    <a:pt x="10765" y="3182"/>
                  </a:cubicBezTo>
                  <a:cubicBezTo>
                    <a:pt x="10884" y="3230"/>
                    <a:pt x="10979" y="3278"/>
                    <a:pt x="11051" y="3397"/>
                  </a:cubicBezTo>
                  <a:cubicBezTo>
                    <a:pt x="11122" y="3516"/>
                    <a:pt x="11122" y="3635"/>
                    <a:pt x="11051" y="3754"/>
                  </a:cubicBezTo>
                  <a:cubicBezTo>
                    <a:pt x="10979" y="3873"/>
                    <a:pt x="10956" y="3968"/>
                    <a:pt x="10956" y="4087"/>
                  </a:cubicBezTo>
                  <a:cubicBezTo>
                    <a:pt x="10956" y="4183"/>
                    <a:pt x="11051" y="4254"/>
                    <a:pt x="11146" y="4254"/>
                  </a:cubicBezTo>
                  <a:cubicBezTo>
                    <a:pt x="11241" y="4254"/>
                    <a:pt x="11313" y="4183"/>
                    <a:pt x="11313" y="4087"/>
                  </a:cubicBezTo>
                  <a:cubicBezTo>
                    <a:pt x="11313" y="4016"/>
                    <a:pt x="11313" y="3968"/>
                    <a:pt x="11360" y="3897"/>
                  </a:cubicBezTo>
                  <a:cubicBezTo>
                    <a:pt x="11480" y="3706"/>
                    <a:pt x="11480" y="3421"/>
                    <a:pt x="11360" y="3230"/>
                  </a:cubicBezTo>
                  <a:cubicBezTo>
                    <a:pt x="11241" y="3016"/>
                    <a:pt x="11051" y="2873"/>
                    <a:pt x="10789" y="2801"/>
                  </a:cubicBezTo>
                  <a:cubicBezTo>
                    <a:pt x="10575" y="2778"/>
                    <a:pt x="10432" y="2563"/>
                    <a:pt x="10456" y="2325"/>
                  </a:cubicBezTo>
                  <a:cubicBezTo>
                    <a:pt x="10479" y="2087"/>
                    <a:pt x="10432" y="1849"/>
                    <a:pt x="10241" y="1682"/>
                  </a:cubicBezTo>
                  <a:cubicBezTo>
                    <a:pt x="10100" y="1521"/>
                    <a:pt x="9908" y="1462"/>
                    <a:pt x="9708" y="1462"/>
                  </a:cubicBezTo>
                  <a:cubicBezTo>
                    <a:pt x="9672" y="1462"/>
                    <a:pt x="9635" y="1464"/>
                    <a:pt x="9598" y="1468"/>
                  </a:cubicBezTo>
                  <a:cubicBezTo>
                    <a:pt x="9583" y="1470"/>
                    <a:pt x="9567" y="1470"/>
                    <a:pt x="9551" y="1470"/>
                  </a:cubicBezTo>
                  <a:cubicBezTo>
                    <a:pt x="9353" y="1470"/>
                    <a:pt x="9166" y="1333"/>
                    <a:pt x="9122" y="1134"/>
                  </a:cubicBezTo>
                  <a:cubicBezTo>
                    <a:pt x="9098" y="896"/>
                    <a:pt x="8931" y="682"/>
                    <a:pt x="8693" y="563"/>
                  </a:cubicBezTo>
                  <a:cubicBezTo>
                    <a:pt x="8598" y="503"/>
                    <a:pt x="8479" y="474"/>
                    <a:pt x="8360" y="474"/>
                  </a:cubicBezTo>
                  <a:cubicBezTo>
                    <a:pt x="8241" y="474"/>
                    <a:pt x="8122" y="503"/>
                    <a:pt x="8026" y="563"/>
                  </a:cubicBezTo>
                  <a:cubicBezTo>
                    <a:pt x="7957" y="594"/>
                    <a:pt x="7885" y="610"/>
                    <a:pt x="7816" y="610"/>
                  </a:cubicBezTo>
                  <a:cubicBezTo>
                    <a:pt x="7673" y="610"/>
                    <a:pt x="7543" y="541"/>
                    <a:pt x="7479" y="396"/>
                  </a:cubicBezTo>
                  <a:cubicBezTo>
                    <a:pt x="7360" y="182"/>
                    <a:pt x="7145" y="39"/>
                    <a:pt x="6907" y="15"/>
                  </a:cubicBezTo>
                  <a:cubicBezTo>
                    <a:pt x="6859" y="5"/>
                    <a:pt x="6810" y="1"/>
                    <a:pt x="6762" y="1"/>
                  </a:cubicBezTo>
                  <a:cubicBezTo>
                    <a:pt x="6575" y="1"/>
                    <a:pt x="6397" y="73"/>
                    <a:pt x="6264" y="206"/>
                  </a:cubicBezTo>
                  <a:cubicBezTo>
                    <a:pt x="6193" y="289"/>
                    <a:pt x="6086" y="331"/>
                    <a:pt x="5978" y="331"/>
                  </a:cubicBezTo>
                  <a:cubicBezTo>
                    <a:pt x="5871" y="331"/>
                    <a:pt x="5764" y="289"/>
                    <a:pt x="5693" y="206"/>
                  </a:cubicBezTo>
                  <a:cubicBezTo>
                    <a:pt x="5560" y="73"/>
                    <a:pt x="5382" y="1"/>
                    <a:pt x="5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8"/>
            <p:cNvSpPr/>
            <p:nvPr/>
          </p:nvSpPr>
          <p:spPr>
            <a:xfrm>
              <a:off x="8330771" y="2453983"/>
              <a:ext cx="86909" cy="86306"/>
            </a:xfrm>
            <a:custGeom>
              <a:avLst/>
              <a:gdLst/>
              <a:ahLst/>
              <a:cxnLst/>
              <a:rect l="l" t="t" r="r" b="b"/>
              <a:pathLst>
                <a:path w="2597" h="2579" extrusionOk="0">
                  <a:moveTo>
                    <a:pt x="2415" y="0"/>
                  </a:moveTo>
                  <a:cubicBezTo>
                    <a:pt x="2370" y="0"/>
                    <a:pt x="2323" y="18"/>
                    <a:pt x="2287" y="54"/>
                  </a:cubicBezTo>
                  <a:lnTo>
                    <a:pt x="72" y="2269"/>
                  </a:lnTo>
                  <a:cubicBezTo>
                    <a:pt x="1" y="2340"/>
                    <a:pt x="1" y="2459"/>
                    <a:pt x="72" y="2507"/>
                  </a:cubicBezTo>
                  <a:cubicBezTo>
                    <a:pt x="96" y="2554"/>
                    <a:pt x="144" y="2578"/>
                    <a:pt x="191" y="2578"/>
                  </a:cubicBezTo>
                  <a:cubicBezTo>
                    <a:pt x="215" y="2578"/>
                    <a:pt x="263" y="2554"/>
                    <a:pt x="310" y="2507"/>
                  </a:cubicBezTo>
                  <a:lnTo>
                    <a:pt x="2525" y="292"/>
                  </a:lnTo>
                  <a:cubicBezTo>
                    <a:pt x="2596" y="221"/>
                    <a:pt x="2596" y="102"/>
                    <a:pt x="2525" y="54"/>
                  </a:cubicBezTo>
                  <a:cubicBezTo>
                    <a:pt x="2501" y="18"/>
                    <a:pt x="2459" y="0"/>
                    <a:pt x="2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8"/>
            <p:cNvSpPr/>
            <p:nvPr/>
          </p:nvSpPr>
          <p:spPr>
            <a:xfrm>
              <a:off x="8325182" y="2447792"/>
              <a:ext cx="42300" cy="41497"/>
            </a:xfrm>
            <a:custGeom>
              <a:avLst/>
              <a:gdLst/>
              <a:ahLst/>
              <a:cxnLst/>
              <a:rect l="l" t="t" r="r" b="b"/>
              <a:pathLst>
                <a:path w="1264" h="1240" extrusionOk="0">
                  <a:moveTo>
                    <a:pt x="620" y="310"/>
                  </a:moveTo>
                  <a:cubicBezTo>
                    <a:pt x="763" y="310"/>
                    <a:pt x="906" y="429"/>
                    <a:pt x="906" y="620"/>
                  </a:cubicBezTo>
                  <a:cubicBezTo>
                    <a:pt x="906" y="787"/>
                    <a:pt x="763" y="906"/>
                    <a:pt x="620" y="906"/>
                  </a:cubicBezTo>
                  <a:cubicBezTo>
                    <a:pt x="477" y="906"/>
                    <a:pt x="311" y="787"/>
                    <a:pt x="311" y="620"/>
                  </a:cubicBezTo>
                  <a:cubicBezTo>
                    <a:pt x="311" y="477"/>
                    <a:pt x="430" y="310"/>
                    <a:pt x="620" y="310"/>
                  </a:cubicBezTo>
                  <a:close/>
                  <a:moveTo>
                    <a:pt x="620" y="1"/>
                  </a:moveTo>
                  <a:cubicBezTo>
                    <a:pt x="263" y="1"/>
                    <a:pt x="1" y="287"/>
                    <a:pt x="1" y="620"/>
                  </a:cubicBezTo>
                  <a:cubicBezTo>
                    <a:pt x="1" y="977"/>
                    <a:pt x="287" y="1239"/>
                    <a:pt x="620" y="1239"/>
                  </a:cubicBezTo>
                  <a:cubicBezTo>
                    <a:pt x="977" y="1239"/>
                    <a:pt x="1239" y="953"/>
                    <a:pt x="1239" y="620"/>
                  </a:cubicBezTo>
                  <a:cubicBezTo>
                    <a:pt x="1263" y="287"/>
                    <a:pt x="977"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8"/>
            <p:cNvSpPr/>
            <p:nvPr/>
          </p:nvSpPr>
          <p:spPr>
            <a:xfrm>
              <a:off x="8380968" y="2503577"/>
              <a:ext cx="42300" cy="41497"/>
            </a:xfrm>
            <a:custGeom>
              <a:avLst/>
              <a:gdLst/>
              <a:ahLst/>
              <a:cxnLst/>
              <a:rect l="l" t="t" r="r" b="b"/>
              <a:pathLst>
                <a:path w="1264" h="1240" extrusionOk="0">
                  <a:moveTo>
                    <a:pt x="620" y="310"/>
                  </a:moveTo>
                  <a:cubicBezTo>
                    <a:pt x="763" y="310"/>
                    <a:pt x="906" y="429"/>
                    <a:pt x="906" y="620"/>
                  </a:cubicBezTo>
                  <a:cubicBezTo>
                    <a:pt x="906" y="787"/>
                    <a:pt x="787" y="906"/>
                    <a:pt x="620" y="906"/>
                  </a:cubicBezTo>
                  <a:cubicBezTo>
                    <a:pt x="477" y="906"/>
                    <a:pt x="311" y="787"/>
                    <a:pt x="311" y="620"/>
                  </a:cubicBezTo>
                  <a:cubicBezTo>
                    <a:pt x="311" y="477"/>
                    <a:pt x="430" y="310"/>
                    <a:pt x="620" y="310"/>
                  </a:cubicBezTo>
                  <a:close/>
                  <a:moveTo>
                    <a:pt x="620" y="1"/>
                  </a:moveTo>
                  <a:cubicBezTo>
                    <a:pt x="263" y="1"/>
                    <a:pt x="1" y="287"/>
                    <a:pt x="1" y="620"/>
                  </a:cubicBezTo>
                  <a:cubicBezTo>
                    <a:pt x="1" y="977"/>
                    <a:pt x="287" y="1239"/>
                    <a:pt x="620" y="1239"/>
                  </a:cubicBezTo>
                  <a:cubicBezTo>
                    <a:pt x="977" y="1239"/>
                    <a:pt x="1239" y="953"/>
                    <a:pt x="1239" y="620"/>
                  </a:cubicBezTo>
                  <a:cubicBezTo>
                    <a:pt x="1263" y="287"/>
                    <a:pt x="977"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8"/>
            <p:cNvSpPr/>
            <p:nvPr/>
          </p:nvSpPr>
          <p:spPr>
            <a:xfrm>
              <a:off x="8225592" y="2422292"/>
              <a:ext cx="79714" cy="148283"/>
            </a:xfrm>
            <a:custGeom>
              <a:avLst/>
              <a:gdLst/>
              <a:ahLst/>
              <a:cxnLst/>
              <a:rect l="l" t="t" r="r" b="b"/>
              <a:pathLst>
                <a:path w="2382" h="4431" extrusionOk="0">
                  <a:moveTo>
                    <a:pt x="1143" y="334"/>
                  </a:moveTo>
                  <a:cubicBezTo>
                    <a:pt x="1620" y="334"/>
                    <a:pt x="2024" y="715"/>
                    <a:pt x="2024" y="1191"/>
                  </a:cubicBezTo>
                  <a:lnTo>
                    <a:pt x="2024" y="3240"/>
                  </a:lnTo>
                  <a:cubicBezTo>
                    <a:pt x="2024" y="3740"/>
                    <a:pt x="1620" y="4121"/>
                    <a:pt x="1143" y="4121"/>
                  </a:cubicBezTo>
                  <a:cubicBezTo>
                    <a:pt x="667" y="4121"/>
                    <a:pt x="286" y="3716"/>
                    <a:pt x="286" y="3240"/>
                  </a:cubicBezTo>
                  <a:lnTo>
                    <a:pt x="286" y="1191"/>
                  </a:lnTo>
                  <a:cubicBezTo>
                    <a:pt x="286" y="715"/>
                    <a:pt x="667" y="334"/>
                    <a:pt x="1143" y="334"/>
                  </a:cubicBezTo>
                  <a:close/>
                  <a:moveTo>
                    <a:pt x="1191" y="1"/>
                  </a:moveTo>
                  <a:cubicBezTo>
                    <a:pt x="524" y="1"/>
                    <a:pt x="0" y="548"/>
                    <a:pt x="0" y="1191"/>
                  </a:cubicBezTo>
                  <a:lnTo>
                    <a:pt x="0" y="3240"/>
                  </a:lnTo>
                  <a:cubicBezTo>
                    <a:pt x="0" y="3906"/>
                    <a:pt x="524" y="4430"/>
                    <a:pt x="1191" y="4430"/>
                  </a:cubicBezTo>
                  <a:cubicBezTo>
                    <a:pt x="1834" y="4430"/>
                    <a:pt x="2382" y="3906"/>
                    <a:pt x="2382" y="3240"/>
                  </a:cubicBezTo>
                  <a:lnTo>
                    <a:pt x="2382" y="1191"/>
                  </a:lnTo>
                  <a:cubicBezTo>
                    <a:pt x="2382" y="548"/>
                    <a:pt x="1834" y="1"/>
                    <a:pt x="1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8"/>
            <p:cNvSpPr/>
            <p:nvPr/>
          </p:nvSpPr>
          <p:spPr>
            <a:xfrm>
              <a:off x="8129147" y="2421488"/>
              <a:ext cx="82123" cy="148283"/>
            </a:xfrm>
            <a:custGeom>
              <a:avLst/>
              <a:gdLst/>
              <a:ahLst/>
              <a:cxnLst/>
              <a:rect l="l" t="t" r="r" b="b"/>
              <a:pathLst>
                <a:path w="2454" h="4431" extrusionOk="0">
                  <a:moveTo>
                    <a:pt x="620" y="1"/>
                  </a:moveTo>
                  <a:cubicBezTo>
                    <a:pt x="524" y="1"/>
                    <a:pt x="453" y="72"/>
                    <a:pt x="429" y="144"/>
                  </a:cubicBezTo>
                  <a:lnTo>
                    <a:pt x="239" y="1811"/>
                  </a:lnTo>
                  <a:cubicBezTo>
                    <a:pt x="239" y="1882"/>
                    <a:pt x="239" y="1906"/>
                    <a:pt x="286" y="1978"/>
                  </a:cubicBezTo>
                  <a:cubicBezTo>
                    <a:pt x="310" y="2001"/>
                    <a:pt x="358" y="2025"/>
                    <a:pt x="405" y="2025"/>
                  </a:cubicBezTo>
                  <a:lnTo>
                    <a:pt x="1239" y="2025"/>
                  </a:lnTo>
                  <a:cubicBezTo>
                    <a:pt x="1715" y="2025"/>
                    <a:pt x="2096" y="2406"/>
                    <a:pt x="2096" y="2882"/>
                  </a:cubicBezTo>
                  <a:lnTo>
                    <a:pt x="2096" y="3240"/>
                  </a:lnTo>
                  <a:cubicBezTo>
                    <a:pt x="2096" y="3716"/>
                    <a:pt x="1715" y="4121"/>
                    <a:pt x="1239" y="4121"/>
                  </a:cubicBezTo>
                  <a:cubicBezTo>
                    <a:pt x="763" y="4121"/>
                    <a:pt x="358" y="3716"/>
                    <a:pt x="358" y="3240"/>
                  </a:cubicBezTo>
                  <a:cubicBezTo>
                    <a:pt x="358" y="3168"/>
                    <a:pt x="286" y="3073"/>
                    <a:pt x="191" y="3073"/>
                  </a:cubicBezTo>
                  <a:cubicBezTo>
                    <a:pt x="96" y="3073"/>
                    <a:pt x="1" y="3168"/>
                    <a:pt x="1" y="3240"/>
                  </a:cubicBezTo>
                  <a:cubicBezTo>
                    <a:pt x="1" y="3907"/>
                    <a:pt x="548" y="4430"/>
                    <a:pt x="1191" y="4430"/>
                  </a:cubicBezTo>
                  <a:cubicBezTo>
                    <a:pt x="1858" y="4430"/>
                    <a:pt x="2382" y="3907"/>
                    <a:pt x="2382" y="3240"/>
                  </a:cubicBezTo>
                  <a:lnTo>
                    <a:pt x="2382" y="2882"/>
                  </a:lnTo>
                  <a:cubicBezTo>
                    <a:pt x="2453" y="2239"/>
                    <a:pt x="1930" y="1692"/>
                    <a:pt x="1263" y="1692"/>
                  </a:cubicBezTo>
                  <a:lnTo>
                    <a:pt x="620" y="1692"/>
                  </a:lnTo>
                  <a:lnTo>
                    <a:pt x="763" y="358"/>
                  </a:lnTo>
                  <a:lnTo>
                    <a:pt x="2096" y="358"/>
                  </a:lnTo>
                  <a:cubicBezTo>
                    <a:pt x="2191" y="358"/>
                    <a:pt x="2287" y="263"/>
                    <a:pt x="2287" y="191"/>
                  </a:cubicBezTo>
                  <a:cubicBezTo>
                    <a:pt x="2287" y="96"/>
                    <a:pt x="2191" y="1"/>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8"/>
            <p:cNvSpPr/>
            <p:nvPr/>
          </p:nvSpPr>
          <p:spPr>
            <a:xfrm>
              <a:off x="8067773" y="2334648"/>
              <a:ext cx="318018" cy="322770"/>
            </a:xfrm>
            <a:custGeom>
              <a:avLst/>
              <a:gdLst/>
              <a:ahLst/>
              <a:cxnLst/>
              <a:rect l="l" t="t" r="r" b="b"/>
              <a:pathLst>
                <a:path w="9503" h="9645" extrusionOk="0">
                  <a:moveTo>
                    <a:pt x="4835" y="0"/>
                  </a:moveTo>
                  <a:cubicBezTo>
                    <a:pt x="2168" y="0"/>
                    <a:pt x="1" y="2191"/>
                    <a:pt x="1" y="4834"/>
                  </a:cubicBezTo>
                  <a:cubicBezTo>
                    <a:pt x="1" y="7478"/>
                    <a:pt x="2168" y="9645"/>
                    <a:pt x="4835" y="9645"/>
                  </a:cubicBezTo>
                  <a:cubicBezTo>
                    <a:pt x="5812" y="9645"/>
                    <a:pt x="6764" y="9359"/>
                    <a:pt x="7598" y="8788"/>
                  </a:cubicBezTo>
                  <a:cubicBezTo>
                    <a:pt x="8407" y="8216"/>
                    <a:pt x="9003" y="7478"/>
                    <a:pt x="9360" y="6549"/>
                  </a:cubicBezTo>
                  <a:cubicBezTo>
                    <a:pt x="9384" y="6454"/>
                    <a:pt x="9360" y="6382"/>
                    <a:pt x="9265" y="6311"/>
                  </a:cubicBezTo>
                  <a:cubicBezTo>
                    <a:pt x="9239" y="6298"/>
                    <a:pt x="9214" y="6292"/>
                    <a:pt x="9189" y="6292"/>
                  </a:cubicBezTo>
                  <a:cubicBezTo>
                    <a:pt x="9122" y="6292"/>
                    <a:pt x="9061" y="6337"/>
                    <a:pt x="9027" y="6406"/>
                  </a:cubicBezTo>
                  <a:cubicBezTo>
                    <a:pt x="8693" y="7240"/>
                    <a:pt x="8122" y="7954"/>
                    <a:pt x="7407" y="8454"/>
                  </a:cubicBezTo>
                  <a:cubicBezTo>
                    <a:pt x="6669" y="9002"/>
                    <a:pt x="5788" y="9264"/>
                    <a:pt x="4859" y="9264"/>
                  </a:cubicBezTo>
                  <a:cubicBezTo>
                    <a:pt x="2382" y="9264"/>
                    <a:pt x="382" y="7264"/>
                    <a:pt x="382" y="4787"/>
                  </a:cubicBezTo>
                  <a:cubicBezTo>
                    <a:pt x="382" y="2382"/>
                    <a:pt x="2406" y="357"/>
                    <a:pt x="4859" y="357"/>
                  </a:cubicBezTo>
                  <a:cubicBezTo>
                    <a:pt x="5835" y="357"/>
                    <a:pt x="6788" y="691"/>
                    <a:pt x="7574" y="1286"/>
                  </a:cubicBezTo>
                  <a:cubicBezTo>
                    <a:pt x="8312" y="1858"/>
                    <a:pt x="8884" y="2691"/>
                    <a:pt x="9146" y="3572"/>
                  </a:cubicBezTo>
                  <a:cubicBezTo>
                    <a:pt x="9164" y="3647"/>
                    <a:pt x="9226" y="3707"/>
                    <a:pt x="9298" y="3707"/>
                  </a:cubicBezTo>
                  <a:cubicBezTo>
                    <a:pt x="9318" y="3707"/>
                    <a:pt x="9339" y="3702"/>
                    <a:pt x="9360" y="3691"/>
                  </a:cubicBezTo>
                  <a:cubicBezTo>
                    <a:pt x="9431" y="3668"/>
                    <a:pt x="9503" y="3572"/>
                    <a:pt x="9479" y="3501"/>
                  </a:cubicBezTo>
                  <a:cubicBezTo>
                    <a:pt x="9169" y="2501"/>
                    <a:pt x="8574" y="1620"/>
                    <a:pt x="7741" y="1000"/>
                  </a:cubicBezTo>
                  <a:cubicBezTo>
                    <a:pt x="6907" y="334"/>
                    <a:pt x="5907" y="0"/>
                    <a:pt x="4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5" name="Google Shape;4445;p58"/>
          <p:cNvGrpSpPr/>
          <p:nvPr/>
        </p:nvGrpSpPr>
        <p:grpSpPr>
          <a:xfrm>
            <a:off x="7364081" y="2112976"/>
            <a:ext cx="397729" cy="296464"/>
            <a:chOff x="7364081" y="2348201"/>
            <a:chExt cx="397729" cy="296464"/>
          </a:xfrm>
        </p:grpSpPr>
        <p:sp>
          <p:nvSpPr>
            <p:cNvPr id="4446" name="Google Shape;4446;p58"/>
            <p:cNvSpPr/>
            <p:nvPr/>
          </p:nvSpPr>
          <p:spPr>
            <a:xfrm>
              <a:off x="7364081" y="2547416"/>
              <a:ext cx="37481" cy="35908"/>
            </a:xfrm>
            <a:custGeom>
              <a:avLst/>
              <a:gdLst/>
              <a:ahLst/>
              <a:cxnLst/>
              <a:rect l="l" t="t" r="r" b="b"/>
              <a:pathLst>
                <a:path w="1120" h="1073" extrusionOk="0">
                  <a:moveTo>
                    <a:pt x="191" y="1"/>
                  </a:moveTo>
                  <a:cubicBezTo>
                    <a:pt x="96" y="1"/>
                    <a:pt x="1" y="72"/>
                    <a:pt x="1" y="167"/>
                  </a:cubicBezTo>
                  <a:lnTo>
                    <a:pt x="1" y="525"/>
                  </a:lnTo>
                  <a:cubicBezTo>
                    <a:pt x="1" y="834"/>
                    <a:pt x="239" y="1072"/>
                    <a:pt x="548" y="1072"/>
                  </a:cubicBezTo>
                  <a:lnTo>
                    <a:pt x="906" y="1072"/>
                  </a:lnTo>
                  <a:cubicBezTo>
                    <a:pt x="1001" y="1072"/>
                    <a:pt x="1072" y="977"/>
                    <a:pt x="1072" y="882"/>
                  </a:cubicBezTo>
                  <a:cubicBezTo>
                    <a:pt x="1120" y="834"/>
                    <a:pt x="1025" y="739"/>
                    <a:pt x="929" y="739"/>
                  </a:cubicBezTo>
                  <a:lnTo>
                    <a:pt x="572" y="739"/>
                  </a:lnTo>
                  <a:cubicBezTo>
                    <a:pt x="453" y="739"/>
                    <a:pt x="382" y="644"/>
                    <a:pt x="382" y="525"/>
                  </a:cubicBezTo>
                  <a:lnTo>
                    <a:pt x="382" y="167"/>
                  </a:lnTo>
                  <a:cubicBezTo>
                    <a:pt x="382" y="72"/>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8"/>
            <p:cNvSpPr/>
            <p:nvPr/>
          </p:nvSpPr>
          <p:spPr>
            <a:xfrm>
              <a:off x="7365687" y="2348201"/>
              <a:ext cx="36678" cy="35874"/>
            </a:xfrm>
            <a:custGeom>
              <a:avLst/>
              <a:gdLst/>
              <a:ahLst/>
              <a:cxnLst/>
              <a:rect l="l" t="t" r="r" b="b"/>
              <a:pathLst>
                <a:path w="1096" h="1072" extrusionOk="0">
                  <a:moveTo>
                    <a:pt x="524" y="0"/>
                  </a:moveTo>
                  <a:cubicBezTo>
                    <a:pt x="238" y="0"/>
                    <a:pt x="0" y="238"/>
                    <a:pt x="0" y="524"/>
                  </a:cubicBezTo>
                  <a:lnTo>
                    <a:pt x="0" y="881"/>
                  </a:lnTo>
                  <a:cubicBezTo>
                    <a:pt x="0" y="976"/>
                    <a:pt x="96" y="1072"/>
                    <a:pt x="167" y="1072"/>
                  </a:cubicBezTo>
                  <a:cubicBezTo>
                    <a:pt x="262" y="1072"/>
                    <a:pt x="358" y="976"/>
                    <a:pt x="358" y="881"/>
                  </a:cubicBezTo>
                  <a:lnTo>
                    <a:pt x="358" y="524"/>
                  </a:lnTo>
                  <a:cubicBezTo>
                    <a:pt x="358" y="405"/>
                    <a:pt x="453" y="310"/>
                    <a:pt x="572" y="310"/>
                  </a:cubicBezTo>
                  <a:lnTo>
                    <a:pt x="929" y="310"/>
                  </a:lnTo>
                  <a:cubicBezTo>
                    <a:pt x="1000" y="310"/>
                    <a:pt x="1096" y="238"/>
                    <a:pt x="1096" y="143"/>
                  </a:cubicBezTo>
                  <a:cubicBezTo>
                    <a:pt x="1072" y="71"/>
                    <a:pt x="977" y="0"/>
                    <a:pt x="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8"/>
            <p:cNvSpPr/>
            <p:nvPr/>
          </p:nvSpPr>
          <p:spPr>
            <a:xfrm>
              <a:off x="7364884" y="2497219"/>
              <a:ext cx="11980" cy="36678"/>
            </a:xfrm>
            <a:custGeom>
              <a:avLst/>
              <a:gdLst/>
              <a:ahLst/>
              <a:cxnLst/>
              <a:rect l="l" t="t" r="r" b="b"/>
              <a:pathLst>
                <a:path w="358" h="1096" extrusionOk="0">
                  <a:moveTo>
                    <a:pt x="167" y="0"/>
                  </a:moveTo>
                  <a:cubicBezTo>
                    <a:pt x="72" y="0"/>
                    <a:pt x="0" y="96"/>
                    <a:pt x="0" y="191"/>
                  </a:cubicBezTo>
                  <a:lnTo>
                    <a:pt x="0" y="929"/>
                  </a:lnTo>
                  <a:cubicBezTo>
                    <a:pt x="0" y="1024"/>
                    <a:pt x="72" y="1096"/>
                    <a:pt x="167" y="1096"/>
                  </a:cubicBezTo>
                  <a:cubicBezTo>
                    <a:pt x="262" y="1096"/>
                    <a:pt x="358" y="1024"/>
                    <a:pt x="358" y="929"/>
                  </a:cubicBezTo>
                  <a:lnTo>
                    <a:pt x="358" y="191"/>
                  </a:lnTo>
                  <a:cubicBezTo>
                    <a:pt x="358" y="96"/>
                    <a:pt x="262"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8"/>
            <p:cNvSpPr/>
            <p:nvPr/>
          </p:nvSpPr>
          <p:spPr>
            <a:xfrm>
              <a:off x="7364884" y="2447792"/>
              <a:ext cx="11980" cy="36711"/>
            </a:xfrm>
            <a:custGeom>
              <a:avLst/>
              <a:gdLst/>
              <a:ahLst/>
              <a:cxnLst/>
              <a:rect l="l" t="t" r="r" b="b"/>
              <a:pathLst>
                <a:path w="358" h="1097" extrusionOk="0">
                  <a:moveTo>
                    <a:pt x="167" y="1"/>
                  </a:moveTo>
                  <a:cubicBezTo>
                    <a:pt x="72" y="1"/>
                    <a:pt x="0" y="72"/>
                    <a:pt x="0" y="168"/>
                  </a:cubicBezTo>
                  <a:lnTo>
                    <a:pt x="0" y="906"/>
                  </a:lnTo>
                  <a:cubicBezTo>
                    <a:pt x="0" y="1001"/>
                    <a:pt x="72" y="1096"/>
                    <a:pt x="167" y="1096"/>
                  </a:cubicBezTo>
                  <a:cubicBezTo>
                    <a:pt x="262" y="1096"/>
                    <a:pt x="358" y="1001"/>
                    <a:pt x="358" y="906"/>
                  </a:cubicBezTo>
                  <a:lnTo>
                    <a:pt x="358" y="168"/>
                  </a:lnTo>
                  <a:cubicBezTo>
                    <a:pt x="358" y="72"/>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8"/>
            <p:cNvSpPr/>
            <p:nvPr/>
          </p:nvSpPr>
          <p:spPr>
            <a:xfrm>
              <a:off x="7364884" y="2397595"/>
              <a:ext cx="11980" cy="36678"/>
            </a:xfrm>
            <a:custGeom>
              <a:avLst/>
              <a:gdLst/>
              <a:ahLst/>
              <a:cxnLst/>
              <a:rect l="l" t="t" r="r" b="b"/>
              <a:pathLst>
                <a:path w="358" h="1096" extrusionOk="0">
                  <a:moveTo>
                    <a:pt x="167" y="1"/>
                  </a:moveTo>
                  <a:cubicBezTo>
                    <a:pt x="72" y="1"/>
                    <a:pt x="0" y="96"/>
                    <a:pt x="0" y="191"/>
                  </a:cubicBezTo>
                  <a:lnTo>
                    <a:pt x="0" y="929"/>
                  </a:lnTo>
                  <a:cubicBezTo>
                    <a:pt x="0" y="1025"/>
                    <a:pt x="72" y="1096"/>
                    <a:pt x="167" y="1096"/>
                  </a:cubicBezTo>
                  <a:cubicBezTo>
                    <a:pt x="262" y="1096"/>
                    <a:pt x="358" y="1001"/>
                    <a:pt x="358" y="929"/>
                  </a:cubicBezTo>
                  <a:lnTo>
                    <a:pt x="358" y="191"/>
                  </a:lnTo>
                  <a:cubicBezTo>
                    <a:pt x="358" y="96"/>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8"/>
            <p:cNvSpPr/>
            <p:nvPr/>
          </p:nvSpPr>
          <p:spPr>
            <a:xfrm>
              <a:off x="7638222" y="2497219"/>
              <a:ext cx="12014" cy="36678"/>
            </a:xfrm>
            <a:custGeom>
              <a:avLst/>
              <a:gdLst/>
              <a:ahLst/>
              <a:cxnLst/>
              <a:rect l="l" t="t" r="r" b="b"/>
              <a:pathLst>
                <a:path w="359" h="1096" extrusionOk="0">
                  <a:moveTo>
                    <a:pt x="191" y="0"/>
                  </a:moveTo>
                  <a:cubicBezTo>
                    <a:pt x="96" y="0"/>
                    <a:pt x="1" y="96"/>
                    <a:pt x="1" y="191"/>
                  </a:cubicBezTo>
                  <a:lnTo>
                    <a:pt x="1" y="929"/>
                  </a:lnTo>
                  <a:cubicBezTo>
                    <a:pt x="1" y="1024"/>
                    <a:pt x="96" y="1096"/>
                    <a:pt x="191" y="1096"/>
                  </a:cubicBezTo>
                  <a:cubicBezTo>
                    <a:pt x="287" y="1096"/>
                    <a:pt x="358" y="1024"/>
                    <a:pt x="358" y="929"/>
                  </a:cubicBezTo>
                  <a:lnTo>
                    <a:pt x="358" y="191"/>
                  </a:lnTo>
                  <a:cubicBezTo>
                    <a:pt x="358" y="96"/>
                    <a:pt x="28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8"/>
            <p:cNvSpPr/>
            <p:nvPr/>
          </p:nvSpPr>
          <p:spPr>
            <a:xfrm>
              <a:off x="7638222" y="2447792"/>
              <a:ext cx="12014" cy="36711"/>
            </a:xfrm>
            <a:custGeom>
              <a:avLst/>
              <a:gdLst/>
              <a:ahLst/>
              <a:cxnLst/>
              <a:rect l="l" t="t" r="r" b="b"/>
              <a:pathLst>
                <a:path w="359" h="1097" extrusionOk="0">
                  <a:moveTo>
                    <a:pt x="191" y="1"/>
                  </a:moveTo>
                  <a:cubicBezTo>
                    <a:pt x="96" y="1"/>
                    <a:pt x="1" y="72"/>
                    <a:pt x="1" y="168"/>
                  </a:cubicBezTo>
                  <a:lnTo>
                    <a:pt x="1" y="906"/>
                  </a:lnTo>
                  <a:cubicBezTo>
                    <a:pt x="1" y="1001"/>
                    <a:pt x="96" y="1096"/>
                    <a:pt x="191" y="1096"/>
                  </a:cubicBezTo>
                  <a:cubicBezTo>
                    <a:pt x="287" y="1096"/>
                    <a:pt x="358" y="1001"/>
                    <a:pt x="358" y="906"/>
                  </a:cubicBezTo>
                  <a:lnTo>
                    <a:pt x="358" y="168"/>
                  </a:lnTo>
                  <a:cubicBezTo>
                    <a:pt x="358" y="72"/>
                    <a:pt x="287"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8"/>
            <p:cNvSpPr/>
            <p:nvPr/>
          </p:nvSpPr>
          <p:spPr>
            <a:xfrm>
              <a:off x="7638222" y="2397595"/>
              <a:ext cx="12014" cy="36678"/>
            </a:xfrm>
            <a:custGeom>
              <a:avLst/>
              <a:gdLst/>
              <a:ahLst/>
              <a:cxnLst/>
              <a:rect l="l" t="t" r="r" b="b"/>
              <a:pathLst>
                <a:path w="359" h="1096" extrusionOk="0">
                  <a:moveTo>
                    <a:pt x="191" y="1"/>
                  </a:moveTo>
                  <a:cubicBezTo>
                    <a:pt x="96" y="1"/>
                    <a:pt x="1" y="96"/>
                    <a:pt x="1" y="191"/>
                  </a:cubicBezTo>
                  <a:lnTo>
                    <a:pt x="1" y="929"/>
                  </a:lnTo>
                  <a:cubicBezTo>
                    <a:pt x="1" y="1025"/>
                    <a:pt x="96" y="1096"/>
                    <a:pt x="191" y="1096"/>
                  </a:cubicBezTo>
                  <a:cubicBezTo>
                    <a:pt x="287" y="1096"/>
                    <a:pt x="358" y="1001"/>
                    <a:pt x="358" y="929"/>
                  </a:cubicBezTo>
                  <a:lnTo>
                    <a:pt x="358" y="191"/>
                  </a:lnTo>
                  <a:cubicBezTo>
                    <a:pt x="358" y="96"/>
                    <a:pt x="287"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8"/>
            <p:cNvSpPr/>
            <p:nvPr/>
          </p:nvSpPr>
          <p:spPr>
            <a:xfrm>
              <a:off x="7613526" y="2348201"/>
              <a:ext cx="36711" cy="36678"/>
            </a:xfrm>
            <a:custGeom>
              <a:avLst/>
              <a:gdLst/>
              <a:ahLst/>
              <a:cxnLst/>
              <a:rect l="l" t="t" r="r" b="b"/>
              <a:pathLst>
                <a:path w="1097" h="1096" extrusionOk="0">
                  <a:moveTo>
                    <a:pt x="167" y="0"/>
                  </a:moveTo>
                  <a:cubicBezTo>
                    <a:pt x="96" y="0"/>
                    <a:pt x="1" y="71"/>
                    <a:pt x="1" y="167"/>
                  </a:cubicBezTo>
                  <a:cubicBezTo>
                    <a:pt x="1" y="262"/>
                    <a:pt x="96" y="357"/>
                    <a:pt x="167" y="357"/>
                  </a:cubicBezTo>
                  <a:lnTo>
                    <a:pt x="548" y="357"/>
                  </a:lnTo>
                  <a:cubicBezTo>
                    <a:pt x="667" y="357"/>
                    <a:pt x="739" y="429"/>
                    <a:pt x="739" y="548"/>
                  </a:cubicBezTo>
                  <a:lnTo>
                    <a:pt x="739" y="905"/>
                  </a:lnTo>
                  <a:cubicBezTo>
                    <a:pt x="739" y="1000"/>
                    <a:pt x="834" y="1095"/>
                    <a:pt x="929" y="1095"/>
                  </a:cubicBezTo>
                  <a:cubicBezTo>
                    <a:pt x="1025" y="1095"/>
                    <a:pt x="1096" y="1000"/>
                    <a:pt x="1096" y="905"/>
                  </a:cubicBezTo>
                  <a:lnTo>
                    <a:pt x="1096" y="548"/>
                  </a:lnTo>
                  <a:cubicBezTo>
                    <a:pt x="1096" y="238"/>
                    <a:pt x="834"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8"/>
            <p:cNvSpPr/>
            <p:nvPr/>
          </p:nvSpPr>
          <p:spPr>
            <a:xfrm>
              <a:off x="7414278" y="2348201"/>
              <a:ext cx="36711" cy="11980"/>
            </a:xfrm>
            <a:custGeom>
              <a:avLst/>
              <a:gdLst/>
              <a:ahLst/>
              <a:cxnLst/>
              <a:rect l="l" t="t" r="r" b="b"/>
              <a:pathLst>
                <a:path w="1097" h="358" extrusionOk="0">
                  <a:moveTo>
                    <a:pt x="191" y="0"/>
                  </a:moveTo>
                  <a:cubicBezTo>
                    <a:pt x="96" y="0"/>
                    <a:pt x="1" y="71"/>
                    <a:pt x="1" y="167"/>
                  </a:cubicBezTo>
                  <a:cubicBezTo>
                    <a:pt x="1" y="262"/>
                    <a:pt x="96" y="357"/>
                    <a:pt x="191" y="357"/>
                  </a:cubicBezTo>
                  <a:lnTo>
                    <a:pt x="930" y="357"/>
                  </a:lnTo>
                  <a:cubicBezTo>
                    <a:pt x="1025" y="357"/>
                    <a:pt x="1096" y="262"/>
                    <a:pt x="1096" y="167"/>
                  </a:cubicBezTo>
                  <a:cubicBezTo>
                    <a:pt x="1096" y="71"/>
                    <a:pt x="1025" y="0"/>
                    <a:pt x="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8"/>
            <p:cNvSpPr/>
            <p:nvPr/>
          </p:nvSpPr>
          <p:spPr>
            <a:xfrm>
              <a:off x="7464508" y="2348201"/>
              <a:ext cx="36678" cy="11980"/>
            </a:xfrm>
            <a:custGeom>
              <a:avLst/>
              <a:gdLst/>
              <a:ahLst/>
              <a:cxnLst/>
              <a:rect l="l" t="t" r="r" b="b"/>
              <a:pathLst>
                <a:path w="1096" h="358" extrusionOk="0">
                  <a:moveTo>
                    <a:pt x="167" y="0"/>
                  </a:moveTo>
                  <a:cubicBezTo>
                    <a:pt x="72" y="0"/>
                    <a:pt x="0" y="71"/>
                    <a:pt x="0" y="167"/>
                  </a:cubicBezTo>
                  <a:cubicBezTo>
                    <a:pt x="0" y="262"/>
                    <a:pt x="72" y="357"/>
                    <a:pt x="167" y="357"/>
                  </a:cubicBezTo>
                  <a:lnTo>
                    <a:pt x="905" y="357"/>
                  </a:lnTo>
                  <a:cubicBezTo>
                    <a:pt x="1000" y="357"/>
                    <a:pt x="1096" y="262"/>
                    <a:pt x="1096" y="167"/>
                  </a:cubicBezTo>
                  <a:cubicBezTo>
                    <a:pt x="1096" y="71"/>
                    <a:pt x="1000" y="0"/>
                    <a:pt x="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8"/>
            <p:cNvSpPr/>
            <p:nvPr/>
          </p:nvSpPr>
          <p:spPr>
            <a:xfrm>
              <a:off x="7513902" y="2348201"/>
              <a:ext cx="36711" cy="11980"/>
            </a:xfrm>
            <a:custGeom>
              <a:avLst/>
              <a:gdLst/>
              <a:ahLst/>
              <a:cxnLst/>
              <a:rect l="l" t="t" r="r" b="b"/>
              <a:pathLst>
                <a:path w="1097" h="358" extrusionOk="0">
                  <a:moveTo>
                    <a:pt x="191" y="0"/>
                  </a:moveTo>
                  <a:cubicBezTo>
                    <a:pt x="96" y="0"/>
                    <a:pt x="1" y="71"/>
                    <a:pt x="1" y="167"/>
                  </a:cubicBezTo>
                  <a:cubicBezTo>
                    <a:pt x="1" y="262"/>
                    <a:pt x="96" y="357"/>
                    <a:pt x="191" y="357"/>
                  </a:cubicBezTo>
                  <a:lnTo>
                    <a:pt x="930" y="357"/>
                  </a:lnTo>
                  <a:cubicBezTo>
                    <a:pt x="1025" y="357"/>
                    <a:pt x="1096" y="262"/>
                    <a:pt x="1096" y="167"/>
                  </a:cubicBezTo>
                  <a:cubicBezTo>
                    <a:pt x="1096" y="71"/>
                    <a:pt x="1025" y="0"/>
                    <a:pt x="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8"/>
            <p:cNvSpPr/>
            <p:nvPr/>
          </p:nvSpPr>
          <p:spPr>
            <a:xfrm>
              <a:off x="7564132" y="2348201"/>
              <a:ext cx="36678" cy="11980"/>
            </a:xfrm>
            <a:custGeom>
              <a:avLst/>
              <a:gdLst/>
              <a:ahLst/>
              <a:cxnLst/>
              <a:rect l="l" t="t" r="r" b="b"/>
              <a:pathLst>
                <a:path w="1096" h="358" extrusionOk="0">
                  <a:moveTo>
                    <a:pt x="167" y="0"/>
                  </a:moveTo>
                  <a:cubicBezTo>
                    <a:pt x="72" y="0"/>
                    <a:pt x="0" y="71"/>
                    <a:pt x="0" y="167"/>
                  </a:cubicBezTo>
                  <a:cubicBezTo>
                    <a:pt x="0" y="262"/>
                    <a:pt x="72" y="357"/>
                    <a:pt x="167" y="357"/>
                  </a:cubicBezTo>
                  <a:lnTo>
                    <a:pt x="905" y="357"/>
                  </a:lnTo>
                  <a:cubicBezTo>
                    <a:pt x="1000" y="357"/>
                    <a:pt x="1096" y="262"/>
                    <a:pt x="1096" y="167"/>
                  </a:cubicBezTo>
                  <a:cubicBezTo>
                    <a:pt x="1096" y="71"/>
                    <a:pt x="1000" y="0"/>
                    <a:pt x="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8"/>
            <p:cNvSpPr/>
            <p:nvPr/>
          </p:nvSpPr>
          <p:spPr>
            <a:xfrm>
              <a:off x="7414278" y="2572113"/>
              <a:ext cx="36711" cy="12014"/>
            </a:xfrm>
            <a:custGeom>
              <a:avLst/>
              <a:gdLst/>
              <a:ahLst/>
              <a:cxnLst/>
              <a:rect l="l" t="t" r="r" b="b"/>
              <a:pathLst>
                <a:path w="1097" h="359" extrusionOk="0">
                  <a:moveTo>
                    <a:pt x="191" y="1"/>
                  </a:moveTo>
                  <a:cubicBezTo>
                    <a:pt x="96" y="1"/>
                    <a:pt x="1" y="96"/>
                    <a:pt x="1" y="168"/>
                  </a:cubicBezTo>
                  <a:cubicBezTo>
                    <a:pt x="1" y="263"/>
                    <a:pt x="96" y="358"/>
                    <a:pt x="191" y="358"/>
                  </a:cubicBezTo>
                  <a:lnTo>
                    <a:pt x="930" y="358"/>
                  </a:lnTo>
                  <a:cubicBezTo>
                    <a:pt x="1025" y="358"/>
                    <a:pt x="1096" y="263"/>
                    <a:pt x="1096" y="168"/>
                  </a:cubicBezTo>
                  <a:cubicBezTo>
                    <a:pt x="1096" y="96"/>
                    <a:pt x="1025"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8"/>
            <p:cNvSpPr/>
            <p:nvPr/>
          </p:nvSpPr>
          <p:spPr>
            <a:xfrm>
              <a:off x="7464508" y="2572113"/>
              <a:ext cx="36678" cy="12014"/>
            </a:xfrm>
            <a:custGeom>
              <a:avLst/>
              <a:gdLst/>
              <a:ahLst/>
              <a:cxnLst/>
              <a:rect l="l" t="t" r="r" b="b"/>
              <a:pathLst>
                <a:path w="1096" h="359" extrusionOk="0">
                  <a:moveTo>
                    <a:pt x="167" y="1"/>
                  </a:moveTo>
                  <a:cubicBezTo>
                    <a:pt x="72" y="1"/>
                    <a:pt x="0" y="96"/>
                    <a:pt x="0" y="168"/>
                  </a:cubicBezTo>
                  <a:cubicBezTo>
                    <a:pt x="0" y="263"/>
                    <a:pt x="72" y="358"/>
                    <a:pt x="167" y="358"/>
                  </a:cubicBezTo>
                  <a:lnTo>
                    <a:pt x="905" y="358"/>
                  </a:lnTo>
                  <a:cubicBezTo>
                    <a:pt x="1000" y="358"/>
                    <a:pt x="1096" y="263"/>
                    <a:pt x="1096" y="168"/>
                  </a:cubicBezTo>
                  <a:cubicBezTo>
                    <a:pt x="1096" y="96"/>
                    <a:pt x="1000"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8"/>
            <p:cNvSpPr/>
            <p:nvPr/>
          </p:nvSpPr>
          <p:spPr>
            <a:xfrm>
              <a:off x="7513902" y="2572113"/>
              <a:ext cx="36711" cy="12014"/>
            </a:xfrm>
            <a:custGeom>
              <a:avLst/>
              <a:gdLst/>
              <a:ahLst/>
              <a:cxnLst/>
              <a:rect l="l" t="t" r="r" b="b"/>
              <a:pathLst>
                <a:path w="1097" h="359" extrusionOk="0">
                  <a:moveTo>
                    <a:pt x="191" y="1"/>
                  </a:moveTo>
                  <a:cubicBezTo>
                    <a:pt x="96" y="1"/>
                    <a:pt x="1" y="96"/>
                    <a:pt x="1" y="168"/>
                  </a:cubicBezTo>
                  <a:cubicBezTo>
                    <a:pt x="1" y="263"/>
                    <a:pt x="96" y="358"/>
                    <a:pt x="191" y="358"/>
                  </a:cubicBezTo>
                  <a:lnTo>
                    <a:pt x="930" y="358"/>
                  </a:lnTo>
                  <a:cubicBezTo>
                    <a:pt x="1025" y="358"/>
                    <a:pt x="1096" y="263"/>
                    <a:pt x="1096" y="168"/>
                  </a:cubicBezTo>
                  <a:cubicBezTo>
                    <a:pt x="1096" y="96"/>
                    <a:pt x="1025"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8"/>
            <p:cNvSpPr/>
            <p:nvPr/>
          </p:nvSpPr>
          <p:spPr>
            <a:xfrm>
              <a:off x="7564132" y="2572113"/>
              <a:ext cx="36678" cy="12014"/>
            </a:xfrm>
            <a:custGeom>
              <a:avLst/>
              <a:gdLst/>
              <a:ahLst/>
              <a:cxnLst/>
              <a:rect l="l" t="t" r="r" b="b"/>
              <a:pathLst>
                <a:path w="1096" h="359" extrusionOk="0">
                  <a:moveTo>
                    <a:pt x="167" y="1"/>
                  </a:moveTo>
                  <a:cubicBezTo>
                    <a:pt x="72" y="1"/>
                    <a:pt x="0" y="96"/>
                    <a:pt x="0" y="168"/>
                  </a:cubicBezTo>
                  <a:cubicBezTo>
                    <a:pt x="0" y="263"/>
                    <a:pt x="72" y="358"/>
                    <a:pt x="167" y="358"/>
                  </a:cubicBezTo>
                  <a:lnTo>
                    <a:pt x="905" y="358"/>
                  </a:lnTo>
                  <a:cubicBezTo>
                    <a:pt x="1000" y="358"/>
                    <a:pt x="1096" y="263"/>
                    <a:pt x="1096" y="168"/>
                  </a:cubicBezTo>
                  <a:cubicBezTo>
                    <a:pt x="1096" y="96"/>
                    <a:pt x="1000"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8"/>
            <p:cNvSpPr/>
            <p:nvPr/>
          </p:nvSpPr>
          <p:spPr>
            <a:xfrm>
              <a:off x="7568114" y="2509166"/>
              <a:ext cx="193695" cy="135500"/>
            </a:xfrm>
            <a:custGeom>
              <a:avLst/>
              <a:gdLst/>
              <a:ahLst/>
              <a:cxnLst/>
              <a:rect l="l" t="t" r="r" b="b"/>
              <a:pathLst>
                <a:path w="5788" h="4049" extrusionOk="0">
                  <a:moveTo>
                    <a:pt x="5001" y="358"/>
                  </a:moveTo>
                  <a:cubicBezTo>
                    <a:pt x="5263" y="358"/>
                    <a:pt x="5478" y="572"/>
                    <a:pt x="5478" y="834"/>
                  </a:cubicBezTo>
                  <a:cubicBezTo>
                    <a:pt x="5478" y="1096"/>
                    <a:pt x="5263" y="1310"/>
                    <a:pt x="5001" y="1310"/>
                  </a:cubicBezTo>
                  <a:lnTo>
                    <a:pt x="4430" y="1310"/>
                  </a:lnTo>
                  <a:cubicBezTo>
                    <a:pt x="4168" y="1310"/>
                    <a:pt x="3953" y="1096"/>
                    <a:pt x="3953" y="834"/>
                  </a:cubicBezTo>
                  <a:cubicBezTo>
                    <a:pt x="3953" y="572"/>
                    <a:pt x="4168" y="358"/>
                    <a:pt x="4430" y="358"/>
                  </a:cubicBezTo>
                  <a:close/>
                  <a:moveTo>
                    <a:pt x="2644" y="1810"/>
                  </a:moveTo>
                  <a:cubicBezTo>
                    <a:pt x="2763" y="1810"/>
                    <a:pt x="2858" y="1906"/>
                    <a:pt x="2858" y="2025"/>
                  </a:cubicBezTo>
                  <a:cubicBezTo>
                    <a:pt x="2858" y="2144"/>
                    <a:pt x="2763" y="2239"/>
                    <a:pt x="2644" y="2239"/>
                  </a:cubicBezTo>
                  <a:cubicBezTo>
                    <a:pt x="2525" y="2239"/>
                    <a:pt x="2429" y="2144"/>
                    <a:pt x="2429" y="2025"/>
                  </a:cubicBezTo>
                  <a:cubicBezTo>
                    <a:pt x="2429" y="1906"/>
                    <a:pt x="2525" y="1810"/>
                    <a:pt x="2644" y="1810"/>
                  </a:cubicBezTo>
                  <a:close/>
                  <a:moveTo>
                    <a:pt x="4954" y="2763"/>
                  </a:moveTo>
                  <a:cubicBezTo>
                    <a:pt x="5239" y="2763"/>
                    <a:pt x="5430" y="2977"/>
                    <a:pt x="5430" y="3239"/>
                  </a:cubicBezTo>
                  <a:cubicBezTo>
                    <a:pt x="5430" y="3525"/>
                    <a:pt x="5239" y="3716"/>
                    <a:pt x="4954" y="3716"/>
                  </a:cubicBezTo>
                  <a:lnTo>
                    <a:pt x="4406" y="3716"/>
                  </a:lnTo>
                  <a:cubicBezTo>
                    <a:pt x="4120" y="3716"/>
                    <a:pt x="3930" y="3525"/>
                    <a:pt x="3930" y="3239"/>
                  </a:cubicBezTo>
                  <a:cubicBezTo>
                    <a:pt x="3930" y="2977"/>
                    <a:pt x="4120" y="2763"/>
                    <a:pt x="4406" y="2763"/>
                  </a:cubicBezTo>
                  <a:close/>
                  <a:moveTo>
                    <a:pt x="4406" y="1"/>
                  </a:moveTo>
                  <a:cubicBezTo>
                    <a:pt x="3953" y="1"/>
                    <a:pt x="3572" y="358"/>
                    <a:pt x="3572" y="834"/>
                  </a:cubicBezTo>
                  <a:cubicBezTo>
                    <a:pt x="3572" y="953"/>
                    <a:pt x="3596" y="1072"/>
                    <a:pt x="3620" y="1167"/>
                  </a:cubicBezTo>
                  <a:lnTo>
                    <a:pt x="2929" y="1596"/>
                  </a:lnTo>
                  <a:cubicBezTo>
                    <a:pt x="2858" y="1548"/>
                    <a:pt x="2739" y="1501"/>
                    <a:pt x="2620" y="1501"/>
                  </a:cubicBezTo>
                  <a:cubicBezTo>
                    <a:pt x="2501" y="1501"/>
                    <a:pt x="2382" y="1525"/>
                    <a:pt x="2286" y="1596"/>
                  </a:cubicBezTo>
                  <a:lnTo>
                    <a:pt x="286" y="262"/>
                  </a:lnTo>
                  <a:cubicBezTo>
                    <a:pt x="254" y="247"/>
                    <a:pt x="225" y="239"/>
                    <a:pt x="198" y="239"/>
                  </a:cubicBezTo>
                  <a:cubicBezTo>
                    <a:pt x="143" y="239"/>
                    <a:pt x="95" y="270"/>
                    <a:pt x="48" y="334"/>
                  </a:cubicBezTo>
                  <a:cubicBezTo>
                    <a:pt x="0" y="405"/>
                    <a:pt x="24" y="501"/>
                    <a:pt x="119" y="572"/>
                  </a:cubicBezTo>
                  <a:lnTo>
                    <a:pt x="2096" y="1882"/>
                  </a:lnTo>
                  <a:cubicBezTo>
                    <a:pt x="2096" y="1929"/>
                    <a:pt x="2072" y="1953"/>
                    <a:pt x="2072" y="2025"/>
                  </a:cubicBezTo>
                  <a:cubicBezTo>
                    <a:pt x="2072" y="2072"/>
                    <a:pt x="2072" y="2120"/>
                    <a:pt x="2096" y="2168"/>
                  </a:cubicBezTo>
                  <a:lnTo>
                    <a:pt x="119" y="3477"/>
                  </a:lnTo>
                  <a:cubicBezTo>
                    <a:pt x="24" y="3549"/>
                    <a:pt x="24" y="3620"/>
                    <a:pt x="48" y="3716"/>
                  </a:cubicBezTo>
                  <a:cubicBezTo>
                    <a:pt x="72" y="3787"/>
                    <a:pt x="143" y="3811"/>
                    <a:pt x="191" y="3811"/>
                  </a:cubicBezTo>
                  <a:cubicBezTo>
                    <a:pt x="238" y="3811"/>
                    <a:pt x="262" y="3811"/>
                    <a:pt x="286" y="3787"/>
                  </a:cubicBezTo>
                  <a:lnTo>
                    <a:pt x="2286" y="2430"/>
                  </a:lnTo>
                  <a:cubicBezTo>
                    <a:pt x="2382" y="2501"/>
                    <a:pt x="2501" y="2549"/>
                    <a:pt x="2620" y="2549"/>
                  </a:cubicBezTo>
                  <a:cubicBezTo>
                    <a:pt x="2739" y="2549"/>
                    <a:pt x="2858" y="2525"/>
                    <a:pt x="2929" y="2430"/>
                  </a:cubicBezTo>
                  <a:lnTo>
                    <a:pt x="3620" y="2882"/>
                  </a:lnTo>
                  <a:cubicBezTo>
                    <a:pt x="3596" y="2977"/>
                    <a:pt x="3572" y="3096"/>
                    <a:pt x="3572" y="3215"/>
                  </a:cubicBezTo>
                  <a:cubicBezTo>
                    <a:pt x="3572" y="3668"/>
                    <a:pt x="3930" y="4049"/>
                    <a:pt x="4406" y="4049"/>
                  </a:cubicBezTo>
                  <a:lnTo>
                    <a:pt x="4954" y="4049"/>
                  </a:lnTo>
                  <a:cubicBezTo>
                    <a:pt x="5406" y="4049"/>
                    <a:pt x="5787" y="3692"/>
                    <a:pt x="5787" y="3215"/>
                  </a:cubicBezTo>
                  <a:cubicBezTo>
                    <a:pt x="5787" y="2811"/>
                    <a:pt x="5430" y="2430"/>
                    <a:pt x="4954" y="2430"/>
                  </a:cubicBezTo>
                  <a:lnTo>
                    <a:pt x="4406" y="2430"/>
                  </a:lnTo>
                  <a:cubicBezTo>
                    <a:pt x="4192" y="2430"/>
                    <a:pt x="3977" y="2525"/>
                    <a:pt x="3834" y="2644"/>
                  </a:cubicBezTo>
                  <a:lnTo>
                    <a:pt x="3144" y="2191"/>
                  </a:lnTo>
                  <a:cubicBezTo>
                    <a:pt x="3144" y="2144"/>
                    <a:pt x="3167" y="2120"/>
                    <a:pt x="3167" y="2049"/>
                  </a:cubicBezTo>
                  <a:cubicBezTo>
                    <a:pt x="3167" y="2001"/>
                    <a:pt x="3167" y="1953"/>
                    <a:pt x="3144" y="1906"/>
                  </a:cubicBezTo>
                  <a:lnTo>
                    <a:pt x="3834" y="1453"/>
                  </a:lnTo>
                  <a:cubicBezTo>
                    <a:pt x="3977" y="1572"/>
                    <a:pt x="4168" y="1668"/>
                    <a:pt x="4406" y="1668"/>
                  </a:cubicBezTo>
                  <a:lnTo>
                    <a:pt x="4954" y="1668"/>
                  </a:lnTo>
                  <a:cubicBezTo>
                    <a:pt x="5406" y="1668"/>
                    <a:pt x="5787" y="1310"/>
                    <a:pt x="5787" y="834"/>
                  </a:cubicBezTo>
                  <a:cubicBezTo>
                    <a:pt x="5787" y="382"/>
                    <a:pt x="5430" y="1"/>
                    <a:pt x="4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8"/>
            <p:cNvSpPr/>
            <p:nvPr/>
          </p:nvSpPr>
          <p:spPr>
            <a:xfrm>
              <a:off x="7454134" y="2413122"/>
              <a:ext cx="106820" cy="104846"/>
            </a:xfrm>
            <a:custGeom>
              <a:avLst/>
              <a:gdLst/>
              <a:ahLst/>
              <a:cxnLst/>
              <a:rect l="l" t="t" r="r" b="b"/>
              <a:pathLst>
                <a:path w="3192" h="3133" extrusionOk="0">
                  <a:moveTo>
                    <a:pt x="2986" y="1"/>
                  </a:moveTo>
                  <a:cubicBezTo>
                    <a:pt x="2942" y="1"/>
                    <a:pt x="2894" y="13"/>
                    <a:pt x="2858" y="37"/>
                  </a:cubicBezTo>
                  <a:lnTo>
                    <a:pt x="72" y="2847"/>
                  </a:lnTo>
                  <a:cubicBezTo>
                    <a:pt x="1" y="2894"/>
                    <a:pt x="1" y="3013"/>
                    <a:pt x="72" y="3085"/>
                  </a:cubicBezTo>
                  <a:cubicBezTo>
                    <a:pt x="96" y="3109"/>
                    <a:pt x="144" y="3132"/>
                    <a:pt x="191" y="3132"/>
                  </a:cubicBezTo>
                  <a:cubicBezTo>
                    <a:pt x="215" y="3132"/>
                    <a:pt x="263" y="3109"/>
                    <a:pt x="310" y="3085"/>
                  </a:cubicBezTo>
                  <a:lnTo>
                    <a:pt x="3097" y="275"/>
                  </a:lnTo>
                  <a:cubicBezTo>
                    <a:pt x="3192" y="227"/>
                    <a:pt x="3192" y="132"/>
                    <a:pt x="3097" y="37"/>
                  </a:cubicBezTo>
                  <a:cubicBezTo>
                    <a:pt x="3073" y="13"/>
                    <a:pt x="3031" y="1"/>
                    <a:pt x="2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8"/>
            <p:cNvSpPr/>
            <p:nvPr/>
          </p:nvSpPr>
          <p:spPr>
            <a:xfrm>
              <a:off x="7450955" y="2410345"/>
              <a:ext cx="50231" cy="50231"/>
            </a:xfrm>
            <a:custGeom>
              <a:avLst/>
              <a:gdLst/>
              <a:ahLst/>
              <a:cxnLst/>
              <a:rect l="l" t="t" r="r" b="b"/>
              <a:pathLst>
                <a:path w="1501" h="1501" extrusionOk="0">
                  <a:moveTo>
                    <a:pt x="763" y="334"/>
                  </a:moveTo>
                  <a:cubicBezTo>
                    <a:pt x="953" y="334"/>
                    <a:pt x="1144" y="501"/>
                    <a:pt x="1144" y="715"/>
                  </a:cubicBezTo>
                  <a:cubicBezTo>
                    <a:pt x="1144" y="929"/>
                    <a:pt x="953" y="1120"/>
                    <a:pt x="763" y="1120"/>
                  </a:cubicBezTo>
                  <a:cubicBezTo>
                    <a:pt x="548" y="1120"/>
                    <a:pt x="358" y="929"/>
                    <a:pt x="358" y="715"/>
                  </a:cubicBezTo>
                  <a:cubicBezTo>
                    <a:pt x="358" y="524"/>
                    <a:pt x="548" y="334"/>
                    <a:pt x="763" y="334"/>
                  </a:cubicBezTo>
                  <a:close/>
                  <a:moveTo>
                    <a:pt x="763" y="1"/>
                  </a:moveTo>
                  <a:cubicBezTo>
                    <a:pt x="334" y="1"/>
                    <a:pt x="0" y="334"/>
                    <a:pt x="0" y="763"/>
                  </a:cubicBezTo>
                  <a:cubicBezTo>
                    <a:pt x="0" y="1167"/>
                    <a:pt x="334" y="1501"/>
                    <a:pt x="763" y="1501"/>
                  </a:cubicBezTo>
                  <a:cubicBezTo>
                    <a:pt x="1167" y="1501"/>
                    <a:pt x="1501" y="1167"/>
                    <a:pt x="1501" y="763"/>
                  </a:cubicBezTo>
                  <a:cubicBezTo>
                    <a:pt x="1501" y="334"/>
                    <a:pt x="1167" y="1"/>
                    <a:pt x="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8"/>
            <p:cNvSpPr/>
            <p:nvPr/>
          </p:nvSpPr>
          <p:spPr>
            <a:xfrm>
              <a:off x="7513098" y="2472522"/>
              <a:ext cx="49461" cy="49428"/>
            </a:xfrm>
            <a:custGeom>
              <a:avLst/>
              <a:gdLst/>
              <a:ahLst/>
              <a:cxnLst/>
              <a:rect l="l" t="t" r="r" b="b"/>
              <a:pathLst>
                <a:path w="1478" h="1477" extrusionOk="0">
                  <a:moveTo>
                    <a:pt x="739" y="357"/>
                  </a:moveTo>
                  <a:cubicBezTo>
                    <a:pt x="954" y="357"/>
                    <a:pt x="1120" y="524"/>
                    <a:pt x="1120" y="738"/>
                  </a:cubicBezTo>
                  <a:cubicBezTo>
                    <a:pt x="1120" y="953"/>
                    <a:pt x="977" y="1119"/>
                    <a:pt x="739" y="1119"/>
                  </a:cubicBezTo>
                  <a:cubicBezTo>
                    <a:pt x="525" y="1119"/>
                    <a:pt x="358" y="953"/>
                    <a:pt x="358" y="738"/>
                  </a:cubicBezTo>
                  <a:cubicBezTo>
                    <a:pt x="358" y="524"/>
                    <a:pt x="525" y="357"/>
                    <a:pt x="739" y="357"/>
                  </a:cubicBezTo>
                  <a:close/>
                  <a:moveTo>
                    <a:pt x="739" y="0"/>
                  </a:moveTo>
                  <a:cubicBezTo>
                    <a:pt x="334" y="0"/>
                    <a:pt x="1" y="333"/>
                    <a:pt x="1" y="738"/>
                  </a:cubicBezTo>
                  <a:cubicBezTo>
                    <a:pt x="1" y="1143"/>
                    <a:pt x="334" y="1477"/>
                    <a:pt x="739" y="1477"/>
                  </a:cubicBezTo>
                  <a:cubicBezTo>
                    <a:pt x="1168" y="1477"/>
                    <a:pt x="1477" y="1143"/>
                    <a:pt x="1477" y="738"/>
                  </a:cubicBezTo>
                  <a:cubicBezTo>
                    <a:pt x="1477" y="333"/>
                    <a:pt x="1168"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7" name="Google Shape;4467;p58"/>
          <p:cNvGrpSpPr/>
          <p:nvPr/>
        </p:nvGrpSpPr>
        <p:grpSpPr>
          <a:xfrm>
            <a:off x="6042767" y="2083326"/>
            <a:ext cx="397698" cy="397059"/>
            <a:chOff x="6042767" y="2318551"/>
            <a:chExt cx="397698" cy="397059"/>
          </a:xfrm>
        </p:grpSpPr>
        <p:sp>
          <p:nvSpPr>
            <p:cNvPr id="4468" name="Google Shape;4468;p58"/>
            <p:cNvSpPr/>
            <p:nvPr/>
          </p:nvSpPr>
          <p:spPr>
            <a:xfrm>
              <a:off x="6134393" y="2578672"/>
              <a:ext cx="266214" cy="136939"/>
            </a:xfrm>
            <a:custGeom>
              <a:avLst/>
              <a:gdLst/>
              <a:ahLst/>
              <a:cxnLst/>
              <a:rect l="l" t="t" r="r" b="b"/>
              <a:pathLst>
                <a:path w="7955" h="4092" extrusionOk="0">
                  <a:moveTo>
                    <a:pt x="858" y="2948"/>
                  </a:moveTo>
                  <a:cubicBezTo>
                    <a:pt x="1096" y="2948"/>
                    <a:pt x="1239" y="3139"/>
                    <a:pt x="1239" y="3329"/>
                  </a:cubicBezTo>
                  <a:cubicBezTo>
                    <a:pt x="1239" y="3544"/>
                    <a:pt x="1073" y="3734"/>
                    <a:pt x="858" y="3734"/>
                  </a:cubicBezTo>
                  <a:cubicBezTo>
                    <a:pt x="644" y="3734"/>
                    <a:pt x="477" y="3544"/>
                    <a:pt x="477" y="3329"/>
                  </a:cubicBezTo>
                  <a:cubicBezTo>
                    <a:pt x="477" y="3139"/>
                    <a:pt x="644" y="2948"/>
                    <a:pt x="858" y="2948"/>
                  </a:cubicBezTo>
                  <a:close/>
                  <a:moveTo>
                    <a:pt x="7193" y="2948"/>
                  </a:moveTo>
                  <a:cubicBezTo>
                    <a:pt x="7407" y="2948"/>
                    <a:pt x="7598" y="3139"/>
                    <a:pt x="7598" y="3329"/>
                  </a:cubicBezTo>
                  <a:cubicBezTo>
                    <a:pt x="7598" y="3544"/>
                    <a:pt x="7407" y="3734"/>
                    <a:pt x="7193" y="3734"/>
                  </a:cubicBezTo>
                  <a:cubicBezTo>
                    <a:pt x="7002" y="3734"/>
                    <a:pt x="6812" y="3544"/>
                    <a:pt x="6812" y="3329"/>
                  </a:cubicBezTo>
                  <a:cubicBezTo>
                    <a:pt x="6812" y="3139"/>
                    <a:pt x="7002" y="2948"/>
                    <a:pt x="7193" y="2948"/>
                  </a:cubicBezTo>
                  <a:close/>
                  <a:moveTo>
                    <a:pt x="688" y="0"/>
                  </a:moveTo>
                  <a:cubicBezTo>
                    <a:pt x="628" y="0"/>
                    <a:pt x="576" y="39"/>
                    <a:pt x="525" y="91"/>
                  </a:cubicBezTo>
                  <a:lnTo>
                    <a:pt x="72" y="1210"/>
                  </a:lnTo>
                  <a:cubicBezTo>
                    <a:pt x="1" y="1448"/>
                    <a:pt x="25" y="1686"/>
                    <a:pt x="144" y="1877"/>
                  </a:cubicBezTo>
                  <a:cubicBezTo>
                    <a:pt x="263" y="2067"/>
                    <a:pt x="477" y="2186"/>
                    <a:pt x="668" y="2210"/>
                  </a:cubicBezTo>
                  <a:lnTo>
                    <a:pt x="668" y="2639"/>
                  </a:lnTo>
                  <a:cubicBezTo>
                    <a:pt x="358" y="2710"/>
                    <a:pt x="120" y="2996"/>
                    <a:pt x="120" y="3329"/>
                  </a:cubicBezTo>
                  <a:cubicBezTo>
                    <a:pt x="120" y="3758"/>
                    <a:pt x="453" y="4091"/>
                    <a:pt x="858" y="4091"/>
                  </a:cubicBezTo>
                  <a:cubicBezTo>
                    <a:pt x="1263" y="4091"/>
                    <a:pt x="1596" y="3758"/>
                    <a:pt x="1596" y="3329"/>
                  </a:cubicBezTo>
                  <a:cubicBezTo>
                    <a:pt x="1596" y="2996"/>
                    <a:pt x="1358" y="2710"/>
                    <a:pt x="1049" y="2639"/>
                  </a:cubicBezTo>
                  <a:lnTo>
                    <a:pt x="1049" y="2210"/>
                  </a:lnTo>
                  <a:lnTo>
                    <a:pt x="7026" y="2210"/>
                  </a:lnTo>
                  <a:lnTo>
                    <a:pt x="7026" y="2639"/>
                  </a:lnTo>
                  <a:cubicBezTo>
                    <a:pt x="6693" y="2710"/>
                    <a:pt x="6455" y="2996"/>
                    <a:pt x="6455" y="3329"/>
                  </a:cubicBezTo>
                  <a:cubicBezTo>
                    <a:pt x="6455" y="3758"/>
                    <a:pt x="6788" y="4091"/>
                    <a:pt x="7193" y="4091"/>
                  </a:cubicBezTo>
                  <a:cubicBezTo>
                    <a:pt x="7622" y="4091"/>
                    <a:pt x="7955" y="3758"/>
                    <a:pt x="7955" y="3329"/>
                  </a:cubicBezTo>
                  <a:cubicBezTo>
                    <a:pt x="7907" y="3020"/>
                    <a:pt x="7669" y="2710"/>
                    <a:pt x="7383" y="2663"/>
                  </a:cubicBezTo>
                  <a:lnTo>
                    <a:pt x="7383" y="2234"/>
                  </a:lnTo>
                  <a:lnTo>
                    <a:pt x="7764" y="2234"/>
                  </a:lnTo>
                  <a:cubicBezTo>
                    <a:pt x="7860" y="2234"/>
                    <a:pt x="7955" y="2162"/>
                    <a:pt x="7955" y="2067"/>
                  </a:cubicBezTo>
                  <a:cubicBezTo>
                    <a:pt x="7955" y="1972"/>
                    <a:pt x="7860" y="1877"/>
                    <a:pt x="7764" y="1877"/>
                  </a:cubicBezTo>
                  <a:lnTo>
                    <a:pt x="763" y="1877"/>
                  </a:lnTo>
                  <a:cubicBezTo>
                    <a:pt x="644" y="1877"/>
                    <a:pt x="525" y="1829"/>
                    <a:pt x="430" y="1710"/>
                  </a:cubicBezTo>
                  <a:cubicBezTo>
                    <a:pt x="382" y="1591"/>
                    <a:pt x="358" y="1472"/>
                    <a:pt x="406" y="1353"/>
                  </a:cubicBezTo>
                  <a:lnTo>
                    <a:pt x="858" y="257"/>
                  </a:lnTo>
                  <a:cubicBezTo>
                    <a:pt x="882" y="162"/>
                    <a:pt x="858" y="67"/>
                    <a:pt x="763" y="19"/>
                  </a:cubicBezTo>
                  <a:cubicBezTo>
                    <a:pt x="736" y="6"/>
                    <a:pt x="712"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8"/>
            <p:cNvSpPr/>
            <p:nvPr/>
          </p:nvSpPr>
          <p:spPr>
            <a:xfrm>
              <a:off x="6183820" y="2318551"/>
              <a:ext cx="198481" cy="228901"/>
            </a:xfrm>
            <a:custGeom>
              <a:avLst/>
              <a:gdLst/>
              <a:ahLst/>
              <a:cxnLst/>
              <a:rect l="l" t="t" r="r" b="b"/>
              <a:pathLst>
                <a:path w="5931" h="6840" extrusionOk="0">
                  <a:moveTo>
                    <a:pt x="4094" y="330"/>
                  </a:moveTo>
                  <a:cubicBezTo>
                    <a:pt x="4177" y="330"/>
                    <a:pt x="4261" y="349"/>
                    <a:pt x="4335" y="386"/>
                  </a:cubicBezTo>
                  <a:cubicBezTo>
                    <a:pt x="4406" y="457"/>
                    <a:pt x="4478" y="576"/>
                    <a:pt x="4478" y="672"/>
                  </a:cubicBezTo>
                  <a:cubicBezTo>
                    <a:pt x="4501" y="791"/>
                    <a:pt x="4478" y="862"/>
                    <a:pt x="4382" y="957"/>
                  </a:cubicBezTo>
                  <a:cubicBezTo>
                    <a:pt x="4335" y="1053"/>
                    <a:pt x="4144" y="1243"/>
                    <a:pt x="3525" y="1624"/>
                  </a:cubicBezTo>
                  <a:cubicBezTo>
                    <a:pt x="3406" y="1672"/>
                    <a:pt x="3287" y="1767"/>
                    <a:pt x="3192" y="1815"/>
                  </a:cubicBezTo>
                  <a:cubicBezTo>
                    <a:pt x="3358" y="1362"/>
                    <a:pt x="3573" y="719"/>
                    <a:pt x="3739" y="481"/>
                  </a:cubicBezTo>
                  <a:cubicBezTo>
                    <a:pt x="3827" y="379"/>
                    <a:pt x="3960" y="330"/>
                    <a:pt x="4094" y="330"/>
                  </a:cubicBezTo>
                  <a:close/>
                  <a:moveTo>
                    <a:pt x="1834" y="338"/>
                  </a:moveTo>
                  <a:cubicBezTo>
                    <a:pt x="1953" y="362"/>
                    <a:pt x="2025" y="386"/>
                    <a:pt x="2096" y="481"/>
                  </a:cubicBezTo>
                  <a:cubicBezTo>
                    <a:pt x="2239" y="696"/>
                    <a:pt x="2477" y="1362"/>
                    <a:pt x="2620" y="1839"/>
                  </a:cubicBezTo>
                  <a:cubicBezTo>
                    <a:pt x="2549" y="1767"/>
                    <a:pt x="2406" y="1720"/>
                    <a:pt x="2287" y="1624"/>
                  </a:cubicBezTo>
                  <a:cubicBezTo>
                    <a:pt x="1715" y="1267"/>
                    <a:pt x="1525" y="1077"/>
                    <a:pt x="1477" y="1005"/>
                  </a:cubicBezTo>
                  <a:cubicBezTo>
                    <a:pt x="1405" y="910"/>
                    <a:pt x="1382" y="791"/>
                    <a:pt x="1382" y="696"/>
                  </a:cubicBezTo>
                  <a:cubicBezTo>
                    <a:pt x="1405" y="576"/>
                    <a:pt x="1429" y="481"/>
                    <a:pt x="1525" y="434"/>
                  </a:cubicBezTo>
                  <a:cubicBezTo>
                    <a:pt x="1596" y="362"/>
                    <a:pt x="1667" y="338"/>
                    <a:pt x="1763" y="338"/>
                  </a:cubicBezTo>
                  <a:close/>
                  <a:moveTo>
                    <a:pt x="5549" y="2386"/>
                  </a:moveTo>
                  <a:lnTo>
                    <a:pt x="5549" y="6482"/>
                  </a:lnTo>
                  <a:lnTo>
                    <a:pt x="334" y="6482"/>
                  </a:lnTo>
                  <a:lnTo>
                    <a:pt x="334" y="2386"/>
                  </a:lnTo>
                  <a:close/>
                  <a:moveTo>
                    <a:pt x="1824" y="0"/>
                  </a:moveTo>
                  <a:cubicBezTo>
                    <a:pt x="1642" y="0"/>
                    <a:pt x="1479" y="68"/>
                    <a:pt x="1334" y="172"/>
                  </a:cubicBezTo>
                  <a:cubicBezTo>
                    <a:pt x="1191" y="291"/>
                    <a:pt x="1072" y="457"/>
                    <a:pt x="1048" y="672"/>
                  </a:cubicBezTo>
                  <a:cubicBezTo>
                    <a:pt x="1024" y="886"/>
                    <a:pt x="1072" y="1077"/>
                    <a:pt x="1191" y="1243"/>
                  </a:cubicBezTo>
                  <a:cubicBezTo>
                    <a:pt x="1382" y="1481"/>
                    <a:pt x="1882" y="1791"/>
                    <a:pt x="2287" y="2029"/>
                  </a:cubicBezTo>
                  <a:lnTo>
                    <a:pt x="358" y="2029"/>
                  </a:lnTo>
                  <a:cubicBezTo>
                    <a:pt x="143" y="2029"/>
                    <a:pt x="0" y="2196"/>
                    <a:pt x="0" y="2386"/>
                  </a:cubicBezTo>
                  <a:lnTo>
                    <a:pt x="0" y="6482"/>
                  </a:lnTo>
                  <a:cubicBezTo>
                    <a:pt x="0" y="6673"/>
                    <a:pt x="143" y="6840"/>
                    <a:pt x="358" y="6840"/>
                  </a:cubicBezTo>
                  <a:lnTo>
                    <a:pt x="5573" y="6840"/>
                  </a:lnTo>
                  <a:cubicBezTo>
                    <a:pt x="5787" y="6840"/>
                    <a:pt x="5930" y="6673"/>
                    <a:pt x="5930" y="6482"/>
                  </a:cubicBezTo>
                  <a:lnTo>
                    <a:pt x="5930" y="2386"/>
                  </a:lnTo>
                  <a:cubicBezTo>
                    <a:pt x="5906" y="2196"/>
                    <a:pt x="5716" y="2029"/>
                    <a:pt x="5549" y="2029"/>
                  </a:cubicBezTo>
                  <a:lnTo>
                    <a:pt x="3620" y="2029"/>
                  </a:lnTo>
                  <a:cubicBezTo>
                    <a:pt x="4025" y="1791"/>
                    <a:pt x="4525" y="1434"/>
                    <a:pt x="4716" y="1243"/>
                  </a:cubicBezTo>
                  <a:cubicBezTo>
                    <a:pt x="4835" y="1077"/>
                    <a:pt x="4882" y="886"/>
                    <a:pt x="4859" y="672"/>
                  </a:cubicBezTo>
                  <a:cubicBezTo>
                    <a:pt x="4835" y="457"/>
                    <a:pt x="4716" y="291"/>
                    <a:pt x="4573" y="172"/>
                  </a:cubicBezTo>
                  <a:cubicBezTo>
                    <a:pt x="4437" y="56"/>
                    <a:pt x="4275" y="2"/>
                    <a:pt x="4113" y="2"/>
                  </a:cubicBezTo>
                  <a:cubicBezTo>
                    <a:pt x="3877" y="2"/>
                    <a:pt x="3643" y="116"/>
                    <a:pt x="3501" y="314"/>
                  </a:cubicBezTo>
                  <a:cubicBezTo>
                    <a:pt x="3382" y="481"/>
                    <a:pt x="3192" y="838"/>
                    <a:pt x="3025" y="1410"/>
                  </a:cubicBezTo>
                  <a:cubicBezTo>
                    <a:pt x="2977" y="1481"/>
                    <a:pt x="2977" y="1529"/>
                    <a:pt x="2953" y="1624"/>
                  </a:cubicBezTo>
                  <a:cubicBezTo>
                    <a:pt x="2930" y="1553"/>
                    <a:pt x="2930" y="1505"/>
                    <a:pt x="2882" y="1410"/>
                  </a:cubicBezTo>
                  <a:cubicBezTo>
                    <a:pt x="2715" y="838"/>
                    <a:pt x="2572" y="481"/>
                    <a:pt x="2406" y="314"/>
                  </a:cubicBezTo>
                  <a:cubicBezTo>
                    <a:pt x="2287" y="172"/>
                    <a:pt x="2120" y="53"/>
                    <a:pt x="1906" y="5"/>
                  </a:cubicBezTo>
                  <a:cubicBezTo>
                    <a:pt x="1878" y="2"/>
                    <a:pt x="1851" y="0"/>
                    <a:pt x="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8"/>
            <p:cNvSpPr/>
            <p:nvPr/>
          </p:nvSpPr>
          <p:spPr>
            <a:xfrm>
              <a:off x="6042767" y="2325077"/>
              <a:ext cx="397698" cy="247072"/>
            </a:xfrm>
            <a:custGeom>
              <a:avLst/>
              <a:gdLst/>
              <a:ahLst/>
              <a:cxnLst/>
              <a:rect l="l" t="t" r="r" b="b"/>
              <a:pathLst>
                <a:path w="11884" h="7383" extrusionOk="0">
                  <a:moveTo>
                    <a:pt x="477" y="334"/>
                  </a:moveTo>
                  <a:cubicBezTo>
                    <a:pt x="524" y="334"/>
                    <a:pt x="572" y="358"/>
                    <a:pt x="619" y="381"/>
                  </a:cubicBezTo>
                  <a:lnTo>
                    <a:pt x="1643" y="1405"/>
                  </a:lnTo>
                  <a:cubicBezTo>
                    <a:pt x="1691" y="1477"/>
                    <a:pt x="1691" y="1596"/>
                    <a:pt x="1596" y="1691"/>
                  </a:cubicBezTo>
                  <a:cubicBezTo>
                    <a:pt x="1560" y="1739"/>
                    <a:pt x="1512" y="1763"/>
                    <a:pt x="1465" y="1763"/>
                  </a:cubicBezTo>
                  <a:cubicBezTo>
                    <a:pt x="1417" y="1763"/>
                    <a:pt x="1370" y="1739"/>
                    <a:pt x="1334" y="1691"/>
                  </a:cubicBezTo>
                  <a:lnTo>
                    <a:pt x="334" y="691"/>
                  </a:lnTo>
                  <a:cubicBezTo>
                    <a:pt x="286" y="643"/>
                    <a:pt x="262" y="596"/>
                    <a:pt x="262" y="524"/>
                  </a:cubicBezTo>
                  <a:cubicBezTo>
                    <a:pt x="262" y="477"/>
                    <a:pt x="286" y="453"/>
                    <a:pt x="334" y="381"/>
                  </a:cubicBezTo>
                  <a:cubicBezTo>
                    <a:pt x="357" y="358"/>
                    <a:pt x="405" y="334"/>
                    <a:pt x="477" y="334"/>
                  </a:cubicBezTo>
                  <a:close/>
                  <a:moveTo>
                    <a:pt x="524" y="0"/>
                  </a:moveTo>
                  <a:cubicBezTo>
                    <a:pt x="381" y="0"/>
                    <a:pt x="238" y="48"/>
                    <a:pt x="143" y="143"/>
                  </a:cubicBezTo>
                  <a:cubicBezTo>
                    <a:pt x="48" y="239"/>
                    <a:pt x="0" y="381"/>
                    <a:pt x="0" y="524"/>
                  </a:cubicBezTo>
                  <a:cubicBezTo>
                    <a:pt x="0" y="691"/>
                    <a:pt x="48" y="834"/>
                    <a:pt x="143" y="929"/>
                  </a:cubicBezTo>
                  <a:lnTo>
                    <a:pt x="1143" y="1929"/>
                  </a:lnTo>
                  <a:cubicBezTo>
                    <a:pt x="1262" y="2048"/>
                    <a:pt x="1381" y="2072"/>
                    <a:pt x="1548" y="2072"/>
                  </a:cubicBezTo>
                  <a:cubicBezTo>
                    <a:pt x="1596" y="2072"/>
                    <a:pt x="1667" y="2072"/>
                    <a:pt x="1691" y="2048"/>
                  </a:cubicBezTo>
                  <a:lnTo>
                    <a:pt x="2929" y="6573"/>
                  </a:lnTo>
                  <a:cubicBezTo>
                    <a:pt x="3048" y="7049"/>
                    <a:pt x="3501" y="7383"/>
                    <a:pt x="4001" y="7383"/>
                  </a:cubicBezTo>
                  <a:lnTo>
                    <a:pt x="10479" y="7383"/>
                  </a:lnTo>
                  <a:cubicBezTo>
                    <a:pt x="10931" y="7383"/>
                    <a:pt x="11312" y="7049"/>
                    <a:pt x="11407" y="6573"/>
                  </a:cubicBezTo>
                  <a:lnTo>
                    <a:pt x="11884" y="3120"/>
                  </a:lnTo>
                  <a:cubicBezTo>
                    <a:pt x="11788" y="3096"/>
                    <a:pt x="11788" y="3025"/>
                    <a:pt x="11765" y="3001"/>
                  </a:cubicBezTo>
                  <a:cubicBezTo>
                    <a:pt x="11717" y="2977"/>
                    <a:pt x="11669" y="2953"/>
                    <a:pt x="11646" y="2953"/>
                  </a:cubicBezTo>
                  <a:lnTo>
                    <a:pt x="10717" y="2953"/>
                  </a:lnTo>
                  <a:cubicBezTo>
                    <a:pt x="10622" y="2953"/>
                    <a:pt x="10526" y="3025"/>
                    <a:pt x="10526" y="3120"/>
                  </a:cubicBezTo>
                  <a:cubicBezTo>
                    <a:pt x="10526" y="3215"/>
                    <a:pt x="10622" y="3311"/>
                    <a:pt x="10717" y="3311"/>
                  </a:cubicBezTo>
                  <a:lnTo>
                    <a:pt x="11455" y="3311"/>
                  </a:lnTo>
                  <a:lnTo>
                    <a:pt x="11003" y="6549"/>
                  </a:lnTo>
                  <a:cubicBezTo>
                    <a:pt x="10979" y="6811"/>
                    <a:pt x="10741" y="7049"/>
                    <a:pt x="10455" y="7049"/>
                  </a:cubicBezTo>
                  <a:lnTo>
                    <a:pt x="3977" y="7049"/>
                  </a:lnTo>
                  <a:cubicBezTo>
                    <a:pt x="3644" y="7049"/>
                    <a:pt x="3358" y="6811"/>
                    <a:pt x="3263" y="6478"/>
                  </a:cubicBezTo>
                  <a:lnTo>
                    <a:pt x="2382" y="3311"/>
                  </a:lnTo>
                  <a:lnTo>
                    <a:pt x="3644" y="3311"/>
                  </a:lnTo>
                  <a:cubicBezTo>
                    <a:pt x="3739" y="3311"/>
                    <a:pt x="3834" y="3215"/>
                    <a:pt x="3834" y="3120"/>
                  </a:cubicBezTo>
                  <a:cubicBezTo>
                    <a:pt x="3834" y="3025"/>
                    <a:pt x="3739" y="2953"/>
                    <a:pt x="3644" y="2953"/>
                  </a:cubicBezTo>
                  <a:lnTo>
                    <a:pt x="2286" y="2953"/>
                  </a:lnTo>
                  <a:lnTo>
                    <a:pt x="1977" y="1834"/>
                  </a:lnTo>
                  <a:cubicBezTo>
                    <a:pt x="2144" y="1644"/>
                    <a:pt x="2096" y="1334"/>
                    <a:pt x="1929" y="1167"/>
                  </a:cubicBezTo>
                  <a:lnTo>
                    <a:pt x="905" y="143"/>
                  </a:lnTo>
                  <a:cubicBezTo>
                    <a:pt x="834" y="48"/>
                    <a:pt x="667"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8"/>
            <p:cNvSpPr/>
            <p:nvPr/>
          </p:nvSpPr>
          <p:spPr>
            <a:xfrm>
              <a:off x="6238803" y="2424300"/>
              <a:ext cx="86909" cy="85704"/>
            </a:xfrm>
            <a:custGeom>
              <a:avLst/>
              <a:gdLst/>
              <a:ahLst/>
              <a:cxnLst/>
              <a:rect l="l" t="t" r="r" b="b"/>
              <a:pathLst>
                <a:path w="2597" h="2561" extrusionOk="0">
                  <a:moveTo>
                    <a:pt x="2415" y="0"/>
                  </a:moveTo>
                  <a:cubicBezTo>
                    <a:pt x="2370" y="0"/>
                    <a:pt x="2323" y="12"/>
                    <a:pt x="2287" y="36"/>
                  </a:cubicBezTo>
                  <a:lnTo>
                    <a:pt x="72" y="2275"/>
                  </a:lnTo>
                  <a:cubicBezTo>
                    <a:pt x="1" y="2322"/>
                    <a:pt x="1" y="2441"/>
                    <a:pt x="72" y="2513"/>
                  </a:cubicBezTo>
                  <a:cubicBezTo>
                    <a:pt x="96" y="2537"/>
                    <a:pt x="143" y="2560"/>
                    <a:pt x="191" y="2560"/>
                  </a:cubicBezTo>
                  <a:cubicBezTo>
                    <a:pt x="215" y="2560"/>
                    <a:pt x="263" y="2537"/>
                    <a:pt x="310" y="2513"/>
                  </a:cubicBezTo>
                  <a:lnTo>
                    <a:pt x="2525" y="274"/>
                  </a:lnTo>
                  <a:cubicBezTo>
                    <a:pt x="2596" y="227"/>
                    <a:pt x="2596" y="107"/>
                    <a:pt x="2525" y="36"/>
                  </a:cubicBezTo>
                  <a:cubicBezTo>
                    <a:pt x="2501" y="12"/>
                    <a:pt x="2459" y="0"/>
                    <a:pt x="2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8"/>
            <p:cNvSpPr/>
            <p:nvPr/>
          </p:nvSpPr>
          <p:spPr>
            <a:xfrm>
              <a:off x="6233214" y="2417506"/>
              <a:ext cx="42300" cy="42300"/>
            </a:xfrm>
            <a:custGeom>
              <a:avLst/>
              <a:gdLst/>
              <a:ahLst/>
              <a:cxnLst/>
              <a:rect l="l" t="t" r="r" b="b"/>
              <a:pathLst>
                <a:path w="1264" h="1264" extrusionOk="0">
                  <a:moveTo>
                    <a:pt x="620" y="334"/>
                  </a:moveTo>
                  <a:cubicBezTo>
                    <a:pt x="763" y="334"/>
                    <a:pt x="906" y="453"/>
                    <a:pt x="906" y="620"/>
                  </a:cubicBezTo>
                  <a:cubicBezTo>
                    <a:pt x="906" y="811"/>
                    <a:pt x="763" y="930"/>
                    <a:pt x="620" y="930"/>
                  </a:cubicBezTo>
                  <a:cubicBezTo>
                    <a:pt x="477" y="930"/>
                    <a:pt x="310" y="811"/>
                    <a:pt x="310" y="620"/>
                  </a:cubicBezTo>
                  <a:cubicBezTo>
                    <a:pt x="310" y="477"/>
                    <a:pt x="430" y="334"/>
                    <a:pt x="620" y="334"/>
                  </a:cubicBezTo>
                  <a:close/>
                  <a:moveTo>
                    <a:pt x="620" y="1"/>
                  </a:moveTo>
                  <a:cubicBezTo>
                    <a:pt x="263" y="1"/>
                    <a:pt x="1" y="310"/>
                    <a:pt x="1" y="620"/>
                  </a:cubicBezTo>
                  <a:cubicBezTo>
                    <a:pt x="1" y="977"/>
                    <a:pt x="287" y="1263"/>
                    <a:pt x="620" y="1263"/>
                  </a:cubicBezTo>
                  <a:cubicBezTo>
                    <a:pt x="977" y="1263"/>
                    <a:pt x="1239" y="953"/>
                    <a:pt x="1239" y="620"/>
                  </a:cubicBezTo>
                  <a:cubicBezTo>
                    <a:pt x="1263" y="310"/>
                    <a:pt x="977"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8"/>
            <p:cNvSpPr/>
            <p:nvPr/>
          </p:nvSpPr>
          <p:spPr>
            <a:xfrm>
              <a:off x="6288999" y="2473292"/>
              <a:ext cx="41497" cy="42300"/>
            </a:xfrm>
            <a:custGeom>
              <a:avLst/>
              <a:gdLst/>
              <a:ahLst/>
              <a:cxnLst/>
              <a:rect l="l" t="t" r="r" b="b"/>
              <a:pathLst>
                <a:path w="1240" h="1264" extrusionOk="0">
                  <a:moveTo>
                    <a:pt x="620" y="334"/>
                  </a:moveTo>
                  <a:cubicBezTo>
                    <a:pt x="763" y="334"/>
                    <a:pt x="906" y="453"/>
                    <a:pt x="906" y="620"/>
                  </a:cubicBezTo>
                  <a:cubicBezTo>
                    <a:pt x="906" y="811"/>
                    <a:pt x="787" y="930"/>
                    <a:pt x="620" y="930"/>
                  </a:cubicBezTo>
                  <a:cubicBezTo>
                    <a:pt x="477" y="930"/>
                    <a:pt x="311" y="811"/>
                    <a:pt x="311" y="620"/>
                  </a:cubicBezTo>
                  <a:cubicBezTo>
                    <a:pt x="311" y="477"/>
                    <a:pt x="430" y="334"/>
                    <a:pt x="620" y="334"/>
                  </a:cubicBezTo>
                  <a:close/>
                  <a:moveTo>
                    <a:pt x="620" y="1"/>
                  </a:moveTo>
                  <a:cubicBezTo>
                    <a:pt x="263" y="1"/>
                    <a:pt x="1" y="310"/>
                    <a:pt x="1" y="620"/>
                  </a:cubicBezTo>
                  <a:cubicBezTo>
                    <a:pt x="1" y="977"/>
                    <a:pt x="287" y="1263"/>
                    <a:pt x="620" y="1263"/>
                  </a:cubicBezTo>
                  <a:cubicBezTo>
                    <a:pt x="977" y="1263"/>
                    <a:pt x="1239" y="953"/>
                    <a:pt x="1239" y="620"/>
                  </a:cubicBezTo>
                  <a:cubicBezTo>
                    <a:pt x="1239" y="287"/>
                    <a:pt x="977"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4" name="Google Shape;4474;p58"/>
          <p:cNvGrpSpPr/>
          <p:nvPr/>
        </p:nvGrpSpPr>
        <p:grpSpPr>
          <a:xfrm>
            <a:off x="6705800" y="4015438"/>
            <a:ext cx="398535" cy="315441"/>
            <a:chOff x="6705800" y="4250663"/>
            <a:chExt cx="398535" cy="315441"/>
          </a:xfrm>
        </p:grpSpPr>
        <p:sp>
          <p:nvSpPr>
            <p:cNvPr id="4475" name="Google Shape;4475;p58"/>
            <p:cNvSpPr/>
            <p:nvPr/>
          </p:nvSpPr>
          <p:spPr>
            <a:xfrm>
              <a:off x="6781530" y="4518246"/>
              <a:ext cx="23927" cy="23927"/>
            </a:xfrm>
            <a:custGeom>
              <a:avLst/>
              <a:gdLst/>
              <a:ahLst/>
              <a:cxnLst/>
              <a:rect l="l" t="t" r="r" b="b"/>
              <a:pathLst>
                <a:path w="715" h="715" extrusionOk="0">
                  <a:moveTo>
                    <a:pt x="357" y="1"/>
                  </a:moveTo>
                  <a:cubicBezTo>
                    <a:pt x="167" y="1"/>
                    <a:pt x="0" y="167"/>
                    <a:pt x="0" y="358"/>
                  </a:cubicBezTo>
                  <a:cubicBezTo>
                    <a:pt x="0" y="572"/>
                    <a:pt x="167" y="715"/>
                    <a:pt x="357" y="715"/>
                  </a:cubicBezTo>
                  <a:cubicBezTo>
                    <a:pt x="572" y="715"/>
                    <a:pt x="715" y="572"/>
                    <a:pt x="715" y="358"/>
                  </a:cubicBezTo>
                  <a:cubicBezTo>
                    <a:pt x="715" y="167"/>
                    <a:pt x="572" y="1"/>
                    <a:pt x="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8"/>
            <p:cNvSpPr/>
            <p:nvPr/>
          </p:nvSpPr>
          <p:spPr>
            <a:xfrm>
              <a:off x="7030975" y="4518246"/>
              <a:ext cx="23927" cy="23927"/>
            </a:xfrm>
            <a:custGeom>
              <a:avLst/>
              <a:gdLst/>
              <a:ahLst/>
              <a:cxnLst/>
              <a:rect l="l" t="t" r="r" b="b"/>
              <a:pathLst>
                <a:path w="715" h="715" extrusionOk="0">
                  <a:moveTo>
                    <a:pt x="357" y="1"/>
                  </a:moveTo>
                  <a:cubicBezTo>
                    <a:pt x="143" y="1"/>
                    <a:pt x="0" y="167"/>
                    <a:pt x="0" y="358"/>
                  </a:cubicBezTo>
                  <a:cubicBezTo>
                    <a:pt x="0" y="572"/>
                    <a:pt x="143" y="715"/>
                    <a:pt x="357" y="715"/>
                  </a:cubicBezTo>
                  <a:cubicBezTo>
                    <a:pt x="572" y="715"/>
                    <a:pt x="715" y="572"/>
                    <a:pt x="715" y="358"/>
                  </a:cubicBezTo>
                  <a:cubicBezTo>
                    <a:pt x="715" y="167"/>
                    <a:pt x="572" y="1"/>
                    <a:pt x="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8"/>
            <p:cNvSpPr/>
            <p:nvPr/>
          </p:nvSpPr>
          <p:spPr>
            <a:xfrm>
              <a:off x="6705800" y="4250663"/>
              <a:ext cx="398535" cy="315441"/>
            </a:xfrm>
            <a:custGeom>
              <a:avLst/>
              <a:gdLst/>
              <a:ahLst/>
              <a:cxnLst/>
              <a:rect l="l" t="t" r="r" b="b"/>
              <a:pathLst>
                <a:path w="11909" h="9426" extrusionOk="0">
                  <a:moveTo>
                    <a:pt x="2382" y="328"/>
                  </a:moveTo>
                  <a:cubicBezTo>
                    <a:pt x="2549" y="328"/>
                    <a:pt x="2716" y="376"/>
                    <a:pt x="2811" y="543"/>
                  </a:cubicBezTo>
                  <a:cubicBezTo>
                    <a:pt x="2930" y="709"/>
                    <a:pt x="3073" y="1067"/>
                    <a:pt x="3216" y="1448"/>
                  </a:cubicBezTo>
                  <a:cubicBezTo>
                    <a:pt x="3144" y="1400"/>
                    <a:pt x="3049" y="1376"/>
                    <a:pt x="2954" y="1329"/>
                  </a:cubicBezTo>
                  <a:cubicBezTo>
                    <a:pt x="2836" y="1296"/>
                    <a:pt x="2708" y="1283"/>
                    <a:pt x="2581" y="1283"/>
                  </a:cubicBezTo>
                  <a:cubicBezTo>
                    <a:pt x="2427" y="1283"/>
                    <a:pt x="2275" y="1302"/>
                    <a:pt x="2144" y="1329"/>
                  </a:cubicBezTo>
                  <a:cubicBezTo>
                    <a:pt x="2073" y="1305"/>
                    <a:pt x="2001" y="1257"/>
                    <a:pt x="1977" y="1186"/>
                  </a:cubicBezTo>
                  <a:cubicBezTo>
                    <a:pt x="1787" y="947"/>
                    <a:pt x="1858" y="614"/>
                    <a:pt x="2073" y="447"/>
                  </a:cubicBezTo>
                  <a:cubicBezTo>
                    <a:pt x="2144" y="376"/>
                    <a:pt x="2263" y="328"/>
                    <a:pt x="2382" y="328"/>
                  </a:cubicBezTo>
                  <a:close/>
                  <a:moveTo>
                    <a:pt x="5097" y="352"/>
                  </a:moveTo>
                  <a:cubicBezTo>
                    <a:pt x="5216" y="352"/>
                    <a:pt x="5335" y="376"/>
                    <a:pt x="5431" y="471"/>
                  </a:cubicBezTo>
                  <a:cubicBezTo>
                    <a:pt x="5550" y="566"/>
                    <a:pt x="5597" y="686"/>
                    <a:pt x="5645" y="828"/>
                  </a:cubicBezTo>
                  <a:cubicBezTo>
                    <a:pt x="5669" y="971"/>
                    <a:pt x="5597" y="1090"/>
                    <a:pt x="5550" y="1209"/>
                  </a:cubicBezTo>
                  <a:cubicBezTo>
                    <a:pt x="5526" y="1281"/>
                    <a:pt x="5454" y="1329"/>
                    <a:pt x="5359" y="1400"/>
                  </a:cubicBezTo>
                  <a:cubicBezTo>
                    <a:pt x="5232" y="1362"/>
                    <a:pt x="5091" y="1337"/>
                    <a:pt x="4947" y="1337"/>
                  </a:cubicBezTo>
                  <a:cubicBezTo>
                    <a:pt x="4822" y="1337"/>
                    <a:pt x="4695" y="1356"/>
                    <a:pt x="4573" y="1400"/>
                  </a:cubicBezTo>
                  <a:cubicBezTo>
                    <a:pt x="4478" y="1424"/>
                    <a:pt x="4383" y="1495"/>
                    <a:pt x="4288" y="1519"/>
                  </a:cubicBezTo>
                  <a:cubicBezTo>
                    <a:pt x="4407" y="1090"/>
                    <a:pt x="4573" y="709"/>
                    <a:pt x="4692" y="566"/>
                  </a:cubicBezTo>
                  <a:cubicBezTo>
                    <a:pt x="4764" y="447"/>
                    <a:pt x="4883" y="376"/>
                    <a:pt x="5050" y="352"/>
                  </a:cubicBezTo>
                  <a:close/>
                  <a:moveTo>
                    <a:pt x="2549" y="1662"/>
                  </a:moveTo>
                  <a:cubicBezTo>
                    <a:pt x="2668" y="1662"/>
                    <a:pt x="2740" y="1662"/>
                    <a:pt x="2859" y="1686"/>
                  </a:cubicBezTo>
                  <a:cubicBezTo>
                    <a:pt x="3073" y="1757"/>
                    <a:pt x="3287" y="1924"/>
                    <a:pt x="3406" y="2210"/>
                  </a:cubicBezTo>
                  <a:cubicBezTo>
                    <a:pt x="3144" y="2019"/>
                    <a:pt x="2811" y="1852"/>
                    <a:pt x="2549" y="1662"/>
                  </a:cubicBezTo>
                  <a:close/>
                  <a:moveTo>
                    <a:pt x="4878" y="1652"/>
                  </a:moveTo>
                  <a:cubicBezTo>
                    <a:pt x="4910" y="1652"/>
                    <a:pt x="4943" y="1655"/>
                    <a:pt x="4978" y="1662"/>
                  </a:cubicBezTo>
                  <a:cubicBezTo>
                    <a:pt x="4716" y="1852"/>
                    <a:pt x="4383" y="2043"/>
                    <a:pt x="4121" y="2210"/>
                  </a:cubicBezTo>
                  <a:cubicBezTo>
                    <a:pt x="4240" y="1924"/>
                    <a:pt x="4407" y="1757"/>
                    <a:pt x="4645" y="1686"/>
                  </a:cubicBezTo>
                  <a:cubicBezTo>
                    <a:pt x="4729" y="1669"/>
                    <a:pt x="4801" y="1652"/>
                    <a:pt x="4878" y="1652"/>
                  </a:cubicBezTo>
                  <a:close/>
                  <a:moveTo>
                    <a:pt x="3216" y="2757"/>
                  </a:moveTo>
                  <a:lnTo>
                    <a:pt x="3216" y="3900"/>
                  </a:lnTo>
                  <a:lnTo>
                    <a:pt x="406" y="3900"/>
                  </a:lnTo>
                  <a:lnTo>
                    <a:pt x="406" y="2757"/>
                  </a:lnTo>
                  <a:close/>
                  <a:moveTo>
                    <a:pt x="7074" y="2757"/>
                  </a:moveTo>
                  <a:lnTo>
                    <a:pt x="7074" y="3900"/>
                  </a:lnTo>
                  <a:lnTo>
                    <a:pt x="4264" y="3900"/>
                  </a:lnTo>
                  <a:lnTo>
                    <a:pt x="4264" y="2757"/>
                  </a:lnTo>
                  <a:close/>
                  <a:moveTo>
                    <a:pt x="9050" y="3519"/>
                  </a:moveTo>
                  <a:cubicBezTo>
                    <a:pt x="9146" y="3519"/>
                    <a:pt x="9217" y="3567"/>
                    <a:pt x="9241" y="3639"/>
                  </a:cubicBezTo>
                  <a:lnTo>
                    <a:pt x="9336" y="3900"/>
                  </a:lnTo>
                  <a:lnTo>
                    <a:pt x="7431" y="3900"/>
                  </a:lnTo>
                  <a:lnTo>
                    <a:pt x="7431" y="3519"/>
                  </a:lnTo>
                  <a:close/>
                  <a:moveTo>
                    <a:pt x="8741" y="4258"/>
                  </a:moveTo>
                  <a:lnTo>
                    <a:pt x="9098" y="5210"/>
                  </a:lnTo>
                  <a:lnTo>
                    <a:pt x="7264" y="5210"/>
                  </a:lnTo>
                  <a:lnTo>
                    <a:pt x="7264" y="4258"/>
                  </a:lnTo>
                  <a:close/>
                  <a:moveTo>
                    <a:pt x="9479" y="4258"/>
                  </a:moveTo>
                  <a:lnTo>
                    <a:pt x="9836" y="5210"/>
                  </a:lnTo>
                  <a:lnTo>
                    <a:pt x="9455" y="5210"/>
                  </a:lnTo>
                  <a:lnTo>
                    <a:pt x="9098" y="4258"/>
                  </a:lnTo>
                  <a:close/>
                  <a:moveTo>
                    <a:pt x="3192" y="4258"/>
                  </a:moveTo>
                  <a:lnTo>
                    <a:pt x="3192" y="7044"/>
                  </a:lnTo>
                  <a:lnTo>
                    <a:pt x="572" y="7044"/>
                  </a:lnTo>
                  <a:lnTo>
                    <a:pt x="572" y="4258"/>
                  </a:lnTo>
                  <a:close/>
                  <a:moveTo>
                    <a:pt x="3930" y="2757"/>
                  </a:moveTo>
                  <a:lnTo>
                    <a:pt x="3930" y="7044"/>
                  </a:lnTo>
                  <a:lnTo>
                    <a:pt x="3549" y="7044"/>
                  </a:lnTo>
                  <a:lnTo>
                    <a:pt x="3549" y="2757"/>
                  </a:lnTo>
                  <a:close/>
                  <a:moveTo>
                    <a:pt x="6907" y="4258"/>
                  </a:moveTo>
                  <a:lnTo>
                    <a:pt x="6907" y="7044"/>
                  </a:lnTo>
                  <a:lnTo>
                    <a:pt x="4288" y="7044"/>
                  </a:lnTo>
                  <a:lnTo>
                    <a:pt x="4288" y="4258"/>
                  </a:lnTo>
                  <a:close/>
                  <a:moveTo>
                    <a:pt x="2073" y="7401"/>
                  </a:moveTo>
                  <a:cubicBezTo>
                    <a:pt x="1882" y="7496"/>
                    <a:pt x="1763" y="7639"/>
                    <a:pt x="1668" y="7806"/>
                  </a:cubicBezTo>
                  <a:lnTo>
                    <a:pt x="572" y="7806"/>
                  </a:lnTo>
                  <a:lnTo>
                    <a:pt x="572" y="7401"/>
                  </a:lnTo>
                  <a:close/>
                  <a:moveTo>
                    <a:pt x="6907" y="7401"/>
                  </a:moveTo>
                  <a:lnTo>
                    <a:pt x="6907" y="7806"/>
                  </a:lnTo>
                  <a:lnTo>
                    <a:pt x="3573" y="7806"/>
                  </a:lnTo>
                  <a:cubicBezTo>
                    <a:pt x="3502" y="7639"/>
                    <a:pt x="3335" y="7496"/>
                    <a:pt x="3192" y="7401"/>
                  </a:cubicBezTo>
                  <a:close/>
                  <a:moveTo>
                    <a:pt x="10003" y="5544"/>
                  </a:moveTo>
                  <a:lnTo>
                    <a:pt x="11408" y="6020"/>
                  </a:lnTo>
                  <a:cubicBezTo>
                    <a:pt x="11503" y="6044"/>
                    <a:pt x="11551" y="6091"/>
                    <a:pt x="11551" y="6187"/>
                  </a:cubicBezTo>
                  <a:lnTo>
                    <a:pt x="11551" y="6520"/>
                  </a:lnTo>
                  <a:lnTo>
                    <a:pt x="11360" y="6520"/>
                  </a:lnTo>
                  <a:cubicBezTo>
                    <a:pt x="11265" y="6520"/>
                    <a:pt x="11170" y="6615"/>
                    <a:pt x="11170" y="6687"/>
                  </a:cubicBezTo>
                  <a:cubicBezTo>
                    <a:pt x="11170" y="6782"/>
                    <a:pt x="11265" y="6877"/>
                    <a:pt x="11360" y="6877"/>
                  </a:cubicBezTo>
                  <a:lnTo>
                    <a:pt x="11551" y="6877"/>
                  </a:lnTo>
                  <a:lnTo>
                    <a:pt x="11551" y="7282"/>
                  </a:lnTo>
                  <a:cubicBezTo>
                    <a:pt x="11551" y="7449"/>
                    <a:pt x="11479" y="7568"/>
                    <a:pt x="11360" y="7639"/>
                  </a:cubicBezTo>
                  <a:lnTo>
                    <a:pt x="11003" y="7830"/>
                  </a:lnTo>
                  <a:cubicBezTo>
                    <a:pt x="10789" y="7496"/>
                    <a:pt x="10455" y="7282"/>
                    <a:pt x="10027" y="7282"/>
                  </a:cubicBezTo>
                  <a:cubicBezTo>
                    <a:pt x="9622" y="7282"/>
                    <a:pt x="9265" y="7520"/>
                    <a:pt x="9074" y="7854"/>
                  </a:cubicBezTo>
                  <a:lnTo>
                    <a:pt x="7240" y="7854"/>
                  </a:lnTo>
                  <a:lnTo>
                    <a:pt x="7240" y="6853"/>
                  </a:lnTo>
                  <a:lnTo>
                    <a:pt x="10598" y="6853"/>
                  </a:lnTo>
                  <a:cubicBezTo>
                    <a:pt x="10694" y="6853"/>
                    <a:pt x="10789" y="6758"/>
                    <a:pt x="10789" y="6663"/>
                  </a:cubicBezTo>
                  <a:cubicBezTo>
                    <a:pt x="10789" y="6568"/>
                    <a:pt x="10694" y="6472"/>
                    <a:pt x="10598" y="6472"/>
                  </a:cubicBezTo>
                  <a:lnTo>
                    <a:pt x="7240" y="6472"/>
                  </a:lnTo>
                  <a:lnTo>
                    <a:pt x="7240" y="5544"/>
                  </a:lnTo>
                  <a:close/>
                  <a:moveTo>
                    <a:pt x="2620" y="7616"/>
                  </a:moveTo>
                  <a:cubicBezTo>
                    <a:pt x="3049" y="7616"/>
                    <a:pt x="3383" y="7949"/>
                    <a:pt x="3383" y="8354"/>
                  </a:cubicBezTo>
                  <a:cubicBezTo>
                    <a:pt x="3383" y="8782"/>
                    <a:pt x="3049" y="9116"/>
                    <a:pt x="2620" y="9116"/>
                  </a:cubicBezTo>
                  <a:cubicBezTo>
                    <a:pt x="2216" y="9116"/>
                    <a:pt x="1882" y="8782"/>
                    <a:pt x="1882" y="8354"/>
                  </a:cubicBezTo>
                  <a:cubicBezTo>
                    <a:pt x="1882" y="7949"/>
                    <a:pt x="2216" y="7616"/>
                    <a:pt x="2620" y="7616"/>
                  </a:cubicBezTo>
                  <a:close/>
                  <a:moveTo>
                    <a:pt x="10074" y="7616"/>
                  </a:moveTo>
                  <a:cubicBezTo>
                    <a:pt x="10479" y="7616"/>
                    <a:pt x="10813" y="7949"/>
                    <a:pt x="10813" y="8354"/>
                  </a:cubicBezTo>
                  <a:cubicBezTo>
                    <a:pt x="10813" y="8782"/>
                    <a:pt x="10479" y="9116"/>
                    <a:pt x="10074" y="9116"/>
                  </a:cubicBezTo>
                  <a:cubicBezTo>
                    <a:pt x="9646" y="9116"/>
                    <a:pt x="9336" y="8782"/>
                    <a:pt x="9336" y="8354"/>
                  </a:cubicBezTo>
                  <a:cubicBezTo>
                    <a:pt x="9336" y="7949"/>
                    <a:pt x="9646" y="7616"/>
                    <a:pt x="10074" y="7616"/>
                  </a:cubicBezTo>
                  <a:close/>
                  <a:moveTo>
                    <a:pt x="2370" y="1"/>
                  </a:moveTo>
                  <a:cubicBezTo>
                    <a:pt x="2192" y="1"/>
                    <a:pt x="2013" y="60"/>
                    <a:pt x="1858" y="185"/>
                  </a:cubicBezTo>
                  <a:cubicBezTo>
                    <a:pt x="1454" y="471"/>
                    <a:pt x="1382" y="1019"/>
                    <a:pt x="1668" y="1400"/>
                  </a:cubicBezTo>
                  <a:lnTo>
                    <a:pt x="1763" y="1495"/>
                  </a:lnTo>
                  <a:cubicBezTo>
                    <a:pt x="1549" y="1567"/>
                    <a:pt x="1406" y="1686"/>
                    <a:pt x="1382" y="1686"/>
                  </a:cubicBezTo>
                  <a:cubicBezTo>
                    <a:pt x="1287" y="1757"/>
                    <a:pt x="1287" y="1876"/>
                    <a:pt x="1335" y="1924"/>
                  </a:cubicBezTo>
                  <a:cubicBezTo>
                    <a:pt x="1376" y="1980"/>
                    <a:pt x="1435" y="2003"/>
                    <a:pt x="1485" y="2003"/>
                  </a:cubicBezTo>
                  <a:cubicBezTo>
                    <a:pt x="1521" y="2003"/>
                    <a:pt x="1553" y="1991"/>
                    <a:pt x="1573" y="1972"/>
                  </a:cubicBezTo>
                  <a:cubicBezTo>
                    <a:pt x="1573" y="1972"/>
                    <a:pt x="1763" y="1805"/>
                    <a:pt x="2025" y="1733"/>
                  </a:cubicBezTo>
                  <a:cubicBezTo>
                    <a:pt x="2335" y="1972"/>
                    <a:pt x="2716" y="2210"/>
                    <a:pt x="3049" y="2376"/>
                  </a:cubicBezTo>
                  <a:lnTo>
                    <a:pt x="358" y="2376"/>
                  </a:lnTo>
                  <a:cubicBezTo>
                    <a:pt x="144" y="2376"/>
                    <a:pt x="1" y="2519"/>
                    <a:pt x="1" y="2734"/>
                  </a:cubicBezTo>
                  <a:lnTo>
                    <a:pt x="1" y="4043"/>
                  </a:lnTo>
                  <a:cubicBezTo>
                    <a:pt x="1" y="4139"/>
                    <a:pt x="96" y="4234"/>
                    <a:pt x="191" y="4234"/>
                  </a:cubicBezTo>
                  <a:lnTo>
                    <a:pt x="191" y="7758"/>
                  </a:lnTo>
                  <a:cubicBezTo>
                    <a:pt x="191" y="7973"/>
                    <a:pt x="334" y="8116"/>
                    <a:pt x="549" y="8116"/>
                  </a:cubicBezTo>
                  <a:lnTo>
                    <a:pt x="1501" y="8116"/>
                  </a:lnTo>
                  <a:cubicBezTo>
                    <a:pt x="1501" y="8187"/>
                    <a:pt x="1454" y="8235"/>
                    <a:pt x="1454" y="8330"/>
                  </a:cubicBezTo>
                  <a:cubicBezTo>
                    <a:pt x="1454" y="8925"/>
                    <a:pt x="1977" y="9425"/>
                    <a:pt x="2573" y="9425"/>
                  </a:cubicBezTo>
                  <a:cubicBezTo>
                    <a:pt x="3168" y="9425"/>
                    <a:pt x="3668" y="8925"/>
                    <a:pt x="3668" y="8330"/>
                  </a:cubicBezTo>
                  <a:cubicBezTo>
                    <a:pt x="3668" y="8258"/>
                    <a:pt x="3668" y="8211"/>
                    <a:pt x="3645" y="8116"/>
                  </a:cubicBezTo>
                  <a:lnTo>
                    <a:pt x="8979" y="8116"/>
                  </a:lnTo>
                  <a:cubicBezTo>
                    <a:pt x="8979" y="8187"/>
                    <a:pt x="8931" y="8235"/>
                    <a:pt x="8931" y="8330"/>
                  </a:cubicBezTo>
                  <a:cubicBezTo>
                    <a:pt x="8931" y="8925"/>
                    <a:pt x="9455" y="9425"/>
                    <a:pt x="10051" y="9425"/>
                  </a:cubicBezTo>
                  <a:cubicBezTo>
                    <a:pt x="10646" y="9425"/>
                    <a:pt x="11146" y="8925"/>
                    <a:pt x="11146" y="8330"/>
                  </a:cubicBezTo>
                  <a:cubicBezTo>
                    <a:pt x="11146" y="8235"/>
                    <a:pt x="11146" y="8139"/>
                    <a:pt x="11122" y="8092"/>
                  </a:cubicBezTo>
                  <a:lnTo>
                    <a:pt x="11479" y="7901"/>
                  </a:lnTo>
                  <a:cubicBezTo>
                    <a:pt x="11718" y="7782"/>
                    <a:pt x="11884" y="7520"/>
                    <a:pt x="11884" y="7258"/>
                  </a:cubicBezTo>
                  <a:lnTo>
                    <a:pt x="11884" y="6187"/>
                  </a:lnTo>
                  <a:cubicBezTo>
                    <a:pt x="11908" y="5972"/>
                    <a:pt x="11765" y="5782"/>
                    <a:pt x="11527" y="5687"/>
                  </a:cubicBezTo>
                  <a:lnTo>
                    <a:pt x="10193" y="5234"/>
                  </a:lnTo>
                  <a:lnTo>
                    <a:pt x="9574" y="3519"/>
                  </a:lnTo>
                  <a:cubicBezTo>
                    <a:pt x="9479" y="3305"/>
                    <a:pt x="9265" y="3162"/>
                    <a:pt x="9050" y="3162"/>
                  </a:cubicBezTo>
                  <a:lnTo>
                    <a:pt x="7455" y="3162"/>
                  </a:lnTo>
                  <a:lnTo>
                    <a:pt x="7455" y="2757"/>
                  </a:lnTo>
                  <a:cubicBezTo>
                    <a:pt x="7455" y="2567"/>
                    <a:pt x="7312" y="2400"/>
                    <a:pt x="7098" y="2400"/>
                  </a:cubicBezTo>
                  <a:lnTo>
                    <a:pt x="4407" y="2400"/>
                  </a:lnTo>
                  <a:cubicBezTo>
                    <a:pt x="4740" y="2233"/>
                    <a:pt x="5121" y="1972"/>
                    <a:pt x="5431" y="1757"/>
                  </a:cubicBezTo>
                  <a:cubicBezTo>
                    <a:pt x="5693" y="1852"/>
                    <a:pt x="5859" y="1995"/>
                    <a:pt x="5859" y="1995"/>
                  </a:cubicBezTo>
                  <a:cubicBezTo>
                    <a:pt x="5896" y="2014"/>
                    <a:pt x="5932" y="2021"/>
                    <a:pt x="5966" y="2021"/>
                  </a:cubicBezTo>
                  <a:cubicBezTo>
                    <a:pt x="6020" y="2021"/>
                    <a:pt x="6068" y="2001"/>
                    <a:pt x="6097" y="1972"/>
                  </a:cubicBezTo>
                  <a:cubicBezTo>
                    <a:pt x="6169" y="1876"/>
                    <a:pt x="6145" y="1781"/>
                    <a:pt x="6074" y="1733"/>
                  </a:cubicBezTo>
                  <a:cubicBezTo>
                    <a:pt x="6074" y="1733"/>
                    <a:pt x="5931" y="1614"/>
                    <a:pt x="5693" y="1519"/>
                  </a:cubicBezTo>
                  <a:lnTo>
                    <a:pt x="5788" y="1424"/>
                  </a:lnTo>
                  <a:cubicBezTo>
                    <a:pt x="6074" y="1043"/>
                    <a:pt x="5978" y="495"/>
                    <a:pt x="5597" y="209"/>
                  </a:cubicBezTo>
                  <a:cubicBezTo>
                    <a:pt x="5452" y="85"/>
                    <a:pt x="5252" y="14"/>
                    <a:pt x="5045" y="14"/>
                  </a:cubicBezTo>
                  <a:cubicBezTo>
                    <a:pt x="5015" y="14"/>
                    <a:pt x="4985" y="16"/>
                    <a:pt x="4954" y="19"/>
                  </a:cubicBezTo>
                  <a:cubicBezTo>
                    <a:pt x="4716" y="66"/>
                    <a:pt x="4502" y="185"/>
                    <a:pt x="4383" y="352"/>
                  </a:cubicBezTo>
                  <a:cubicBezTo>
                    <a:pt x="4145" y="662"/>
                    <a:pt x="3906" y="1424"/>
                    <a:pt x="3716" y="1972"/>
                  </a:cubicBezTo>
                  <a:cubicBezTo>
                    <a:pt x="3549" y="1424"/>
                    <a:pt x="3311" y="662"/>
                    <a:pt x="3073" y="352"/>
                  </a:cubicBezTo>
                  <a:cubicBezTo>
                    <a:pt x="2889" y="126"/>
                    <a:pt x="2630" y="1"/>
                    <a:pt x="2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8" name="Google Shape;4478;p58"/>
          <p:cNvGrpSpPr/>
          <p:nvPr/>
        </p:nvGrpSpPr>
        <p:grpSpPr>
          <a:xfrm>
            <a:off x="780571" y="3337044"/>
            <a:ext cx="272572" cy="398535"/>
            <a:chOff x="780571" y="3572269"/>
            <a:chExt cx="272572" cy="398535"/>
          </a:xfrm>
        </p:grpSpPr>
        <p:sp>
          <p:nvSpPr>
            <p:cNvPr id="4479" name="Google Shape;4479;p58"/>
            <p:cNvSpPr/>
            <p:nvPr/>
          </p:nvSpPr>
          <p:spPr>
            <a:xfrm>
              <a:off x="780571" y="3572269"/>
              <a:ext cx="272572" cy="398535"/>
            </a:xfrm>
            <a:custGeom>
              <a:avLst/>
              <a:gdLst/>
              <a:ahLst/>
              <a:cxnLst/>
              <a:rect l="l" t="t" r="r" b="b"/>
              <a:pathLst>
                <a:path w="8145" h="11909" extrusionOk="0">
                  <a:moveTo>
                    <a:pt x="2382" y="3144"/>
                  </a:moveTo>
                  <a:cubicBezTo>
                    <a:pt x="2501" y="3144"/>
                    <a:pt x="2596" y="3240"/>
                    <a:pt x="2596" y="3359"/>
                  </a:cubicBezTo>
                  <a:cubicBezTo>
                    <a:pt x="2596" y="3478"/>
                    <a:pt x="2501" y="3573"/>
                    <a:pt x="2382" y="3573"/>
                  </a:cubicBezTo>
                  <a:cubicBezTo>
                    <a:pt x="2263" y="3573"/>
                    <a:pt x="2191" y="3478"/>
                    <a:pt x="2191" y="3359"/>
                  </a:cubicBezTo>
                  <a:cubicBezTo>
                    <a:pt x="2191" y="3240"/>
                    <a:pt x="2263" y="3144"/>
                    <a:pt x="2382" y="3144"/>
                  </a:cubicBezTo>
                  <a:close/>
                  <a:moveTo>
                    <a:pt x="5716" y="3144"/>
                  </a:moveTo>
                  <a:cubicBezTo>
                    <a:pt x="5835" y="3144"/>
                    <a:pt x="5930" y="3240"/>
                    <a:pt x="5930" y="3359"/>
                  </a:cubicBezTo>
                  <a:cubicBezTo>
                    <a:pt x="5930" y="3478"/>
                    <a:pt x="5835" y="3573"/>
                    <a:pt x="5716" y="3573"/>
                  </a:cubicBezTo>
                  <a:cubicBezTo>
                    <a:pt x="5597" y="3573"/>
                    <a:pt x="5525" y="3478"/>
                    <a:pt x="5525" y="3359"/>
                  </a:cubicBezTo>
                  <a:cubicBezTo>
                    <a:pt x="5525" y="3240"/>
                    <a:pt x="5597" y="3144"/>
                    <a:pt x="5716" y="3144"/>
                  </a:cubicBezTo>
                  <a:close/>
                  <a:moveTo>
                    <a:pt x="4049" y="1"/>
                  </a:moveTo>
                  <a:cubicBezTo>
                    <a:pt x="3048" y="1"/>
                    <a:pt x="2215" y="834"/>
                    <a:pt x="2215" y="1835"/>
                  </a:cubicBezTo>
                  <a:lnTo>
                    <a:pt x="2215" y="2835"/>
                  </a:lnTo>
                  <a:cubicBezTo>
                    <a:pt x="2001" y="2882"/>
                    <a:pt x="1858" y="3097"/>
                    <a:pt x="1858" y="3335"/>
                  </a:cubicBezTo>
                  <a:cubicBezTo>
                    <a:pt x="1858" y="3621"/>
                    <a:pt x="2096" y="3859"/>
                    <a:pt x="2382" y="3859"/>
                  </a:cubicBezTo>
                  <a:cubicBezTo>
                    <a:pt x="2691" y="3859"/>
                    <a:pt x="2929" y="3621"/>
                    <a:pt x="2929" y="3335"/>
                  </a:cubicBezTo>
                  <a:cubicBezTo>
                    <a:pt x="2929" y="3097"/>
                    <a:pt x="2786" y="2882"/>
                    <a:pt x="2572" y="2835"/>
                  </a:cubicBezTo>
                  <a:lnTo>
                    <a:pt x="2572" y="2406"/>
                  </a:lnTo>
                  <a:lnTo>
                    <a:pt x="5001" y="2406"/>
                  </a:lnTo>
                  <a:cubicBezTo>
                    <a:pt x="5096" y="2406"/>
                    <a:pt x="5192" y="2311"/>
                    <a:pt x="5192" y="2239"/>
                  </a:cubicBezTo>
                  <a:cubicBezTo>
                    <a:pt x="5192" y="2144"/>
                    <a:pt x="5096" y="2049"/>
                    <a:pt x="5001" y="2049"/>
                  </a:cubicBezTo>
                  <a:lnTo>
                    <a:pt x="2572" y="2049"/>
                  </a:lnTo>
                  <a:lnTo>
                    <a:pt x="2572" y="1835"/>
                  </a:lnTo>
                  <a:cubicBezTo>
                    <a:pt x="2572" y="1001"/>
                    <a:pt x="3239" y="358"/>
                    <a:pt x="4049" y="358"/>
                  </a:cubicBezTo>
                  <a:cubicBezTo>
                    <a:pt x="4858" y="358"/>
                    <a:pt x="5549" y="1049"/>
                    <a:pt x="5549" y="1835"/>
                  </a:cubicBezTo>
                  <a:lnTo>
                    <a:pt x="5549" y="2835"/>
                  </a:lnTo>
                  <a:cubicBezTo>
                    <a:pt x="5335" y="2882"/>
                    <a:pt x="5192" y="3097"/>
                    <a:pt x="5192" y="3335"/>
                  </a:cubicBezTo>
                  <a:cubicBezTo>
                    <a:pt x="5192" y="3621"/>
                    <a:pt x="5430" y="3859"/>
                    <a:pt x="5716" y="3859"/>
                  </a:cubicBezTo>
                  <a:cubicBezTo>
                    <a:pt x="6025" y="3859"/>
                    <a:pt x="6263" y="3621"/>
                    <a:pt x="6263" y="3335"/>
                  </a:cubicBezTo>
                  <a:cubicBezTo>
                    <a:pt x="6263" y="3097"/>
                    <a:pt x="6097" y="2882"/>
                    <a:pt x="5906" y="2835"/>
                  </a:cubicBezTo>
                  <a:lnTo>
                    <a:pt x="5906" y="2406"/>
                  </a:lnTo>
                  <a:lnTo>
                    <a:pt x="7240" y="2406"/>
                  </a:lnTo>
                  <a:cubicBezTo>
                    <a:pt x="7359" y="2406"/>
                    <a:pt x="7454" y="2501"/>
                    <a:pt x="7454" y="2597"/>
                  </a:cubicBezTo>
                  <a:lnTo>
                    <a:pt x="7811" y="11337"/>
                  </a:lnTo>
                  <a:cubicBezTo>
                    <a:pt x="7811" y="11408"/>
                    <a:pt x="7764" y="11456"/>
                    <a:pt x="7740" y="11479"/>
                  </a:cubicBezTo>
                  <a:cubicBezTo>
                    <a:pt x="7716" y="11527"/>
                    <a:pt x="7645" y="11551"/>
                    <a:pt x="7597" y="11551"/>
                  </a:cubicBezTo>
                  <a:lnTo>
                    <a:pt x="548" y="11551"/>
                  </a:lnTo>
                  <a:cubicBezTo>
                    <a:pt x="476" y="11551"/>
                    <a:pt x="429" y="11527"/>
                    <a:pt x="405" y="11479"/>
                  </a:cubicBezTo>
                  <a:cubicBezTo>
                    <a:pt x="357" y="11456"/>
                    <a:pt x="334" y="11408"/>
                    <a:pt x="334" y="11337"/>
                  </a:cubicBezTo>
                  <a:lnTo>
                    <a:pt x="691" y="2597"/>
                  </a:lnTo>
                  <a:cubicBezTo>
                    <a:pt x="691" y="2478"/>
                    <a:pt x="786" y="2406"/>
                    <a:pt x="905" y="2406"/>
                  </a:cubicBezTo>
                  <a:lnTo>
                    <a:pt x="1643" y="2406"/>
                  </a:lnTo>
                  <a:cubicBezTo>
                    <a:pt x="1739" y="2406"/>
                    <a:pt x="1834" y="2311"/>
                    <a:pt x="1834" y="2239"/>
                  </a:cubicBezTo>
                  <a:cubicBezTo>
                    <a:pt x="1834" y="2144"/>
                    <a:pt x="1739" y="2049"/>
                    <a:pt x="1643" y="2049"/>
                  </a:cubicBezTo>
                  <a:lnTo>
                    <a:pt x="881" y="2049"/>
                  </a:lnTo>
                  <a:cubicBezTo>
                    <a:pt x="572" y="2049"/>
                    <a:pt x="334" y="2287"/>
                    <a:pt x="334" y="2597"/>
                  </a:cubicBezTo>
                  <a:lnTo>
                    <a:pt x="0" y="11337"/>
                  </a:lnTo>
                  <a:cubicBezTo>
                    <a:pt x="0" y="11479"/>
                    <a:pt x="72" y="11646"/>
                    <a:pt x="167" y="11718"/>
                  </a:cubicBezTo>
                  <a:cubicBezTo>
                    <a:pt x="238" y="11837"/>
                    <a:pt x="405" y="11908"/>
                    <a:pt x="548" y="11908"/>
                  </a:cubicBezTo>
                  <a:lnTo>
                    <a:pt x="7573" y="11908"/>
                  </a:lnTo>
                  <a:cubicBezTo>
                    <a:pt x="7716" y="11908"/>
                    <a:pt x="7859" y="11837"/>
                    <a:pt x="7954" y="11718"/>
                  </a:cubicBezTo>
                  <a:cubicBezTo>
                    <a:pt x="8073" y="11646"/>
                    <a:pt x="8145" y="11479"/>
                    <a:pt x="8145" y="11337"/>
                  </a:cubicBezTo>
                  <a:lnTo>
                    <a:pt x="7788" y="2597"/>
                  </a:lnTo>
                  <a:cubicBezTo>
                    <a:pt x="7788" y="2287"/>
                    <a:pt x="7549" y="2049"/>
                    <a:pt x="7240" y="2049"/>
                  </a:cubicBezTo>
                  <a:lnTo>
                    <a:pt x="5906" y="2049"/>
                  </a:lnTo>
                  <a:lnTo>
                    <a:pt x="5906" y="1835"/>
                  </a:lnTo>
                  <a:cubicBezTo>
                    <a:pt x="5906" y="834"/>
                    <a:pt x="5073" y="1"/>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8"/>
            <p:cNvSpPr/>
            <p:nvPr/>
          </p:nvSpPr>
          <p:spPr>
            <a:xfrm>
              <a:off x="840338" y="3741232"/>
              <a:ext cx="151463" cy="142728"/>
            </a:xfrm>
            <a:custGeom>
              <a:avLst/>
              <a:gdLst/>
              <a:ahLst/>
              <a:cxnLst/>
              <a:rect l="l" t="t" r="r" b="b"/>
              <a:pathLst>
                <a:path w="4526" h="4265" extrusionOk="0">
                  <a:moveTo>
                    <a:pt x="2263" y="334"/>
                  </a:moveTo>
                  <a:cubicBezTo>
                    <a:pt x="2310" y="334"/>
                    <a:pt x="2334" y="334"/>
                    <a:pt x="2358" y="405"/>
                  </a:cubicBezTo>
                  <a:lnTo>
                    <a:pt x="2787" y="1429"/>
                  </a:lnTo>
                  <a:cubicBezTo>
                    <a:pt x="2810" y="1501"/>
                    <a:pt x="2858" y="1548"/>
                    <a:pt x="2929" y="1548"/>
                  </a:cubicBezTo>
                  <a:lnTo>
                    <a:pt x="4049" y="1644"/>
                  </a:lnTo>
                  <a:cubicBezTo>
                    <a:pt x="4120" y="1644"/>
                    <a:pt x="4144" y="1715"/>
                    <a:pt x="4144" y="1715"/>
                  </a:cubicBezTo>
                  <a:cubicBezTo>
                    <a:pt x="4144" y="1739"/>
                    <a:pt x="4144" y="1763"/>
                    <a:pt x="4120" y="1834"/>
                  </a:cubicBezTo>
                  <a:lnTo>
                    <a:pt x="3263" y="2549"/>
                  </a:lnTo>
                  <a:cubicBezTo>
                    <a:pt x="3191" y="2572"/>
                    <a:pt x="3191" y="2644"/>
                    <a:pt x="3191" y="2715"/>
                  </a:cubicBezTo>
                  <a:lnTo>
                    <a:pt x="3453" y="3811"/>
                  </a:lnTo>
                  <a:cubicBezTo>
                    <a:pt x="3501" y="3882"/>
                    <a:pt x="3430" y="3906"/>
                    <a:pt x="3430" y="3930"/>
                  </a:cubicBezTo>
                  <a:cubicBezTo>
                    <a:pt x="3414" y="3930"/>
                    <a:pt x="3398" y="3951"/>
                    <a:pt x="3368" y="3951"/>
                  </a:cubicBezTo>
                  <a:cubicBezTo>
                    <a:pt x="3353" y="3951"/>
                    <a:pt x="3334" y="3946"/>
                    <a:pt x="3310" y="3930"/>
                  </a:cubicBezTo>
                  <a:lnTo>
                    <a:pt x="2358" y="3335"/>
                  </a:lnTo>
                  <a:cubicBezTo>
                    <a:pt x="2334" y="3311"/>
                    <a:pt x="2310" y="3311"/>
                    <a:pt x="2263" y="3311"/>
                  </a:cubicBezTo>
                  <a:cubicBezTo>
                    <a:pt x="2239" y="3311"/>
                    <a:pt x="2215" y="3311"/>
                    <a:pt x="2191" y="3335"/>
                  </a:cubicBezTo>
                  <a:lnTo>
                    <a:pt x="1239" y="3930"/>
                  </a:lnTo>
                  <a:cubicBezTo>
                    <a:pt x="1215" y="3946"/>
                    <a:pt x="1196" y="3951"/>
                    <a:pt x="1181" y="3951"/>
                  </a:cubicBezTo>
                  <a:cubicBezTo>
                    <a:pt x="1151" y="3951"/>
                    <a:pt x="1135" y="3930"/>
                    <a:pt x="1120" y="3930"/>
                  </a:cubicBezTo>
                  <a:cubicBezTo>
                    <a:pt x="1072" y="3930"/>
                    <a:pt x="1048" y="3882"/>
                    <a:pt x="1072" y="3811"/>
                  </a:cubicBezTo>
                  <a:lnTo>
                    <a:pt x="1358" y="2715"/>
                  </a:lnTo>
                  <a:cubicBezTo>
                    <a:pt x="1382" y="2668"/>
                    <a:pt x="1358" y="2596"/>
                    <a:pt x="1286" y="2549"/>
                  </a:cubicBezTo>
                  <a:lnTo>
                    <a:pt x="429" y="1834"/>
                  </a:lnTo>
                  <a:cubicBezTo>
                    <a:pt x="358" y="1787"/>
                    <a:pt x="405" y="1739"/>
                    <a:pt x="405" y="1715"/>
                  </a:cubicBezTo>
                  <a:cubicBezTo>
                    <a:pt x="405" y="1668"/>
                    <a:pt x="429" y="1644"/>
                    <a:pt x="477" y="1644"/>
                  </a:cubicBezTo>
                  <a:lnTo>
                    <a:pt x="1620" y="1548"/>
                  </a:lnTo>
                  <a:cubicBezTo>
                    <a:pt x="1667" y="1548"/>
                    <a:pt x="1739" y="1501"/>
                    <a:pt x="1763" y="1429"/>
                  </a:cubicBezTo>
                  <a:lnTo>
                    <a:pt x="2191" y="405"/>
                  </a:lnTo>
                  <a:cubicBezTo>
                    <a:pt x="2215" y="334"/>
                    <a:pt x="2239" y="334"/>
                    <a:pt x="2263" y="334"/>
                  </a:cubicBezTo>
                  <a:close/>
                  <a:moveTo>
                    <a:pt x="2263" y="1"/>
                  </a:moveTo>
                  <a:cubicBezTo>
                    <a:pt x="2096" y="1"/>
                    <a:pt x="1905" y="120"/>
                    <a:pt x="1858" y="286"/>
                  </a:cubicBezTo>
                  <a:lnTo>
                    <a:pt x="1453" y="1239"/>
                  </a:lnTo>
                  <a:lnTo>
                    <a:pt x="453" y="1287"/>
                  </a:lnTo>
                  <a:cubicBezTo>
                    <a:pt x="262" y="1287"/>
                    <a:pt x="119" y="1406"/>
                    <a:pt x="72" y="1596"/>
                  </a:cubicBezTo>
                  <a:cubicBezTo>
                    <a:pt x="0" y="1763"/>
                    <a:pt x="72" y="1953"/>
                    <a:pt x="215" y="2072"/>
                  </a:cubicBezTo>
                  <a:lnTo>
                    <a:pt x="977" y="2715"/>
                  </a:lnTo>
                  <a:lnTo>
                    <a:pt x="739" y="3692"/>
                  </a:lnTo>
                  <a:cubicBezTo>
                    <a:pt x="691" y="3882"/>
                    <a:pt x="786" y="4049"/>
                    <a:pt x="929" y="4168"/>
                  </a:cubicBezTo>
                  <a:cubicBezTo>
                    <a:pt x="1010" y="4235"/>
                    <a:pt x="1113" y="4264"/>
                    <a:pt x="1213" y="4264"/>
                  </a:cubicBezTo>
                  <a:cubicBezTo>
                    <a:pt x="1291" y="4264"/>
                    <a:pt x="1367" y="4247"/>
                    <a:pt x="1429" y="4216"/>
                  </a:cubicBezTo>
                  <a:lnTo>
                    <a:pt x="2286" y="3668"/>
                  </a:lnTo>
                  <a:lnTo>
                    <a:pt x="3168" y="4216"/>
                  </a:lnTo>
                  <a:cubicBezTo>
                    <a:pt x="3215" y="4263"/>
                    <a:pt x="3310" y="4263"/>
                    <a:pt x="3406" y="4263"/>
                  </a:cubicBezTo>
                  <a:cubicBezTo>
                    <a:pt x="3477" y="4263"/>
                    <a:pt x="3572" y="4239"/>
                    <a:pt x="3668" y="4168"/>
                  </a:cubicBezTo>
                  <a:cubicBezTo>
                    <a:pt x="3811" y="4049"/>
                    <a:pt x="3882" y="3882"/>
                    <a:pt x="3834" y="3692"/>
                  </a:cubicBezTo>
                  <a:lnTo>
                    <a:pt x="3549" y="2715"/>
                  </a:lnTo>
                  <a:lnTo>
                    <a:pt x="4335" y="2072"/>
                  </a:lnTo>
                  <a:cubicBezTo>
                    <a:pt x="4477" y="1977"/>
                    <a:pt x="4525" y="1763"/>
                    <a:pt x="4477" y="1596"/>
                  </a:cubicBezTo>
                  <a:cubicBezTo>
                    <a:pt x="4406" y="1406"/>
                    <a:pt x="4263" y="1287"/>
                    <a:pt x="4096" y="1287"/>
                  </a:cubicBezTo>
                  <a:lnTo>
                    <a:pt x="3072" y="1239"/>
                  </a:lnTo>
                  <a:lnTo>
                    <a:pt x="2691" y="286"/>
                  </a:lnTo>
                  <a:cubicBezTo>
                    <a:pt x="2620" y="96"/>
                    <a:pt x="2453" y="1"/>
                    <a:pt x="2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1" name="Google Shape;4481;p58"/>
          <p:cNvGrpSpPr/>
          <p:nvPr/>
        </p:nvGrpSpPr>
        <p:grpSpPr>
          <a:xfrm>
            <a:off x="720000" y="2770421"/>
            <a:ext cx="397698" cy="235159"/>
            <a:chOff x="720000" y="3005646"/>
            <a:chExt cx="397698" cy="235159"/>
          </a:xfrm>
        </p:grpSpPr>
        <p:sp>
          <p:nvSpPr>
            <p:cNvPr id="4482" name="Google Shape;4482;p58"/>
            <p:cNvSpPr/>
            <p:nvPr/>
          </p:nvSpPr>
          <p:spPr>
            <a:xfrm>
              <a:off x="720000" y="3005646"/>
              <a:ext cx="397698" cy="235159"/>
            </a:xfrm>
            <a:custGeom>
              <a:avLst/>
              <a:gdLst/>
              <a:ahLst/>
              <a:cxnLst/>
              <a:rect l="l" t="t" r="r" b="b"/>
              <a:pathLst>
                <a:path w="11884" h="7027" extrusionOk="0">
                  <a:moveTo>
                    <a:pt x="11336" y="310"/>
                  </a:moveTo>
                  <a:cubicBezTo>
                    <a:pt x="11455" y="310"/>
                    <a:pt x="11550" y="406"/>
                    <a:pt x="11550" y="525"/>
                  </a:cubicBezTo>
                  <a:lnTo>
                    <a:pt x="11550" y="6478"/>
                  </a:lnTo>
                  <a:lnTo>
                    <a:pt x="11527" y="6478"/>
                  </a:lnTo>
                  <a:cubicBezTo>
                    <a:pt x="11527" y="6597"/>
                    <a:pt x="11431" y="6693"/>
                    <a:pt x="11312" y="6693"/>
                  </a:cubicBezTo>
                  <a:lnTo>
                    <a:pt x="2763" y="6693"/>
                  </a:lnTo>
                  <a:cubicBezTo>
                    <a:pt x="2763" y="6597"/>
                    <a:pt x="2691" y="6502"/>
                    <a:pt x="2596" y="6502"/>
                  </a:cubicBezTo>
                  <a:cubicBezTo>
                    <a:pt x="2501" y="6502"/>
                    <a:pt x="2406" y="6597"/>
                    <a:pt x="2406" y="6693"/>
                  </a:cubicBezTo>
                  <a:lnTo>
                    <a:pt x="548" y="6693"/>
                  </a:lnTo>
                  <a:cubicBezTo>
                    <a:pt x="429" y="6693"/>
                    <a:pt x="334" y="6597"/>
                    <a:pt x="334" y="6478"/>
                  </a:cubicBezTo>
                  <a:lnTo>
                    <a:pt x="334" y="4835"/>
                  </a:lnTo>
                  <a:cubicBezTo>
                    <a:pt x="334" y="4811"/>
                    <a:pt x="358" y="4788"/>
                    <a:pt x="358" y="4764"/>
                  </a:cubicBezTo>
                  <a:cubicBezTo>
                    <a:pt x="810" y="4478"/>
                    <a:pt x="1072" y="4002"/>
                    <a:pt x="1072" y="3502"/>
                  </a:cubicBezTo>
                  <a:cubicBezTo>
                    <a:pt x="1072" y="3001"/>
                    <a:pt x="810" y="2525"/>
                    <a:pt x="358" y="2263"/>
                  </a:cubicBezTo>
                  <a:cubicBezTo>
                    <a:pt x="334" y="2216"/>
                    <a:pt x="334" y="2192"/>
                    <a:pt x="334" y="2168"/>
                  </a:cubicBezTo>
                  <a:lnTo>
                    <a:pt x="334" y="525"/>
                  </a:lnTo>
                  <a:cubicBezTo>
                    <a:pt x="334" y="406"/>
                    <a:pt x="429" y="310"/>
                    <a:pt x="548" y="310"/>
                  </a:cubicBezTo>
                  <a:lnTo>
                    <a:pt x="2406" y="310"/>
                  </a:lnTo>
                  <a:cubicBezTo>
                    <a:pt x="2406" y="406"/>
                    <a:pt x="2501" y="501"/>
                    <a:pt x="2596" y="501"/>
                  </a:cubicBezTo>
                  <a:cubicBezTo>
                    <a:pt x="2691" y="501"/>
                    <a:pt x="2763" y="406"/>
                    <a:pt x="2763" y="310"/>
                  </a:cubicBezTo>
                  <a:close/>
                  <a:moveTo>
                    <a:pt x="548" y="1"/>
                  </a:moveTo>
                  <a:cubicBezTo>
                    <a:pt x="238" y="1"/>
                    <a:pt x="0" y="239"/>
                    <a:pt x="0" y="525"/>
                  </a:cubicBezTo>
                  <a:lnTo>
                    <a:pt x="0" y="2168"/>
                  </a:lnTo>
                  <a:cubicBezTo>
                    <a:pt x="0" y="2311"/>
                    <a:pt x="96" y="2454"/>
                    <a:pt x="215" y="2549"/>
                  </a:cubicBezTo>
                  <a:cubicBezTo>
                    <a:pt x="548" y="2763"/>
                    <a:pt x="739" y="3121"/>
                    <a:pt x="739" y="3502"/>
                  </a:cubicBezTo>
                  <a:cubicBezTo>
                    <a:pt x="739" y="3883"/>
                    <a:pt x="548" y="4240"/>
                    <a:pt x="215" y="4454"/>
                  </a:cubicBezTo>
                  <a:cubicBezTo>
                    <a:pt x="96" y="4549"/>
                    <a:pt x="0" y="4692"/>
                    <a:pt x="0" y="4835"/>
                  </a:cubicBezTo>
                  <a:lnTo>
                    <a:pt x="0" y="6478"/>
                  </a:lnTo>
                  <a:cubicBezTo>
                    <a:pt x="0" y="6788"/>
                    <a:pt x="238" y="7026"/>
                    <a:pt x="548" y="7026"/>
                  </a:cubicBezTo>
                  <a:lnTo>
                    <a:pt x="11312" y="7026"/>
                  </a:lnTo>
                  <a:cubicBezTo>
                    <a:pt x="11622" y="7026"/>
                    <a:pt x="11860" y="6788"/>
                    <a:pt x="11860" y="6478"/>
                  </a:cubicBezTo>
                  <a:lnTo>
                    <a:pt x="11860" y="525"/>
                  </a:lnTo>
                  <a:cubicBezTo>
                    <a:pt x="11884" y="239"/>
                    <a:pt x="11646" y="1"/>
                    <a:pt x="11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8"/>
            <p:cNvSpPr/>
            <p:nvPr/>
          </p:nvSpPr>
          <p:spPr>
            <a:xfrm>
              <a:off x="800482" y="3110859"/>
              <a:ext cx="11980" cy="23927"/>
            </a:xfrm>
            <a:custGeom>
              <a:avLst/>
              <a:gdLst/>
              <a:ahLst/>
              <a:cxnLst/>
              <a:rect l="l" t="t" r="r" b="b"/>
              <a:pathLst>
                <a:path w="358" h="715" extrusionOk="0">
                  <a:moveTo>
                    <a:pt x="191" y="0"/>
                  </a:moveTo>
                  <a:cubicBezTo>
                    <a:pt x="96" y="0"/>
                    <a:pt x="1" y="96"/>
                    <a:pt x="1" y="191"/>
                  </a:cubicBezTo>
                  <a:lnTo>
                    <a:pt x="1" y="548"/>
                  </a:lnTo>
                  <a:cubicBezTo>
                    <a:pt x="1" y="620"/>
                    <a:pt x="96" y="715"/>
                    <a:pt x="191" y="715"/>
                  </a:cubicBezTo>
                  <a:cubicBezTo>
                    <a:pt x="286" y="715"/>
                    <a:pt x="358" y="620"/>
                    <a:pt x="358" y="548"/>
                  </a:cubicBezTo>
                  <a:lnTo>
                    <a:pt x="358" y="191"/>
                  </a:lnTo>
                  <a:cubicBezTo>
                    <a:pt x="358" y="96"/>
                    <a:pt x="28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8"/>
            <p:cNvSpPr/>
            <p:nvPr/>
          </p:nvSpPr>
          <p:spPr>
            <a:xfrm>
              <a:off x="800482" y="3035932"/>
              <a:ext cx="11980" cy="23961"/>
            </a:xfrm>
            <a:custGeom>
              <a:avLst/>
              <a:gdLst/>
              <a:ahLst/>
              <a:cxnLst/>
              <a:rect l="l" t="t" r="r" b="b"/>
              <a:pathLst>
                <a:path w="358" h="716" extrusionOk="0">
                  <a:moveTo>
                    <a:pt x="191" y="1"/>
                  </a:moveTo>
                  <a:cubicBezTo>
                    <a:pt x="96" y="1"/>
                    <a:pt x="1" y="96"/>
                    <a:pt x="1" y="191"/>
                  </a:cubicBezTo>
                  <a:lnTo>
                    <a:pt x="1" y="549"/>
                  </a:lnTo>
                  <a:cubicBezTo>
                    <a:pt x="1" y="644"/>
                    <a:pt x="96" y="715"/>
                    <a:pt x="191" y="715"/>
                  </a:cubicBezTo>
                  <a:cubicBezTo>
                    <a:pt x="286" y="715"/>
                    <a:pt x="358" y="644"/>
                    <a:pt x="358" y="549"/>
                  </a:cubicBezTo>
                  <a:lnTo>
                    <a:pt x="358" y="191"/>
                  </a:lnTo>
                  <a:cubicBezTo>
                    <a:pt x="358" y="96"/>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8"/>
            <p:cNvSpPr/>
            <p:nvPr/>
          </p:nvSpPr>
          <p:spPr>
            <a:xfrm>
              <a:off x="800482" y="3074182"/>
              <a:ext cx="11980" cy="23961"/>
            </a:xfrm>
            <a:custGeom>
              <a:avLst/>
              <a:gdLst/>
              <a:ahLst/>
              <a:cxnLst/>
              <a:rect l="l" t="t" r="r" b="b"/>
              <a:pathLst>
                <a:path w="358" h="716" extrusionOk="0">
                  <a:moveTo>
                    <a:pt x="191" y="1"/>
                  </a:moveTo>
                  <a:cubicBezTo>
                    <a:pt x="96" y="1"/>
                    <a:pt x="1" y="96"/>
                    <a:pt x="1" y="168"/>
                  </a:cubicBezTo>
                  <a:lnTo>
                    <a:pt x="1" y="525"/>
                  </a:lnTo>
                  <a:cubicBezTo>
                    <a:pt x="1" y="620"/>
                    <a:pt x="96" y="715"/>
                    <a:pt x="191" y="715"/>
                  </a:cubicBezTo>
                  <a:cubicBezTo>
                    <a:pt x="286" y="715"/>
                    <a:pt x="358" y="620"/>
                    <a:pt x="358" y="525"/>
                  </a:cubicBezTo>
                  <a:lnTo>
                    <a:pt x="358" y="168"/>
                  </a:lnTo>
                  <a:cubicBezTo>
                    <a:pt x="358" y="49"/>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8"/>
            <p:cNvSpPr/>
            <p:nvPr/>
          </p:nvSpPr>
          <p:spPr>
            <a:xfrm>
              <a:off x="800482" y="3148306"/>
              <a:ext cx="11980" cy="24731"/>
            </a:xfrm>
            <a:custGeom>
              <a:avLst/>
              <a:gdLst/>
              <a:ahLst/>
              <a:cxnLst/>
              <a:rect l="l" t="t" r="r" b="b"/>
              <a:pathLst>
                <a:path w="358" h="739" extrusionOk="0">
                  <a:moveTo>
                    <a:pt x="191" y="1"/>
                  </a:moveTo>
                  <a:cubicBezTo>
                    <a:pt x="96" y="1"/>
                    <a:pt x="1" y="96"/>
                    <a:pt x="1" y="191"/>
                  </a:cubicBezTo>
                  <a:lnTo>
                    <a:pt x="1" y="548"/>
                  </a:lnTo>
                  <a:cubicBezTo>
                    <a:pt x="1" y="644"/>
                    <a:pt x="96" y="739"/>
                    <a:pt x="191" y="739"/>
                  </a:cubicBezTo>
                  <a:cubicBezTo>
                    <a:pt x="286" y="739"/>
                    <a:pt x="358" y="644"/>
                    <a:pt x="358" y="548"/>
                  </a:cubicBezTo>
                  <a:lnTo>
                    <a:pt x="358" y="191"/>
                  </a:lnTo>
                  <a:cubicBezTo>
                    <a:pt x="358" y="72"/>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8"/>
            <p:cNvSpPr/>
            <p:nvPr/>
          </p:nvSpPr>
          <p:spPr>
            <a:xfrm>
              <a:off x="800482" y="3185753"/>
              <a:ext cx="11980" cy="23961"/>
            </a:xfrm>
            <a:custGeom>
              <a:avLst/>
              <a:gdLst/>
              <a:ahLst/>
              <a:cxnLst/>
              <a:rect l="l" t="t" r="r" b="b"/>
              <a:pathLst>
                <a:path w="358" h="716" extrusionOk="0">
                  <a:moveTo>
                    <a:pt x="191" y="1"/>
                  </a:moveTo>
                  <a:cubicBezTo>
                    <a:pt x="96" y="1"/>
                    <a:pt x="1" y="96"/>
                    <a:pt x="1" y="168"/>
                  </a:cubicBezTo>
                  <a:lnTo>
                    <a:pt x="1" y="525"/>
                  </a:lnTo>
                  <a:cubicBezTo>
                    <a:pt x="1" y="620"/>
                    <a:pt x="96" y="715"/>
                    <a:pt x="191" y="715"/>
                  </a:cubicBezTo>
                  <a:cubicBezTo>
                    <a:pt x="286" y="715"/>
                    <a:pt x="358" y="620"/>
                    <a:pt x="358" y="525"/>
                  </a:cubicBezTo>
                  <a:lnTo>
                    <a:pt x="358" y="168"/>
                  </a:lnTo>
                  <a:cubicBezTo>
                    <a:pt x="358" y="72"/>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8"/>
            <p:cNvSpPr/>
            <p:nvPr/>
          </p:nvSpPr>
          <p:spPr>
            <a:xfrm>
              <a:off x="882571" y="3049485"/>
              <a:ext cx="151463" cy="144301"/>
            </a:xfrm>
            <a:custGeom>
              <a:avLst/>
              <a:gdLst/>
              <a:ahLst/>
              <a:cxnLst/>
              <a:rect l="l" t="t" r="r" b="b"/>
              <a:pathLst>
                <a:path w="4526" h="4312" extrusionOk="0">
                  <a:moveTo>
                    <a:pt x="2263" y="358"/>
                  </a:moveTo>
                  <a:cubicBezTo>
                    <a:pt x="2287" y="358"/>
                    <a:pt x="2310" y="358"/>
                    <a:pt x="2334" y="406"/>
                  </a:cubicBezTo>
                  <a:lnTo>
                    <a:pt x="2763" y="1453"/>
                  </a:lnTo>
                  <a:cubicBezTo>
                    <a:pt x="2787" y="1501"/>
                    <a:pt x="2858" y="1572"/>
                    <a:pt x="2906" y="1572"/>
                  </a:cubicBezTo>
                  <a:lnTo>
                    <a:pt x="4049" y="1668"/>
                  </a:lnTo>
                  <a:cubicBezTo>
                    <a:pt x="4097" y="1668"/>
                    <a:pt x="4120" y="1715"/>
                    <a:pt x="4120" y="1715"/>
                  </a:cubicBezTo>
                  <a:cubicBezTo>
                    <a:pt x="4144" y="1739"/>
                    <a:pt x="4144" y="1763"/>
                    <a:pt x="4097" y="1834"/>
                  </a:cubicBezTo>
                  <a:lnTo>
                    <a:pt x="3239" y="2573"/>
                  </a:lnTo>
                  <a:cubicBezTo>
                    <a:pt x="3168" y="2620"/>
                    <a:pt x="3168" y="2692"/>
                    <a:pt x="3168" y="2763"/>
                  </a:cubicBezTo>
                  <a:lnTo>
                    <a:pt x="3454" y="3859"/>
                  </a:lnTo>
                  <a:cubicBezTo>
                    <a:pt x="3477" y="3930"/>
                    <a:pt x="3430" y="3954"/>
                    <a:pt x="3430" y="3978"/>
                  </a:cubicBezTo>
                  <a:cubicBezTo>
                    <a:pt x="3398" y="3978"/>
                    <a:pt x="3377" y="3988"/>
                    <a:pt x="3352" y="3988"/>
                  </a:cubicBezTo>
                  <a:cubicBezTo>
                    <a:pt x="3340" y="3988"/>
                    <a:pt x="3327" y="3986"/>
                    <a:pt x="3311" y="3978"/>
                  </a:cubicBezTo>
                  <a:lnTo>
                    <a:pt x="2334" y="3382"/>
                  </a:lnTo>
                  <a:cubicBezTo>
                    <a:pt x="2310" y="3370"/>
                    <a:pt x="2281" y="3364"/>
                    <a:pt x="2251" y="3364"/>
                  </a:cubicBezTo>
                  <a:cubicBezTo>
                    <a:pt x="2221" y="3364"/>
                    <a:pt x="2191" y="3370"/>
                    <a:pt x="2168" y="3382"/>
                  </a:cubicBezTo>
                  <a:lnTo>
                    <a:pt x="1215" y="3978"/>
                  </a:lnTo>
                  <a:cubicBezTo>
                    <a:pt x="1191" y="3986"/>
                    <a:pt x="1173" y="3988"/>
                    <a:pt x="1158" y="3988"/>
                  </a:cubicBezTo>
                  <a:cubicBezTo>
                    <a:pt x="1128" y="3988"/>
                    <a:pt x="1112" y="3978"/>
                    <a:pt x="1096" y="3978"/>
                  </a:cubicBezTo>
                  <a:cubicBezTo>
                    <a:pt x="1072" y="3978"/>
                    <a:pt x="1024" y="3930"/>
                    <a:pt x="1072" y="3859"/>
                  </a:cubicBezTo>
                  <a:lnTo>
                    <a:pt x="1334" y="2763"/>
                  </a:lnTo>
                  <a:cubicBezTo>
                    <a:pt x="1358" y="2692"/>
                    <a:pt x="1334" y="2644"/>
                    <a:pt x="1286" y="2573"/>
                  </a:cubicBezTo>
                  <a:lnTo>
                    <a:pt x="405" y="1834"/>
                  </a:lnTo>
                  <a:cubicBezTo>
                    <a:pt x="358" y="1811"/>
                    <a:pt x="381" y="1739"/>
                    <a:pt x="381" y="1715"/>
                  </a:cubicBezTo>
                  <a:cubicBezTo>
                    <a:pt x="381" y="1691"/>
                    <a:pt x="405" y="1668"/>
                    <a:pt x="477" y="1668"/>
                  </a:cubicBezTo>
                  <a:lnTo>
                    <a:pt x="1596" y="1572"/>
                  </a:lnTo>
                  <a:cubicBezTo>
                    <a:pt x="1667" y="1572"/>
                    <a:pt x="1715" y="1501"/>
                    <a:pt x="1739" y="1453"/>
                  </a:cubicBezTo>
                  <a:lnTo>
                    <a:pt x="2168" y="406"/>
                  </a:lnTo>
                  <a:cubicBezTo>
                    <a:pt x="2191" y="358"/>
                    <a:pt x="2263" y="358"/>
                    <a:pt x="2263" y="358"/>
                  </a:cubicBezTo>
                  <a:close/>
                  <a:moveTo>
                    <a:pt x="2263" y="1"/>
                  </a:moveTo>
                  <a:cubicBezTo>
                    <a:pt x="2072" y="1"/>
                    <a:pt x="1906" y="120"/>
                    <a:pt x="1834" y="286"/>
                  </a:cubicBezTo>
                  <a:lnTo>
                    <a:pt x="1453" y="1239"/>
                  </a:lnTo>
                  <a:lnTo>
                    <a:pt x="429" y="1310"/>
                  </a:lnTo>
                  <a:cubicBezTo>
                    <a:pt x="262" y="1310"/>
                    <a:pt x="120" y="1453"/>
                    <a:pt x="48" y="1596"/>
                  </a:cubicBezTo>
                  <a:cubicBezTo>
                    <a:pt x="0" y="1787"/>
                    <a:pt x="48" y="1953"/>
                    <a:pt x="191" y="2073"/>
                  </a:cubicBezTo>
                  <a:lnTo>
                    <a:pt x="1001" y="2739"/>
                  </a:lnTo>
                  <a:lnTo>
                    <a:pt x="763" y="3740"/>
                  </a:lnTo>
                  <a:cubicBezTo>
                    <a:pt x="715" y="3930"/>
                    <a:pt x="786" y="4097"/>
                    <a:pt x="953" y="4216"/>
                  </a:cubicBezTo>
                  <a:cubicBezTo>
                    <a:pt x="1028" y="4279"/>
                    <a:pt x="1124" y="4308"/>
                    <a:pt x="1218" y="4308"/>
                  </a:cubicBezTo>
                  <a:cubicBezTo>
                    <a:pt x="1302" y="4308"/>
                    <a:pt x="1386" y="4285"/>
                    <a:pt x="1453" y="4240"/>
                  </a:cubicBezTo>
                  <a:lnTo>
                    <a:pt x="2310" y="3716"/>
                  </a:lnTo>
                  <a:lnTo>
                    <a:pt x="3192" y="4240"/>
                  </a:lnTo>
                  <a:cubicBezTo>
                    <a:pt x="3239" y="4311"/>
                    <a:pt x="3334" y="4311"/>
                    <a:pt x="3430" y="4311"/>
                  </a:cubicBezTo>
                  <a:cubicBezTo>
                    <a:pt x="3501" y="4311"/>
                    <a:pt x="3596" y="4287"/>
                    <a:pt x="3692" y="4216"/>
                  </a:cubicBezTo>
                  <a:cubicBezTo>
                    <a:pt x="3835" y="4097"/>
                    <a:pt x="3906" y="3930"/>
                    <a:pt x="3858" y="3740"/>
                  </a:cubicBezTo>
                  <a:lnTo>
                    <a:pt x="3620" y="2739"/>
                  </a:lnTo>
                  <a:lnTo>
                    <a:pt x="4430" y="2073"/>
                  </a:lnTo>
                  <a:cubicBezTo>
                    <a:pt x="4454" y="1977"/>
                    <a:pt x="4525" y="1763"/>
                    <a:pt x="4454" y="1596"/>
                  </a:cubicBezTo>
                  <a:cubicBezTo>
                    <a:pt x="4406" y="1430"/>
                    <a:pt x="4263" y="1310"/>
                    <a:pt x="4073" y="1310"/>
                  </a:cubicBezTo>
                  <a:lnTo>
                    <a:pt x="3073" y="1239"/>
                  </a:lnTo>
                  <a:lnTo>
                    <a:pt x="2668" y="286"/>
                  </a:lnTo>
                  <a:cubicBezTo>
                    <a:pt x="2620" y="120"/>
                    <a:pt x="2430" y="1"/>
                    <a:pt x="2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9" name="Google Shape;4489;p58"/>
          <p:cNvGrpSpPr/>
          <p:nvPr/>
        </p:nvGrpSpPr>
        <p:grpSpPr>
          <a:xfrm>
            <a:off x="720000" y="2192655"/>
            <a:ext cx="397697" cy="137106"/>
            <a:chOff x="720000" y="2427880"/>
            <a:chExt cx="397697" cy="137106"/>
          </a:xfrm>
        </p:grpSpPr>
        <p:sp>
          <p:nvSpPr>
            <p:cNvPr id="4490" name="Google Shape;4490;p58"/>
            <p:cNvSpPr/>
            <p:nvPr/>
          </p:nvSpPr>
          <p:spPr>
            <a:xfrm>
              <a:off x="720000" y="2427880"/>
              <a:ext cx="347501" cy="135500"/>
            </a:xfrm>
            <a:custGeom>
              <a:avLst/>
              <a:gdLst/>
              <a:ahLst/>
              <a:cxnLst/>
              <a:rect l="l" t="t" r="r" b="b"/>
              <a:pathLst>
                <a:path w="10384" h="4049" extrusionOk="0">
                  <a:moveTo>
                    <a:pt x="548" y="0"/>
                  </a:moveTo>
                  <a:cubicBezTo>
                    <a:pt x="238" y="0"/>
                    <a:pt x="0" y="239"/>
                    <a:pt x="0" y="524"/>
                  </a:cubicBezTo>
                  <a:lnTo>
                    <a:pt x="0" y="3501"/>
                  </a:lnTo>
                  <a:cubicBezTo>
                    <a:pt x="0" y="3811"/>
                    <a:pt x="238" y="4049"/>
                    <a:pt x="548" y="4049"/>
                  </a:cubicBezTo>
                  <a:lnTo>
                    <a:pt x="905" y="4049"/>
                  </a:lnTo>
                  <a:cubicBezTo>
                    <a:pt x="977" y="4049"/>
                    <a:pt x="1072" y="3954"/>
                    <a:pt x="1072" y="3858"/>
                  </a:cubicBezTo>
                  <a:cubicBezTo>
                    <a:pt x="1072" y="3763"/>
                    <a:pt x="977" y="3668"/>
                    <a:pt x="905" y="3668"/>
                  </a:cubicBezTo>
                  <a:lnTo>
                    <a:pt x="548" y="3668"/>
                  </a:lnTo>
                  <a:cubicBezTo>
                    <a:pt x="429" y="3668"/>
                    <a:pt x="334" y="3596"/>
                    <a:pt x="334" y="3477"/>
                  </a:cubicBezTo>
                  <a:lnTo>
                    <a:pt x="334" y="501"/>
                  </a:lnTo>
                  <a:cubicBezTo>
                    <a:pt x="334" y="381"/>
                    <a:pt x="429" y="286"/>
                    <a:pt x="548" y="286"/>
                  </a:cubicBezTo>
                  <a:lnTo>
                    <a:pt x="10217" y="286"/>
                  </a:lnTo>
                  <a:cubicBezTo>
                    <a:pt x="10312" y="286"/>
                    <a:pt x="10383" y="191"/>
                    <a:pt x="10383" y="120"/>
                  </a:cubicBezTo>
                  <a:cubicBezTo>
                    <a:pt x="10383" y="72"/>
                    <a:pt x="10312" y="0"/>
                    <a:pt x="10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8"/>
            <p:cNvSpPr/>
            <p:nvPr/>
          </p:nvSpPr>
          <p:spPr>
            <a:xfrm>
              <a:off x="770197" y="2427880"/>
              <a:ext cx="347501" cy="137106"/>
            </a:xfrm>
            <a:custGeom>
              <a:avLst/>
              <a:gdLst/>
              <a:ahLst/>
              <a:cxnLst/>
              <a:rect l="l" t="t" r="r" b="b"/>
              <a:pathLst>
                <a:path w="10384" h="4097" extrusionOk="0">
                  <a:moveTo>
                    <a:pt x="9479" y="0"/>
                  </a:moveTo>
                  <a:cubicBezTo>
                    <a:pt x="9407" y="0"/>
                    <a:pt x="9312" y="72"/>
                    <a:pt x="9312" y="167"/>
                  </a:cubicBezTo>
                  <a:cubicBezTo>
                    <a:pt x="9312" y="262"/>
                    <a:pt x="9407" y="358"/>
                    <a:pt x="9479" y="358"/>
                  </a:cubicBezTo>
                  <a:lnTo>
                    <a:pt x="9836" y="358"/>
                  </a:lnTo>
                  <a:cubicBezTo>
                    <a:pt x="9955" y="358"/>
                    <a:pt x="10050" y="429"/>
                    <a:pt x="10050" y="548"/>
                  </a:cubicBezTo>
                  <a:lnTo>
                    <a:pt x="10050" y="3525"/>
                  </a:lnTo>
                  <a:cubicBezTo>
                    <a:pt x="10050" y="3644"/>
                    <a:pt x="9955" y="3739"/>
                    <a:pt x="9836" y="3739"/>
                  </a:cubicBezTo>
                  <a:lnTo>
                    <a:pt x="167" y="3739"/>
                  </a:lnTo>
                  <a:cubicBezTo>
                    <a:pt x="72" y="3739"/>
                    <a:pt x="1" y="3835"/>
                    <a:pt x="1" y="3930"/>
                  </a:cubicBezTo>
                  <a:cubicBezTo>
                    <a:pt x="1" y="4001"/>
                    <a:pt x="72" y="4097"/>
                    <a:pt x="167" y="4097"/>
                  </a:cubicBezTo>
                  <a:lnTo>
                    <a:pt x="9836" y="4097"/>
                  </a:lnTo>
                  <a:cubicBezTo>
                    <a:pt x="10146" y="4097"/>
                    <a:pt x="10384" y="3858"/>
                    <a:pt x="10384" y="3573"/>
                  </a:cubicBezTo>
                  <a:lnTo>
                    <a:pt x="10384" y="596"/>
                  </a:lnTo>
                  <a:cubicBezTo>
                    <a:pt x="10384" y="239"/>
                    <a:pt x="10146" y="0"/>
                    <a:pt x="9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8"/>
            <p:cNvSpPr/>
            <p:nvPr/>
          </p:nvSpPr>
          <p:spPr>
            <a:xfrm>
              <a:off x="886553" y="2466130"/>
              <a:ext cx="63784" cy="59400"/>
            </a:xfrm>
            <a:custGeom>
              <a:avLst/>
              <a:gdLst/>
              <a:ahLst/>
              <a:cxnLst/>
              <a:rect l="l" t="t" r="r" b="b"/>
              <a:pathLst>
                <a:path w="1906" h="1775" extrusionOk="0">
                  <a:moveTo>
                    <a:pt x="977" y="429"/>
                  </a:moveTo>
                  <a:lnTo>
                    <a:pt x="1072" y="644"/>
                  </a:lnTo>
                  <a:cubicBezTo>
                    <a:pt x="1096" y="691"/>
                    <a:pt x="1167" y="715"/>
                    <a:pt x="1215" y="739"/>
                  </a:cubicBezTo>
                  <a:lnTo>
                    <a:pt x="1429" y="786"/>
                  </a:lnTo>
                  <a:lnTo>
                    <a:pt x="1239" y="929"/>
                  </a:lnTo>
                  <a:cubicBezTo>
                    <a:pt x="1191" y="953"/>
                    <a:pt x="1191" y="1048"/>
                    <a:pt x="1191" y="1120"/>
                  </a:cubicBezTo>
                  <a:lnTo>
                    <a:pt x="1239" y="1310"/>
                  </a:lnTo>
                  <a:lnTo>
                    <a:pt x="1072" y="1191"/>
                  </a:lnTo>
                  <a:cubicBezTo>
                    <a:pt x="1048" y="1167"/>
                    <a:pt x="1001" y="1167"/>
                    <a:pt x="977" y="1167"/>
                  </a:cubicBezTo>
                  <a:cubicBezTo>
                    <a:pt x="953" y="1167"/>
                    <a:pt x="929" y="1167"/>
                    <a:pt x="882" y="1191"/>
                  </a:cubicBezTo>
                  <a:lnTo>
                    <a:pt x="715" y="1310"/>
                  </a:lnTo>
                  <a:lnTo>
                    <a:pt x="763" y="1120"/>
                  </a:lnTo>
                  <a:cubicBezTo>
                    <a:pt x="810" y="1048"/>
                    <a:pt x="763" y="1001"/>
                    <a:pt x="715" y="929"/>
                  </a:cubicBezTo>
                  <a:lnTo>
                    <a:pt x="524" y="786"/>
                  </a:lnTo>
                  <a:lnTo>
                    <a:pt x="739" y="739"/>
                  </a:lnTo>
                  <a:cubicBezTo>
                    <a:pt x="810" y="739"/>
                    <a:pt x="858" y="691"/>
                    <a:pt x="882" y="644"/>
                  </a:cubicBezTo>
                  <a:lnTo>
                    <a:pt x="977" y="429"/>
                  </a:lnTo>
                  <a:close/>
                  <a:moveTo>
                    <a:pt x="953" y="1"/>
                  </a:moveTo>
                  <a:cubicBezTo>
                    <a:pt x="834" y="1"/>
                    <a:pt x="739" y="72"/>
                    <a:pt x="667" y="191"/>
                  </a:cubicBezTo>
                  <a:lnTo>
                    <a:pt x="548" y="453"/>
                  </a:lnTo>
                  <a:lnTo>
                    <a:pt x="262" y="477"/>
                  </a:lnTo>
                  <a:cubicBezTo>
                    <a:pt x="143" y="477"/>
                    <a:pt x="48" y="572"/>
                    <a:pt x="24" y="667"/>
                  </a:cubicBezTo>
                  <a:cubicBezTo>
                    <a:pt x="1" y="786"/>
                    <a:pt x="24" y="882"/>
                    <a:pt x="120" y="953"/>
                  </a:cubicBezTo>
                  <a:lnTo>
                    <a:pt x="358" y="1144"/>
                  </a:lnTo>
                  <a:lnTo>
                    <a:pt x="286" y="1429"/>
                  </a:lnTo>
                  <a:cubicBezTo>
                    <a:pt x="262" y="1548"/>
                    <a:pt x="286" y="1644"/>
                    <a:pt x="405" y="1739"/>
                  </a:cubicBezTo>
                  <a:cubicBezTo>
                    <a:pt x="453" y="1763"/>
                    <a:pt x="507" y="1775"/>
                    <a:pt x="560" y="1775"/>
                  </a:cubicBezTo>
                  <a:cubicBezTo>
                    <a:pt x="614" y="1775"/>
                    <a:pt x="667" y="1763"/>
                    <a:pt x="715" y="1739"/>
                  </a:cubicBezTo>
                  <a:lnTo>
                    <a:pt x="953" y="1596"/>
                  </a:lnTo>
                  <a:lnTo>
                    <a:pt x="1191" y="1739"/>
                  </a:lnTo>
                  <a:cubicBezTo>
                    <a:pt x="1239" y="1763"/>
                    <a:pt x="1263" y="1763"/>
                    <a:pt x="1334" y="1763"/>
                  </a:cubicBezTo>
                  <a:cubicBezTo>
                    <a:pt x="1382" y="1763"/>
                    <a:pt x="1453" y="1739"/>
                    <a:pt x="1477" y="1715"/>
                  </a:cubicBezTo>
                  <a:cubicBezTo>
                    <a:pt x="1572" y="1644"/>
                    <a:pt x="1596" y="1525"/>
                    <a:pt x="1596" y="1406"/>
                  </a:cubicBezTo>
                  <a:lnTo>
                    <a:pt x="1548" y="1120"/>
                  </a:lnTo>
                  <a:lnTo>
                    <a:pt x="1787" y="929"/>
                  </a:lnTo>
                  <a:cubicBezTo>
                    <a:pt x="1882" y="882"/>
                    <a:pt x="1906" y="739"/>
                    <a:pt x="1882" y="667"/>
                  </a:cubicBezTo>
                  <a:cubicBezTo>
                    <a:pt x="1834" y="548"/>
                    <a:pt x="1763" y="477"/>
                    <a:pt x="1644" y="477"/>
                  </a:cubicBezTo>
                  <a:lnTo>
                    <a:pt x="1334" y="453"/>
                  </a:lnTo>
                  <a:lnTo>
                    <a:pt x="1215" y="191"/>
                  </a:lnTo>
                  <a:cubicBezTo>
                    <a:pt x="1191" y="72"/>
                    <a:pt x="1072"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8"/>
            <p:cNvSpPr/>
            <p:nvPr/>
          </p:nvSpPr>
          <p:spPr>
            <a:xfrm>
              <a:off x="814838" y="2466130"/>
              <a:ext cx="63784" cy="59400"/>
            </a:xfrm>
            <a:custGeom>
              <a:avLst/>
              <a:gdLst/>
              <a:ahLst/>
              <a:cxnLst/>
              <a:rect l="l" t="t" r="r" b="b"/>
              <a:pathLst>
                <a:path w="1906" h="1775" extrusionOk="0">
                  <a:moveTo>
                    <a:pt x="977" y="429"/>
                  </a:moveTo>
                  <a:lnTo>
                    <a:pt x="1072" y="644"/>
                  </a:lnTo>
                  <a:cubicBezTo>
                    <a:pt x="1096" y="691"/>
                    <a:pt x="1167" y="715"/>
                    <a:pt x="1215" y="739"/>
                  </a:cubicBezTo>
                  <a:lnTo>
                    <a:pt x="1429" y="786"/>
                  </a:lnTo>
                  <a:lnTo>
                    <a:pt x="1239" y="929"/>
                  </a:lnTo>
                  <a:cubicBezTo>
                    <a:pt x="1191" y="953"/>
                    <a:pt x="1191" y="1048"/>
                    <a:pt x="1191" y="1120"/>
                  </a:cubicBezTo>
                  <a:lnTo>
                    <a:pt x="1239" y="1310"/>
                  </a:lnTo>
                  <a:lnTo>
                    <a:pt x="1072" y="1191"/>
                  </a:lnTo>
                  <a:cubicBezTo>
                    <a:pt x="1048" y="1167"/>
                    <a:pt x="1000" y="1167"/>
                    <a:pt x="977" y="1167"/>
                  </a:cubicBezTo>
                  <a:cubicBezTo>
                    <a:pt x="953" y="1167"/>
                    <a:pt x="929" y="1167"/>
                    <a:pt x="881" y="1191"/>
                  </a:cubicBezTo>
                  <a:lnTo>
                    <a:pt x="715" y="1310"/>
                  </a:lnTo>
                  <a:lnTo>
                    <a:pt x="762" y="1120"/>
                  </a:lnTo>
                  <a:cubicBezTo>
                    <a:pt x="810" y="1048"/>
                    <a:pt x="762" y="1001"/>
                    <a:pt x="715" y="929"/>
                  </a:cubicBezTo>
                  <a:lnTo>
                    <a:pt x="524" y="786"/>
                  </a:lnTo>
                  <a:lnTo>
                    <a:pt x="738" y="739"/>
                  </a:lnTo>
                  <a:cubicBezTo>
                    <a:pt x="810" y="739"/>
                    <a:pt x="858" y="691"/>
                    <a:pt x="881" y="644"/>
                  </a:cubicBezTo>
                  <a:lnTo>
                    <a:pt x="977" y="429"/>
                  </a:lnTo>
                  <a:close/>
                  <a:moveTo>
                    <a:pt x="953" y="1"/>
                  </a:moveTo>
                  <a:cubicBezTo>
                    <a:pt x="834" y="1"/>
                    <a:pt x="738" y="72"/>
                    <a:pt x="667" y="191"/>
                  </a:cubicBezTo>
                  <a:lnTo>
                    <a:pt x="548" y="453"/>
                  </a:lnTo>
                  <a:lnTo>
                    <a:pt x="262" y="477"/>
                  </a:lnTo>
                  <a:cubicBezTo>
                    <a:pt x="143" y="477"/>
                    <a:pt x="48" y="572"/>
                    <a:pt x="24" y="667"/>
                  </a:cubicBezTo>
                  <a:cubicBezTo>
                    <a:pt x="0" y="786"/>
                    <a:pt x="24" y="882"/>
                    <a:pt x="119" y="953"/>
                  </a:cubicBezTo>
                  <a:lnTo>
                    <a:pt x="357" y="1144"/>
                  </a:lnTo>
                  <a:lnTo>
                    <a:pt x="286" y="1429"/>
                  </a:lnTo>
                  <a:cubicBezTo>
                    <a:pt x="262" y="1548"/>
                    <a:pt x="286" y="1644"/>
                    <a:pt x="405" y="1739"/>
                  </a:cubicBezTo>
                  <a:cubicBezTo>
                    <a:pt x="453" y="1763"/>
                    <a:pt x="506" y="1775"/>
                    <a:pt x="560" y="1775"/>
                  </a:cubicBezTo>
                  <a:cubicBezTo>
                    <a:pt x="613" y="1775"/>
                    <a:pt x="667" y="1763"/>
                    <a:pt x="715" y="1739"/>
                  </a:cubicBezTo>
                  <a:lnTo>
                    <a:pt x="953" y="1596"/>
                  </a:lnTo>
                  <a:lnTo>
                    <a:pt x="1191" y="1739"/>
                  </a:lnTo>
                  <a:cubicBezTo>
                    <a:pt x="1239" y="1763"/>
                    <a:pt x="1262" y="1763"/>
                    <a:pt x="1334" y="1763"/>
                  </a:cubicBezTo>
                  <a:cubicBezTo>
                    <a:pt x="1381" y="1763"/>
                    <a:pt x="1453" y="1739"/>
                    <a:pt x="1477" y="1715"/>
                  </a:cubicBezTo>
                  <a:cubicBezTo>
                    <a:pt x="1572" y="1644"/>
                    <a:pt x="1596" y="1525"/>
                    <a:pt x="1596" y="1406"/>
                  </a:cubicBezTo>
                  <a:lnTo>
                    <a:pt x="1548" y="1120"/>
                  </a:lnTo>
                  <a:lnTo>
                    <a:pt x="1786" y="929"/>
                  </a:lnTo>
                  <a:cubicBezTo>
                    <a:pt x="1882" y="882"/>
                    <a:pt x="1905" y="739"/>
                    <a:pt x="1882" y="667"/>
                  </a:cubicBezTo>
                  <a:cubicBezTo>
                    <a:pt x="1834" y="548"/>
                    <a:pt x="1762" y="477"/>
                    <a:pt x="1643" y="477"/>
                  </a:cubicBezTo>
                  <a:lnTo>
                    <a:pt x="1334" y="453"/>
                  </a:lnTo>
                  <a:lnTo>
                    <a:pt x="1215" y="191"/>
                  </a:lnTo>
                  <a:cubicBezTo>
                    <a:pt x="1191" y="72"/>
                    <a:pt x="1072"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8"/>
            <p:cNvSpPr/>
            <p:nvPr/>
          </p:nvSpPr>
          <p:spPr>
            <a:xfrm>
              <a:off x="958267" y="2466130"/>
              <a:ext cx="63784" cy="59400"/>
            </a:xfrm>
            <a:custGeom>
              <a:avLst/>
              <a:gdLst/>
              <a:ahLst/>
              <a:cxnLst/>
              <a:rect l="l" t="t" r="r" b="b"/>
              <a:pathLst>
                <a:path w="1906" h="1775" extrusionOk="0">
                  <a:moveTo>
                    <a:pt x="977" y="429"/>
                  </a:moveTo>
                  <a:lnTo>
                    <a:pt x="1072" y="644"/>
                  </a:lnTo>
                  <a:cubicBezTo>
                    <a:pt x="1096" y="691"/>
                    <a:pt x="1168" y="715"/>
                    <a:pt x="1215" y="739"/>
                  </a:cubicBezTo>
                  <a:lnTo>
                    <a:pt x="1430" y="786"/>
                  </a:lnTo>
                  <a:lnTo>
                    <a:pt x="1239" y="929"/>
                  </a:lnTo>
                  <a:cubicBezTo>
                    <a:pt x="1192" y="953"/>
                    <a:pt x="1192" y="1048"/>
                    <a:pt x="1192" y="1120"/>
                  </a:cubicBezTo>
                  <a:lnTo>
                    <a:pt x="1239" y="1310"/>
                  </a:lnTo>
                  <a:lnTo>
                    <a:pt x="1072" y="1191"/>
                  </a:lnTo>
                  <a:cubicBezTo>
                    <a:pt x="1049" y="1167"/>
                    <a:pt x="1001" y="1167"/>
                    <a:pt x="977" y="1167"/>
                  </a:cubicBezTo>
                  <a:cubicBezTo>
                    <a:pt x="953" y="1167"/>
                    <a:pt x="930" y="1167"/>
                    <a:pt x="882" y="1191"/>
                  </a:cubicBezTo>
                  <a:lnTo>
                    <a:pt x="715" y="1310"/>
                  </a:lnTo>
                  <a:lnTo>
                    <a:pt x="763" y="1120"/>
                  </a:lnTo>
                  <a:cubicBezTo>
                    <a:pt x="811" y="1048"/>
                    <a:pt x="763" y="1001"/>
                    <a:pt x="715" y="929"/>
                  </a:cubicBezTo>
                  <a:lnTo>
                    <a:pt x="525" y="786"/>
                  </a:lnTo>
                  <a:lnTo>
                    <a:pt x="739" y="739"/>
                  </a:lnTo>
                  <a:cubicBezTo>
                    <a:pt x="811" y="739"/>
                    <a:pt x="858" y="691"/>
                    <a:pt x="882" y="644"/>
                  </a:cubicBezTo>
                  <a:lnTo>
                    <a:pt x="977" y="429"/>
                  </a:lnTo>
                  <a:close/>
                  <a:moveTo>
                    <a:pt x="953" y="1"/>
                  </a:moveTo>
                  <a:cubicBezTo>
                    <a:pt x="834" y="1"/>
                    <a:pt x="739" y="72"/>
                    <a:pt x="668" y="191"/>
                  </a:cubicBezTo>
                  <a:lnTo>
                    <a:pt x="549" y="453"/>
                  </a:lnTo>
                  <a:lnTo>
                    <a:pt x="263" y="477"/>
                  </a:lnTo>
                  <a:cubicBezTo>
                    <a:pt x="144" y="477"/>
                    <a:pt x="48" y="572"/>
                    <a:pt x="25" y="667"/>
                  </a:cubicBezTo>
                  <a:cubicBezTo>
                    <a:pt x="1" y="786"/>
                    <a:pt x="25" y="882"/>
                    <a:pt x="120" y="953"/>
                  </a:cubicBezTo>
                  <a:lnTo>
                    <a:pt x="358" y="1144"/>
                  </a:lnTo>
                  <a:lnTo>
                    <a:pt x="287" y="1429"/>
                  </a:lnTo>
                  <a:cubicBezTo>
                    <a:pt x="263" y="1548"/>
                    <a:pt x="287" y="1644"/>
                    <a:pt x="406" y="1739"/>
                  </a:cubicBezTo>
                  <a:cubicBezTo>
                    <a:pt x="453" y="1763"/>
                    <a:pt x="507" y="1775"/>
                    <a:pt x="560" y="1775"/>
                  </a:cubicBezTo>
                  <a:cubicBezTo>
                    <a:pt x="614" y="1775"/>
                    <a:pt x="668" y="1763"/>
                    <a:pt x="715" y="1739"/>
                  </a:cubicBezTo>
                  <a:lnTo>
                    <a:pt x="953" y="1596"/>
                  </a:lnTo>
                  <a:lnTo>
                    <a:pt x="1192" y="1739"/>
                  </a:lnTo>
                  <a:cubicBezTo>
                    <a:pt x="1239" y="1763"/>
                    <a:pt x="1263" y="1763"/>
                    <a:pt x="1334" y="1763"/>
                  </a:cubicBezTo>
                  <a:cubicBezTo>
                    <a:pt x="1382" y="1763"/>
                    <a:pt x="1454" y="1739"/>
                    <a:pt x="1477" y="1715"/>
                  </a:cubicBezTo>
                  <a:cubicBezTo>
                    <a:pt x="1573" y="1644"/>
                    <a:pt x="1596" y="1525"/>
                    <a:pt x="1596" y="1406"/>
                  </a:cubicBezTo>
                  <a:lnTo>
                    <a:pt x="1549" y="1120"/>
                  </a:lnTo>
                  <a:lnTo>
                    <a:pt x="1787" y="929"/>
                  </a:lnTo>
                  <a:cubicBezTo>
                    <a:pt x="1882" y="882"/>
                    <a:pt x="1906" y="739"/>
                    <a:pt x="1882" y="667"/>
                  </a:cubicBezTo>
                  <a:cubicBezTo>
                    <a:pt x="1835" y="548"/>
                    <a:pt x="1763" y="477"/>
                    <a:pt x="1644" y="477"/>
                  </a:cubicBezTo>
                  <a:lnTo>
                    <a:pt x="1334" y="453"/>
                  </a:lnTo>
                  <a:lnTo>
                    <a:pt x="1215" y="191"/>
                  </a:lnTo>
                  <a:cubicBezTo>
                    <a:pt x="1192" y="72"/>
                    <a:pt x="1072"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8"/>
            <p:cNvSpPr/>
            <p:nvPr/>
          </p:nvSpPr>
          <p:spPr>
            <a:xfrm>
              <a:off x="1030015" y="2466130"/>
              <a:ext cx="63784" cy="59400"/>
            </a:xfrm>
            <a:custGeom>
              <a:avLst/>
              <a:gdLst/>
              <a:ahLst/>
              <a:cxnLst/>
              <a:rect l="l" t="t" r="r" b="b"/>
              <a:pathLst>
                <a:path w="1906" h="1775" extrusionOk="0">
                  <a:moveTo>
                    <a:pt x="977" y="429"/>
                  </a:moveTo>
                  <a:lnTo>
                    <a:pt x="1072" y="644"/>
                  </a:lnTo>
                  <a:cubicBezTo>
                    <a:pt x="1096" y="691"/>
                    <a:pt x="1167" y="739"/>
                    <a:pt x="1215" y="739"/>
                  </a:cubicBezTo>
                  <a:lnTo>
                    <a:pt x="1429" y="786"/>
                  </a:lnTo>
                  <a:lnTo>
                    <a:pt x="1238" y="929"/>
                  </a:lnTo>
                  <a:cubicBezTo>
                    <a:pt x="1191" y="953"/>
                    <a:pt x="1191" y="1048"/>
                    <a:pt x="1191" y="1120"/>
                  </a:cubicBezTo>
                  <a:lnTo>
                    <a:pt x="1238" y="1310"/>
                  </a:lnTo>
                  <a:lnTo>
                    <a:pt x="1072" y="1191"/>
                  </a:lnTo>
                  <a:cubicBezTo>
                    <a:pt x="1036" y="1179"/>
                    <a:pt x="1006" y="1173"/>
                    <a:pt x="977" y="1173"/>
                  </a:cubicBezTo>
                  <a:cubicBezTo>
                    <a:pt x="947" y="1173"/>
                    <a:pt x="917" y="1179"/>
                    <a:pt x="881" y="1191"/>
                  </a:cubicBezTo>
                  <a:lnTo>
                    <a:pt x="715" y="1310"/>
                  </a:lnTo>
                  <a:lnTo>
                    <a:pt x="762" y="1120"/>
                  </a:lnTo>
                  <a:cubicBezTo>
                    <a:pt x="810" y="1048"/>
                    <a:pt x="762" y="1001"/>
                    <a:pt x="715" y="929"/>
                  </a:cubicBezTo>
                  <a:lnTo>
                    <a:pt x="524" y="786"/>
                  </a:lnTo>
                  <a:lnTo>
                    <a:pt x="738" y="739"/>
                  </a:lnTo>
                  <a:cubicBezTo>
                    <a:pt x="810" y="739"/>
                    <a:pt x="857" y="691"/>
                    <a:pt x="881" y="644"/>
                  </a:cubicBezTo>
                  <a:lnTo>
                    <a:pt x="977" y="429"/>
                  </a:lnTo>
                  <a:close/>
                  <a:moveTo>
                    <a:pt x="953" y="1"/>
                  </a:moveTo>
                  <a:cubicBezTo>
                    <a:pt x="834" y="1"/>
                    <a:pt x="738" y="72"/>
                    <a:pt x="691" y="191"/>
                  </a:cubicBezTo>
                  <a:lnTo>
                    <a:pt x="548" y="453"/>
                  </a:lnTo>
                  <a:lnTo>
                    <a:pt x="262" y="477"/>
                  </a:lnTo>
                  <a:cubicBezTo>
                    <a:pt x="143" y="477"/>
                    <a:pt x="48" y="572"/>
                    <a:pt x="24" y="667"/>
                  </a:cubicBezTo>
                  <a:cubicBezTo>
                    <a:pt x="0" y="786"/>
                    <a:pt x="24" y="882"/>
                    <a:pt x="119" y="953"/>
                  </a:cubicBezTo>
                  <a:lnTo>
                    <a:pt x="357" y="1144"/>
                  </a:lnTo>
                  <a:lnTo>
                    <a:pt x="286" y="1429"/>
                  </a:lnTo>
                  <a:cubicBezTo>
                    <a:pt x="262" y="1548"/>
                    <a:pt x="286" y="1644"/>
                    <a:pt x="405" y="1739"/>
                  </a:cubicBezTo>
                  <a:cubicBezTo>
                    <a:pt x="453" y="1763"/>
                    <a:pt x="506" y="1775"/>
                    <a:pt x="560" y="1775"/>
                  </a:cubicBezTo>
                  <a:cubicBezTo>
                    <a:pt x="613" y="1775"/>
                    <a:pt x="667" y="1763"/>
                    <a:pt x="715" y="1739"/>
                  </a:cubicBezTo>
                  <a:lnTo>
                    <a:pt x="953" y="1596"/>
                  </a:lnTo>
                  <a:lnTo>
                    <a:pt x="1191" y="1739"/>
                  </a:lnTo>
                  <a:cubicBezTo>
                    <a:pt x="1238" y="1763"/>
                    <a:pt x="1262" y="1763"/>
                    <a:pt x="1334" y="1763"/>
                  </a:cubicBezTo>
                  <a:cubicBezTo>
                    <a:pt x="1381" y="1763"/>
                    <a:pt x="1453" y="1739"/>
                    <a:pt x="1477" y="1715"/>
                  </a:cubicBezTo>
                  <a:cubicBezTo>
                    <a:pt x="1572" y="1644"/>
                    <a:pt x="1596" y="1525"/>
                    <a:pt x="1596" y="1406"/>
                  </a:cubicBezTo>
                  <a:lnTo>
                    <a:pt x="1548" y="1120"/>
                  </a:lnTo>
                  <a:lnTo>
                    <a:pt x="1786" y="929"/>
                  </a:lnTo>
                  <a:cubicBezTo>
                    <a:pt x="1881" y="882"/>
                    <a:pt x="1905" y="739"/>
                    <a:pt x="1881" y="667"/>
                  </a:cubicBezTo>
                  <a:cubicBezTo>
                    <a:pt x="1834" y="548"/>
                    <a:pt x="1762" y="477"/>
                    <a:pt x="1643" y="477"/>
                  </a:cubicBezTo>
                  <a:lnTo>
                    <a:pt x="1334" y="453"/>
                  </a:lnTo>
                  <a:lnTo>
                    <a:pt x="1215" y="191"/>
                  </a:lnTo>
                  <a:cubicBezTo>
                    <a:pt x="1191" y="72"/>
                    <a:pt x="1072"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8"/>
            <p:cNvSpPr/>
            <p:nvPr/>
          </p:nvSpPr>
          <p:spPr>
            <a:xfrm>
              <a:off x="743090" y="2466130"/>
              <a:ext cx="63818" cy="60806"/>
            </a:xfrm>
            <a:custGeom>
              <a:avLst/>
              <a:gdLst/>
              <a:ahLst/>
              <a:cxnLst/>
              <a:rect l="l" t="t" r="r" b="b"/>
              <a:pathLst>
                <a:path w="1907" h="1817" extrusionOk="0">
                  <a:moveTo>
                    <a:pt x="977" y="429"/>
                  </a:moveTo>
                  <a:lnTo>
                    <a:pt x="1073" y="644"/>
                  </a:lnTo>
                  <a:cubicBezTo>
                    <a:pt x="1096" y="691"/>
                    <a:pt x="1168" y="715"/>
                    <a:pt x="1215" y="739"/>
                  </a:cubicBezTo>
                  <a:lnTo>
                    <a:pt x="1430" y="786"/>
                  </a:lnTo>
                  <a:lnTo>
                    <a:pt x="1239" y="929"/>
                  </a:lnTo>
                  <a:cubicBezTo>
                    <a:pt x="1192" y="953"/>
                    <a:pt x="1192" y="1048"/>
                    <a:pt x="1192" y="1120"/>
                  </a:cubicBezTo>
                  <a:lnTo>
                    <a:pt x="1239" y="1310"/>
                  </a:lnTo>
                  <a:lnTo>
                    <a:pt x="1073" y="1191"/>
                  </a:lnTo>
                  <a:cubicBezTo>
                    <a:pt x="1049" y="1167"/>
                    <a:pt x="1001" y="1167"/>
                    <a:pt x="977" y="1167"/>
                  </a:cubicBezTo>
                  <a:cubicBezTo>
                    <a:pt x="953" y="1167"/>
                    <a:pt x="930" y="1167"/>
                    <a:pt x="882" y="1191"/>
                  </a:cubicBezTo>
                  <a:lnTo>
                    <a:pt x="715" y="1310"/>
                  </a:lnTo>
                  <a:lnTo>
                    <a:pt x="763" y="1120"/>
                  </a:lnTo>
                  <a:cubicBezTo>
                    <a:pt x="811" y="1048"/>
                    <a:pt x="763" y="1001"/>
                    <a:pt x="715" y="929"/>
                  </a:cubicBezTo>
                  <a:lnTo>
                    <a:pt x="525" y="786"/>
                  </a:lnTo>
                  <a:lnTo>
                    <a:pt x="739" y="739"/>
                  </a:lnTo>
                  <a:cubicBezTo>
                    <a:pt x="811" y="739"/>
                    <a:pt x="858" y="691"/>
                    <a:pt x="882" y="644"/>
                  </a:cubicBezTo>
                  <a:lnTo>
                    <a:pt x="977" y="429"/>
                  </a:lnTo>
                  <a:close/>
                  <a:moveTo>
                    <a:pt x="953" y="1"/>
                  </a:moveTo>
                  <a:cubicBezTo>
                    <a:pt x="834" y="1"/>
                    <a:pt x="739" y="72"/>
                    <a:pt x="668" y="191"/>
                  </a:cubicBezTo>
                  <a:lnTo>
                    <a:pt x="549" y="453"/>
                  </a:lnTo>
                  <a:lnTo>
                    <a:pt x="263" y="477"/>
                  </a:lnTo>
                  <a:cubicBezTo>
                    <a:pt x="144" y="477"/>
                    <a:pt x="49" y="572"/>
                    <a:pt x="25" y="667"/>
                  </a:cubicBezTo>
                  <a:cubicBezTo>
                    <a:pt x="1" y="786"/>
                    <a:pt x="25" y="882"/>
                    <a:pt x="120" y="953"/>
                  </a:cubicBezTo>
                  <a:lnTo>
                    <a:pt x="358" y="1144"/>
                  </a:lnTo>
                  <a:lnTo>
                    <a:pt x="287" y="1429"/>
                  </a:lnTo>
                  <a:cubicBezTo>
                    <a:pt x="263" y="1548"/>
                    <a:pt x="287" y="1644"/>
                    <a:pt x="406" y="1739"/>
                  </a:cubicBezTo>
                  <a:cubicBezTo>
                    <a:pt x="477" y="1763"/>
                    <a:pt x="525" y="1787"/>
                    <a:pt x="549" y="1787"/>
                  </a:cubicBezTo>
                  <a:cubicBezTo>
                    <a:pt x="620" y="1787"/>
                    <a:pt x="644" y="1787"/>
                    <a:pt x="715" y="1763"/>
                  </a:cubicBezTo>
                  <a:lnTo>
                    <a:pt x="953" y="1620"/>
                  </a:lnTo>
                  <a:lnTo>
                    <a:pt x="1192" y="1763"/>
                  </a:lnTo>
                  <a:cubicBezTo>
                    <a:pt x="1227" y="1799"/>
                    <a:pt x="1275" y="1816"/>
                    <a:pt x="1326" y="1816"/>
                  </a:cubicBezTo>
                  <a:cubicBezTo>
                    <a:pt x="1376" y="1816"/>
                    <a:pt x="1430" y="1799"/>
                    <a:pt x="1477" y="1763"/>
                  </a:cubicBezTo>
                  <a:cubicBezTo>
                    <a:pt x="1573" y="1715"/>
                    <a:pt x="1596" y="1596"/>
                    <a:pt x="1596" y="1477"/>
                  </a:cubicBezTo>
                  <a:lnTo>
                    <a:pt x="1549" y="1167"/>
                  </a:lnTo>
                  <a:lnTo>
                    <a:pt x="1787" y="1001"/>
                  </a:lnTo>
                  <a:cubicBezTo>
                    <a:pt x="1882" y="882"/>
                    <a:pt x="1906" y="739"/>
                    <a:pt x="1882" y="667"/>
                  </a:cubicBezTo>
                  <a:cubicBezTo>
                    <a:pt x="1835" y="548"/>
                    <a:pt x="1739" y="477"/>
                    <a:pt x="1644" y="477"/>
                  </a:cubicBezTo>
                  <a:lnTo>
                    <a:pt x="1335" y="453"/>
                  </a:lnTo>
                  <a:lnTo>
                    <a:pt x="1215" y="191"/>
                  </a:lnTo>
                  <a:cubicBezTo>
                    <a:pt x="1192" y="72"/>
                    <a:pt x="1073"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7" name="Google Shape;4497;p58"/>
          <p:cNvGrpSpPr/>
          <p:nvPr/>
        </p:nvGrpSpPr>
        <p:grpSpPr>
          <a:xfrm>
            <a:off x="755071" y="1483775"/>
            <a:ext cx="318018" cy="398903"/>
            <a:chOff x="755071" y="1719000"/>
            <a:chExt cx="318018" cy="398903"/>
          </a:xfrm>
        </p:grpSpPr>
        <p:sp>
          <p:nvSpPr>
            <p:cNvPr id="4498" name="Google Shape;4498;p58"/>
            <p:cNvSpPr/>
            <p:nvPr/>
          </p:nvSpPr>
          <p:spPr>
            <a:xfrm>
              <a:off x="755071" y="1719000"/>
              <a:ext cx="318018" cy="398903"/>
            </a:xfrm>
            <a:custGeom>
              <a:avLst/>
              <a:gdLst/>
              <a:ahLst/>
              <a:cxnLst/>
              <a:rect l="l" t="t" r="r" b="b"/>
              <a:pathLst>
                <a:path w="9503" h="11920" extrusionOk="0">
                  <a:moveTo>
                    <a:pt x="5438" y="432"/>
                  </a:moveTo>
                  <a:cubicBezTo>
                    <a:pt x="5554" y="432"/>
                    <a:pt x="5668" y="474"/>
                    <a:pt x="5739" y="560"/>
                  </a:cubicBezTo>
                  <a:cubicBezTo>
                    <a:pt x="5888" y="727"/>
                    <a:pt x="6094" y="822"/>
                    <a:pt x="6302" y="822"/>
                  </a:cubicBezTo>
                  <a:cubicBezTo>
                    <a:pt x="6361" y="822"/>
                    <a:pt x="6420" y="814"/>
                    <a:pt x="6478" y="798"/>
                  </a:cubicBezTo>
                  <a:cubicBezTo>
                    <a:pt x="6500" y="796"/>
                    <a:pt x="6521" y="795"/>
                    <a:pt x="6543" y="795"/>
                  </a:cubicBezTo>
                  <a:cubicBezTo>
                    <a:pt x="6735" y="795"/>
                    <a:pt x="6916" y="887"/>
                    <a:pt x="7002" y="1037"/>
                  </a:cubicBezTo>
                  <a:cubicBezTo>
                    <a:pt x="7121" y="1298"/>
                    <a:pt x="7359" y="1465"/>
                    <a:pt x="7621" y="1489"/>
                  </a:cubicBezTo>
                  <a:cubicBezTo>
                    <a:pt x="7835" y="1513"/>
                    <a:pt x="7978" y="1680"/>
                    <a:pt x="8002" y="1894"/>
                  </a:cubicBezTo>
                  <a:cubicBezTo>
                    <a:pt x="8026" y="2156"/>
                    <a:pt x="8216" y="2394"/>
                    <a:pt x="8454" y="2513"/>
                  </a:cubicBezTo>
                  <a:cubicBezTo>
                    <a:pt x="8621" y="2608"/>
                    <a:pt x="8740" y="2799"/>
                    <a:pt x="8692" y="3013"/>
                  </a:cubicBezTo>
                  <a:cubicBezTo>
                    <a:pt x="8621" y="3275"/>
                    <a:pt x="8716" y="3585"/>
                    <a:pt x="8931" y="3751"/>
                  </a:cubicBezTo>
                  <a:cubicBezTo>
                    <a:pt x="9073" y="3894"/>
                    <a:pt x="9097" y="4109"/>
                    <a:pt x="9026" y="4299"/>
                  </a:cubicBezTo>
                  <a:cubicBezTo>
                    <a:pt x="8859" y="4537"/>
                    <a:pt x="8859" y="4823"/>
                    <a:pt x="9026" y="5061"/>
                  </a:cubicBezTo>
                  <a:cubicBezTo>
                    <a:pt x="9097" y="5252"/>
                    <a:pt x="9073" y="5490"/>
                    <a:pt x="8931" y="5609"/>
                  </a:cubicBezTo>
                  <a:cubicBezTo>
                    <a:pt x="8716" y="5776"/>
                    <a:pt x="8621" y="6085"/>
                    <a:pt x="8692" y="6347"/>
                  </a:cubicBezTo>
                  <a:cubicBezTo>
                    <a:pt x="8716" y="6561"/>
                    <a:pt x="8621" y="6776"/>
                    <a:pt x="8454" y="6847"/>
                  </a:cubicBezTo>
                  <a:cubicBezTo>
                    <a:pt x="8216" y="6966"/>
                    <a:pt x="8026" y="7204"/>
                    <a:pt x="8002" y="7466"/>
                  </a:cubicBezTo>
                  <a:cubicBezTo>
                    <a:pt x="7978" y="7681"/>
                    <a:pt x="7835" y="7824"/>
                    <a:pt x="7621" y="7871"/>
                  </a:cubicBezTo>
                  <a:cubicBezTo>
                    <a:pt x="7359" y="7895"/>
                    <a:pt x="7121" y="8062"/>
                    <a:pt x="7002" y="8324"/>
                  </a:cubicBezTo>
                  <a:cubicBezTo>
                    <a:pt x="6921" y="8465"/>
                    <a:pt x="6754" y="8572"/>
                    <a:pt x="6574" y="8572"/>
                  </a:cubicBezTo>
                  <a:cubicBezTo>
                    <a:pt x="6542" y="8572"/>
                    <a:pt x="6510" y="8569"/>
                    <a:pt x="6478" y="8562"/>
                  </a:cubicBezTo>
                  <a:cubicBezTo>
                    <a:pt x="6420" y="8546"/>
                    <a:pt x="6361" y="8538"/>
                    <a:pt x="6302" y="8538"/>
                  </a:cubicBezTo>
                  <a:cubicBezTo>
                    <a:pt x="6094" y="8538"/>
                    <a:pt x="5888" y="8633"/>
                    <a:pt x="5739" y="8800"/>
                  </a:cubicBezTo>
                  <a:cubicBezTo>
                    <a:pt x="5654" y="8886"/>
                    <a:pt x="5542" y="8929"/>
                    <a:pt x="5431" y="8929"/>
                  </a:cubicBezTo>
                  <a:cubicBezTo>
                    <a:pt x="5356" y="8929"/>
                    <a:pt x="5282" y="8910"/>
                    <a:pt x="5216" y="8871"/>
                  </a:cubicBezTo>
                  <a:cubicBezTo>
                    <a:pt x="5096" y="8824"/>
                    <a:pt x="4930" y="8800"/>
                    <a:pt x="4811" y="8800"/>
                  </a:cubicBezTo>
                  <a:cubicBezTo>
                    <a:pt x="4668" y="8800"/>
                    <a:pt x="4549" y="8824"/>
                    <a:pt x="4430" y="8871"/>
                  </a:cubicBezTo>
                  <a:cubicBezTo>
                    <a:pt x="4363" y="8910"/>
                    <a:pt x="4285" y="8929"/>
                    <a:pt x="4207" y="8929"/>
                  </a:cubicBezTo>
                  <a:cubicBezTo>
                    <a:pt x="4091" y="8929"/>
                    <a:pt x="3977" y="8886"/>
                    <a:pt x="3906" y="8800"/>
                  </a:cubicBezTo>
                  <a:cubicBezTo>
                    <a:pt x="3757" y="8633"/>
                    <a:pt x="3551" y="8538"/>
                    <a:pt x="3332" y="8538"/>
                  </a:cubicBezTo>
                  <a:cubicBezTo>
                    <a:pt x="3270" y="8538"/>
                    <a:pt x="3207" y="8546"/>
                    <a:pt x="3144" y="8562"/>
                  </a:cubicBezTo>
                  <a:cubicBezTo>
                    <a:pt x="3124" y="8564"/>
                    <a:pt x="3105" y="8565"/>
                    <a:pt x="3085" y="8565"/>
                  </a:cubicBezTo>
                  <a:cubicBezTo>
                    <a:pt x="2911" y="8565"/>
                    <a:pt x="2729" y="8473"/>
                    <a:pt x="2644" y="8324"/>
                  </a:cubicBezTo>
                  <a:cubicBezTo>
                    <a:pt x="2524" y="8062"/>
                    <a:pt x="2286" y="7895"/>
                    <a:pt x="2024" y="7871"/>
                  </a:cubicBezTo>
                  <a:cubicBezTo>
                    <a:pt x="1810" y="7847"/>
                    <a:pt x="1667" y="7681"/>
                    <a:pt x="1643" y="7466"/>
                  </a:cubicBezTo>
                  <a:cubicBezTo>
                    <a:pt x="1596" y="7204"/>
                    <a:pt x="1429" y="6966"/>
                    <a:pt x="1191" y="6847"/>
                  </a:cubicBezTo>
                  <a:cubicBezTo>
                    <a:pt x="1000" y="6752"/>
                    <a:pt x="881" y="6561"/>
                    <a:pt x="953" y="6347"/>
                  </a:cubicBezTo>
                  <a:cubicBezTo>
                    <a:pt x="1000" y="6085"/>
                    <a:pt x="929" y="5776"/>
                    <a:pt x="715" y="5609"/>
                  </a:cubicBezTo>
                  <a:cubicBezTo>
                    <a:pt x="572" y="5466"/>
                    <a:pt x="524" y="5252"/>
                    <a:pt x="619" y="5061"/>
                  </a:cubicBezTo>
                  <a:cubicBezTo>
                    <a:pt x="762" y="4823"/>
                    <a:pt x="762" y="4537"/>
                    <a:pt x="619" y="4299"/>
                  </a:cubicBezTo>
                  <a:cubicBezTo>
                    <a:pt x="524" y="4109"/>
                    <a:pt x="572" y="3870"/>
                    <a:pt x="715" y="3751"/>
                  </a:cubicBezTo>
                  <a:cubicBezTo>
                    <a:pt x="929" y="3585"/>
                    <a:pt x="1000" y="3275"/>
                    <a:pt x="953" y="3013"/>
                  </a:cubicBezTo>
                  <a:cubicBezTo>
                    <a:pt x="929" y="2799"/>
                    <a:pt x="1000" y="2584"/>
                    <a:pt x="1191" y="2513"/>
                  </a:cubicBezTo>
                  <a:cubicBezTo>
                    <a:pt x="1429" y="2394"/>
                    <a:pt x="1596" y="2156"/>
                    <a:pt x="1643" y="1894"/>
                  </a:cubicBezTo>
                  <a:cubicBezTo>
                    <a:pt x="1667" y="1680"/>
                    <a:pt x="1810" y="1537"/>
                    <a:pt x="2024" y="1489"/>
                  </a:cubicBezTo>
                  <a:cubicBezTo>
                    <a:pt x="2286" y="1465"/>
                    <a:pt x="2524" y="1298"/>
                    <a:pt x="2644" y="1037"/>
                  </a:cubicBezTo>
                  <a:cubicBezTo>
                    <a:pt x="2724" y="895"/>
                    <a:pt x="2891" y="788"/>
                    <a:pt x="3056" y="788"/>
                  </a:cubicBezTo>
                  <a:cubicBezTo>
                    <a:pt x="3086" y="788"/>
                    <a:pt x="3115" y="791"/>
                    <a:pt x="3144" y="798"/>
                  </a:cubicBezTo>
                  <a:cubicBezTo>
                    <a:pt x="3207" y="814"/>
                    <a:pt x="3270" y="822"/>
                    <a:pt x="3332" y="822"/>
                  </a:cubicBezTo>
                  <a:cubicBezTo>
                    <a:pt x="3551" y="822"/>
                    <a:pt x="3757" y="727"/>
                    <a:pt x="3906" y="560"/>
                  </a:cubicBezTo>
                  <a:cubicBezTo>
                    <a:pt x="3991" y="474"/>
                    <a:pt x="4103" y="432"/>
                    <a:pt x="4214" y="432"/>
                  </a:cubicBezTo>
                  <a:cubicBezTo>
                    <a:pt x="4289" y="432"/>
                    <a:pt x="4363" y="451"/>
                    <a:pt x="4430" y="489"/>
                  </a:cubicBezTo>
                  <a:cubicBezTo>
                    <a:pt x="4549" y="560"/>
                    <a:pt x="4686" y="596"/>
                    <a:pt x="4823" y="596"/>
                  </a:cubicBezTo>
                  <a:cubicBezTo>
                    <a:pt x="4960" y="596"/>
                    <a:pt x="5096" y="560"/>
                    <a:pt x="5216" y="489"/>
                  </a:cubicBezTo>
                  <a:cubicBezTo>
                    <a:pt x="5282" y="451"/>
                    <a:pt x="5360" y="432"/>
                    <a:pt x="5438" y="432"/>
                  </a:cubicBezTo>
                  <a:close/>
                  <a:moveTo>
                    <a:pt x="7502" y="8228"/>
                  </a:moveTo>
                  <a:lnTo>
                    <a:pt x="8597" y="10586"/>
                  </a:lnTo>
                  <a:lnTo>
                    <a:pt x="7621" y="10515"/>
                  </a:lnTo>
                  <a:cubicBezTo>
                    <a:pt x="7549" y="10515"/>
                    <a:pt x="7502" y="10538"/>
                    <a:pt x="7478" y="10586"/>
                  </a:cubicBezTo>
                  <a:lnTo>
                    <a:pt x="6906" y="11372"/>
                  </a:lnTo>
                  <a:lnTo>
                    <a:pt x="5835" y="9181"/>
                  </a:lnTo>
                  <a:cubicBezTo>
                    <a:pt x="5882" y="9157"/>
                    <a:pt x="5954" y="9086"/>
                    <a:pt x="5978" y="9062"/>
                  </a:cubicBezTo>
                  <a:cubicBezTo>
                    <a:pt x="6071" y="8968"/>
                    <a:pt x="6180" y="8904"/>
                    <a:pt x="6303" y="8904"/>
                  </a:cubicBezTo>
                  <a:cubicBezTo>
                    <a:pt x="6336" y="8904"/>
                    <a:pt x="6371" y="8909"/>
                    <a:pt x="6406" y="8919"/>
                  </a:cubicBezTo>
                  <a:cubicBezTo>
                    <a:pt x="6454" y="8919"/>
                    <a:pt x="6478" y="8919"/>
                    <a:pt x="6549" y="8943"/>
                  </a:cubicBezTo>
                  <a:lnTo>
                    <a:pt x="6954" y="9776"/>
                  </a:lnTo>
                  <a:cubicBezTo>
                    <a:pt x="7002" y="9824"/>
                    <a:pt x="7049" y="9872"/>
                    <a:pt x="7121" y="9872"/>
                  </a:cubicBezTo>
                  <a:cubicBezTo>
                    <a:pt x="7144" y="9872"/>
                    <a:pt x="7168" y="9872"/>
                    <a:pt x="7192" y="9824"/>
                  </a:cubicBezTo>
                  <a:cubicBezTo>
                    <a:pt x="7287" y="9800"/>
                    <a:pt x="7311" y="9681"/>
                    <a:pt x="7287" y="9586"/>
                  </a:cubicBezTo>
                  <a:lnTo>
                    <a:pt x="6906" y="8824"/>
                  </a:lnTo>
                  <a:cubicBezTo>
                    <a:pt x="7073" y="8729"/>
                    <a:pt x="7192" y="8609"/>
                    <a:pt x="7287" y="8443"/>
                  </a:cubicBezTo>
                  <a:cubicBezTo>
                    <a:pt x="7311" y="8348"/>
                    <a:pt x="7406" y="8276"/>
                    <a:pt x="7502" y="8228"/>
                  </a:cubicBezTo>
                  <a:close/>
                  <a:moveTo>
                    <a:pt x="2120" y="8324"/>
                  </a:moveTo>
                  <a:cubicBezTo>
                    <a:pt x="2191" y="8371"/>
                    <a:pt x="2263" y="8443"/>
                    <a:pt x="2286" y="8514"/>
                  </a:cubicBezTo>
                  <a:cubicBezTo>
                    <a:pt x="2382" y="8705"/>
                    <a:pt x="2524" y="8848"/>
                    <a:pt x="2667" y="8919"/>
                  </a:cubicBezTo>
                  <a:lnTo>
                    <a:pt x="2310" y="9681"/>
                  </a:lnTo>
                  <a:cubicBezTo>
                    <a:pt x="2286" y="9776"/>
                    <a:pt x="2310" y="9872"/>
                    <a:pt x="2405" y="9919"/>
                  </a:cubicBezTo>
                  <a:cubicBezTo>
                    <a:pt x="2429" y="9919"/>
                    <a:pt x="2453" y="9943"/>
                    <a:pt x="2501" y="9943"/>
                  </a:cubicBezTo>
                  <a:cubicBezTo>
                    <a:pt x="2548" y="9943"/>
                    <a:pt x="2620" y="9919"/>
                    <a:pt x="2644" y="9872"/>
                  </a:cubicBezTo>
                  <a:lnTo>
                    <a:pt x="3048" y="9038"/>
                  </a:lnTo>
                  <a:cubicBezTo>
                    <a:pt x="3096" y="9038"/>
                    <a:pt x="3144" y="9038"/>
                    <a:pt x="3167" y="8991"/>
                  </a:cubicBezTo>
                  <a:cubicBezTo>
                    <a:pt x="3189" y="8987"/>
                    <a:pt x="3210" y="8986"/>
                    <a:pt x="3231" y="8986"/>
                  </a:cubicBezTo>
                  <a:cubicBezTo>
                    <a:pt x="3371" y="8986"/>
                    <a:pt x="3492" y="9054"/>
                    <a:pt x="3596" y="9157"/>
                  </a:cubicBezTo>
                  <a:cubicBezTo>
                    <a:pt x="3668" y="9205"/>
                    <a:pt x="3691" y="9229"/>
                    <a:pt x="3739" y="9276"/>
                  </a:cubicBezTo>
                  <a:lnTo>
                    <a:pt x="2667" y="11420"/>
                  </a:lnTo>
                  <a:lnTo>
                    <a:pt x="2120" y="10610"/>
                  </a:lnTo>
                  <a:cubicBezTo>
                    <a:pt x="2084" y="10556"/>
                    <a:pt x="2048" y="10530"/>
                    <a:pt x="2002" y="10530"/>
                  </a:cubicBezTo>
                  <a:cubicBezTo>
                    <a:pt x="1987" y="10530"/>
                    <a:pt x="1971" y="10532"/>
                    <a:pt x="1953" y="10538"/>
                  </a:cubicBezTo>
                  <a:lnTo>
                    <a:pt x="977" y="10610"/>
                  </a:lnTo>
                  <a:lnTo>
                    <a:pt x="2120" y="8324"/>
                  </a:lnTo>
                  <a:close/>
                  <a:moveTo>
                    <a:pt x="4129" y="0"/>
                  </a:moveTo>
                  <a:cubicBezTo>
                    <a:pt x="3917" y="0"/>
                    <a:pt x="3710" y="89"/>
                    <a:pt x="3548" y="251"/>
                  </a:cubicBezTo>
                  <a:cubicBezTo>
                    <a:pt x="3429" y="350"/>
                    <a:pt x="3310" y="399"/>
                    <a:pt x="3191" y="399"/>
                  </a:cubicBezTo>
                  <a:cubicBezTo>
                    <a:pt x="3167" y="399"/>
                    <a:pt x="3144" y="397"/>
                    <a:pt x="3120" y="394"/>
                  </a:cubicBezTo>
                  <a:cubicBezTo>
                    <a:pt x="3080" y="388"/>
                    <a:pt x="3039" y="386"/>
                    <a:pt x="2999" y="386"/>
                  </a:cubicBezTo>
                  <a:cubicBezTo>
                    <a:pt x="2684" y="386"/>
                    <a:pt x="2384" y="550"/>
                    <a:pt x="2215" y="846"/>
                  </a:cubicBezTo>
                  <a:cubicBezTo>
                    <a:pt x="2167" y="989"/>
                    <a:pt x="2024" y="1084"/>
                    <a:pt x="1858" y="1108"/>
                  </a:cubicBezTo>
                  <a:cubicBezTo>
                    <a:pt x="1500" y="1132"/>
                    <a:pt x="1215" y="1441"/>
                    <a:pt x="1191" y="1799"/>
                  </a:cubicBezTo>
                  <a:cubicBezTo>
                    <a:pt x="1167" y="1941"/>
                    <a:pt x="1072" y="2084"/>
                    <a:pt x="905" y="2156"/>
                  </a:cubicBezTo>
                  <a:cubicBezTo>
                    <a:pt x="595" y="2299"/>
                    <a:pt x="405" y="2656"/>
                    <a:pt x="476" y="3037"/>
                  </a:cubicBezTo>
                  <a:cubicBezTo>
                    <a:pt x="500" y="3204"/>
                    <a:pt x="429" y="3347"/>
                    <a:pt x="310" y="3466"/>
                  </a:cubicBezTo>
                  <a:cubicBezTo>
                    <a:pt x="48" y="3704"/>
                    <a:pt x="0" y="4109"/>
                    <a:pt x="167" y="4442"/>
                  </a:cubicBezTo>
                  <a:cubicBezTo>
                    <a:pt x="262" y="4585"/>
                    <a:pt x="262" y="4752"/>
                    <a:pt x="167" y="4894"/>
                  </a:cubicBezTo>
                  <a:cubicBezTo>
                    <a:pt x="0" y="5228"/>
                    <a:pt x="48" y="5609"/>
                    <a:pt x="310" y="5871"/>
                  </a:cubicBezTo>
                  <a:cubicBezTo>
                    <a:pt x="429" y="5990"/>
                    <a:pt x="500" y="6133"/>
                    <a:pt x="476" y="6299"/>
                  </a:cubicBezTo>
                  <a:cubicBezTo>
                    <a:pt x="405" y="6657"/>
                    <a:pt x="595" y="7014"/>
                    <a:pt x="905" y="7181"/>
                  </a:cubicBezTo>
                  <a:cubicBezTo>
                    <a:pt x="1072" y="7252"/>
                    <a:pt x="1143" y="7395"/>
                    <a:pt x="1191" y="7538"/>
                  </a:cubicBezTo>
                  <a:cubicBezTo>
                    <a:pt x="1215" y="7847"/>
                    <a:pt x="1429" y="8109"/>
                    <a:pt x="1691" y="8205"/>
                  </a:cubicBezTo>
                  <a:lnTo>
                    <a:pt x="476" y="10705"/>
                  </a:lnTo>
                  <a:cubicBezTo>
                    <a:pt x="453" y="10753"/>
                    <a:pt x="453" y="10824"/>
                    <a:pt x="476" y="10872"/>
                  </a:cubicBezTo>
                  <a:cubicBezTo>
                    <a:pt x="500" y="10943"/>
                    <a:pt x="572" y="10967"/>
                    <a:pt x="619" y="10967"/>
                  </a:cubicBezTo>
                  <a:lnTo>
                    <a:pt x="1810" y="10896"/>
                  </a:lnTo>
                  <a:lnTo>
                    <a:pt x="2501" y="11848"/>
                  </a:lnTo>
                  <a:cubicBezTo>
                    <a:pt x="2524" y="11920"/>
                    <a:pt x="2572" y="11920"/>
                    <a:pt x="2644" y="11920"/>
                  </a:cubicBezTo>
                  <a:cubicBezTo>
                    <a:pt x="2715" y="11920"/>
                    <a:pt x="2763" y="11896"/>
                    <a:pt x="2786" y="11824"/>
                  </a:cubicBezTo>
                  <a:lnTo>
                    <a:pt x="4001" y="9324"/>
                  </a:lnTo>
                  <a:cubicBezTo>
                    <a:pt x="4040" y="9330"/>
                    <a:pt x="4080" y="9333"/>
                    <a:pt x="4119" y="9333"/>
                  </a:cubicBezTo>
                  <a:cubicBezTo>
                    <a:pt x="4245" y="9333"/>
                    <a:pt x="4368" y="9301"/>
                    <a:pt x="4477" y="9229"/>
                  </a:cubicBezTo>
                  <a:cubicBezTo>
                    <a:pt x="4561" y="9181"/>
                    <a:pt x="4638" y="9157"/>
                    <a:pt x="4712" y="9157"/>
                  </a:cubicBezTo>
                  <a:cubicBezTo>
                    <a:pt x="4787" y="9157"/>
                    <a:pt x="4858" y="9181"/>
                    <a:pt x="4930" y="9229"/>
                  </a:cubicBezTo>
                  <a:cubicBezTo>
                    <a:pt x="5049" y="9300"/>
                    <a:pt x="5192" y="9324"/>
                    <a:pt x="5311" y="9324"/>
                  </a:cubicBezTo>
                  <a:lnTo>
                    <a:pt x="5406" y="9324"/>
                  </a:lnTo>
                  <a:lnTo>
                    <a:pt x="6621" y="11824"/>
                  </a:lnTo>
                  <a:cubicBezTo>
                    <a:pt x="6668" y="11896"/>
                    <a:pt x="6716" y="11920"/>
                    <a:pt x="6787" y="11920"/>
                  </a:cubicBezTo>
                  <a:cubicBezTo>
                    <a:pt x="6835" y="11920"/>
                    <a:pt x="6906" y="11896"/>
                    <a:pt x="6930" y="11848"/>
                  </a:cubicBezTo>
                  <a:lnTo>
                    <a:pt x="7621" y="10896"/>
                  </a:lnTo>
                  <a:lnTo>
                    <a:pt x="8811" y="10967"/>
                  </a:lnTo>
                  <a:cubicBezTo>
                    <a:pt x="8859" y="10967"/>
                    <a:pt x="8931" y="10943"/>
                    <a:pt x="8954" y="10872"/>
                  </a:cubicBezTo>
                  <a:cubicBezTo>
                    <a:pt x="8978" y="10824"/>
                    <a:pt x="8978" y="10753"/>
                    <a:pt x="8954" y="10705"/>
                  </a:cubicBezTo>
                  <a:lnTo>
                    <a:pt x="7740" y="8157"/>
                  </a:lnTo>
                  <a:cubicBezTo>
                    <a:pt x="8002" y="8086"/>
                    <a:pt x="8216" y="7800"/>
                    <a:pt x="8240" y="7514"/>
                  </a:cubicBezTo>
                  <a:cubicBezTo>
                    <a:pt x="8264" y="7371"/>
                    <a:pt x="8359" y="7204"/>
                    <a:pt x="8502" y="7157"/>
                  </a:cubicBezTo>
                  <a:cubicBezTo>
                    <a:pt x="8835" y="7014"/>
                    <a:pt x="9002" y="6657"/>
                    <a:pt x="8954" y="6252"/>
                  </a:cubicBezTo>
                  <a:cubicBezTo>
                    <a:pt x="8931" y="6109"/>
                    <a:pt x="8978" y="5966"/>
                    <a:pt x="9097" y="5847"/>
                  </a:cubicBezTo>
                  <a:cubicBezTo>
                    <a:pt x="9359" y="5609"/>
                    <a:pt x="9431" y="5180"/>
                    <a:pt x="9240" y="4871"/>
                  </a:cubicBezTo>
                  <a:cubicBezTo>
                    <a:pt x="9264" y="4775"/>
                    <a:pt x="9264" y="4585"/>
                    <a:pt x="9312" y="4442"/>
                  </a:cubicBezTo>
                  <a:cubicBezTo>
                    <a:pt x="9502" y="4109"/>
                    <a:pt x="9431" y="3728"/>
                    <a:pt x="9169" y="3466"/>
                  </a:cubicBezTo>
                  <a:cubicBezTo>
                    <a:pt x="9050" y="3347"/>
                    <a:pt x="8978" y="3204"/>
                    <a:pt x="9026" y="3037"/>
                  </a:cubicBezTo>
                  <a:cubicBezTo>
                    <a:pt x="9073" y="2680"/>
                    <a:pt x="8907" y="2322"/>
                    <a:pt x="8573" y="2156"/>
                  </a:cubicBezTo>
                  <a:cubicBezTo>
                    <a:pt x="8430" y="2084"/>
                    <a:pt x="8335" y="1941"/>
                    <a:pt x="8311" y="1799"/>
                  </a:cubicBezTo>
                  <a:cubicBezTo>
                    <a:pt x="8264" y="1441"/>
                    <a:pt x="7978" y="1132"/>
                    <a:pt x="7621" y="1108"/>
                  </a:cubicBezTo>
                  <a:cubicBezTo>
                    <a:pt x="7478" y="1084"/>
                    <a:pt x="7311" y="989"/>
                    <a:pt x="7264" y="846"/>
                  </a:cubicBezTo>
                  <a:cubicBezTo>
                    <a:pt x="7137" y="550"/>
                    <a:pt x="6822" y="386"/>
                    <a:pt x="6487" y="386"/>
                  </a:cubicBezTo>
                  <a:cubicBezTo>
                    <a:pt x="6444" y="386"/>
                    <a:pt x="6401" y="388"/>
                    <a:pt x="6359" y="394"/>
                  </a:cubicBezTo>
                  <a:cubicBezTo>
                    <a:pt x="6335" y="397"/>
                    <a:pt x="6311" y="399"/>
                    <a:pt x="6287" y="399"/>
                  </a:cubicBezTo>
                  <a:cubicBezTo>
                    <a:pt x="6169" y="399"/>
                    <a:pt x="6053" y="350"/>
                    <a:pt x="5954" y="251"/>
                  </a:cubicBezTo>
                  <a:cubicBezTo>
                    <a:pt x="5807" y="89"/>
                    <a:pt x="5588" y="0"/>
                    <a:pt x="5363" y="0"/>
                  </a:cubicBezTo>
                  <a:cubicBezTo>
                    <a:pt x="5223" y="0"/>
                    <a:pt x="5081" y="35"/>
                    <a:pt x="4954" y="108"/>
                  </a:cubicBezTo>
                  <a:cubicBezTo>
                    <a:pt x="4882" y="143"/>
                    <a:pt x="4811" y="161"/>
                    <a:pt x="4739" y="161"/>
                  </a:cubicBezTo>
                  <a:cubicBezTo>
                    <a:pt x="4668" y="161"/>
                    <a:pt x="4596" y="143"/>
                    <a:pt x="4525" y="108"/>
                  </a:cubicBezTo>
                  <a:cubicBezTo>
                    <a:pt x="4397" y="35"/>
                    <a:pt x="4262" y="0"/>
                    <a:pt x="4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8"/>
            <p:cNvSpPr/>
            <p:nvPr/>
          </p:nvSpPr>
          <p:spPr>
            <a:xfrm>
              <a:off x="834750" y="1786029"/>
              <a:ext cx="172981" cy="163711"/>
            </a:xfrm>
            <a:custGeom>
              <a:avLst/>
              <a:gdLst/>
              <a:ahLst/>
              <a:cxnLst/>
              <a:rect l="l" t="t" r="r" b="b"/>
              <a:pathLst>
                <a:path w="5169" h="4892" extrusionOk="0">
                  <a:moveTo>
                    <a:pt x="3282" y="405"/>
                  </a:moveTo>
                  <a:cubicBezTo>
                    <a:pt x="3298" y="405"/>
                    <a:pt x="3315" y="408"/>
                    <a:pt x="3335" y="415"/>
                  </a:cubicBezTo>
                  <a:cubicBezTo>
                    <a:pt x="3382" y="439"/>
                    <a:pt x="3454" y="510"/>
                    <a:pt x="3430" y="558"/>
                  </a:cubicBezTo>
                  <a:cubicBezTo>
                    <a:pt x="3239" y="1129"/>
                    <a:pt x="2977" y="1510"/>
                    <a:pt x="2977" y="1534"/>
                  </a:cubicBezTo>
                  <a:cubicBezTo>
                    <a:pt x="2954" y="1605"/>
                    <a:pt x="2954" y="1653"/>
                    <a:pt x="2977" y="1725"/>
                  </a:cubicBezTo>
                  <a:cubicBezTo>
                    <a:pt x="3001" y="1772"/>
                    <a:pt x="3073" y="1820"/>
                    <a:pt x="3120" y="1820"/>
                  </a:cubicBezTo>
                  <a:lnTo>
                    <a:pt x="4621" y="1820"/>
                  </a:lnTo>
                  <a:cubicBezTo>
                    <a:pt x="4740" y="1820"/>
                    <a:pt x="4811" y="1891"/>
                    <a:pt x="4811" y="2010"/>
                  </a:cubicBezTo>
                  <a:cubicBezTo>
                    <a:pt x="4811" y="2034"/>
                    <a:pt x="4740" y="2106"/>
                    <a:pt x="4644" y="2106"/>
                  </a:cubicBezTo>
                  <a:lnTo>
                    <a:pt x="4073" y="2106"/>
                  </a:lnTo>
                  <a:cubicBezTo>
                    <a:pt x="3978" y="2106"/>
                    <a:pt x="3906" y="2201"/>
                    <a:pt x="3906" y="2296"/>
                  </a:cubicBezTo>
                  <a:cubicBezTo>
                    <a:pt x="3906" y="2391"/>
                    <a:pt x="3978" y="2463"/>
                    <a:pt x="4073" y="2463"/>
                  </a:cubicBezTo>
                  <a:lnTo>
                    <a:pt x="4430" y="2463"/>
                  </a:lnTo>
                  <a:cubicBezTo>
                    <a:pt x="4549" y="2463"/>
                    <a:pt x="4644" y="2558"/>
                    <a:pt x="4644" y="2677"/>
                  </a:cubicBezTo>
                  <a:cubicBezTo>
                    <a:pt x="4644" y="2796"/>
                    <a:pt x="4549" y="2891"/>
                    <a:pt x="4430" y="2891"/>
                  </a:cubicBezTo>
                  <a:lnTo>
                    <a:pt x="3859" y="2891"/>
                  </a:lnTo>
                  <a:cubicBezTo>
                    <a:pt x="3763" y="2891"/>
                    <a:pt x="3692" y="2963"/>
                    <a:pt x="3692" y="3058"/>
                  </a:cubicBezTo>
                  <a:cubicBezTo>
                    <a:pt x="3692" y="3153"/>
                    <a:pt x="3763" y="3249"/>
                    <a:pt x="3859" y="3249"/>
                  </a:cubicBezTo>
                  <a:lnTo>
                    <a:pt x="4216" y="3249"/>
                  </a:lnTo>
                  <a:cubicBezTo>
                    <a:pt x="4335" y="3249"/>
                    <a:pt x="4430" y="3320"/>
                    <a:pt x="4430" y="3439"/>
                  </a:cubicBezTo>
                  <a:cubicBezTo>
                    <a:pt x="4430" y="3558"/>
                    <a:pt x="4335" y="3654"/>
                    <a:pt x="4216" y="3654"/>
                  </a:cubicBezTo>
                  <a:lnTo>
                    <a:pt x="3716" y="3654"/>
                  </a:lnTo>
                  <a:cubicBezTo>
                    <a:pt x="3620" y="3654"/>
                    <a:pt x="3549" y="3749"/>
                    <a:pt x="3549" y="3844"/>
                  </a:cubicBezTo>
                  <a:cubicBezTo>
                    <a:pt x="3549" y="3915"/>
                    <a:pt x="3620" y="4011"/>
                    <a:pt x="3716" y="4011"/>
                  </a:cubicBezTo>
                  <a:lnTo>
                    <a:pt x="4073" y="4011"/>
                  </a:lnTo>
                  <a:cubicBezTo>
                    <a:pt x="4192" y="4011"/>
                    <a:pt x="4287" y="4106"/>
                    <a:pt x="4287" y="4225"/>
                  </a:cubicBezTo>
                  <a:cubicBezTo>
                    <a:pt x="4287" y="4344"/>
                    <a:pt x="4192" y="4439"/>
                    <a:pt x="4073" y="4439"/>
                  </a:cubicBezTo>
                  <a:lnTo>
                    <a:pt x="1834" y="4439"/>
                  </a:lnTo>
                  <a:lnTo>
                    <a:pt x="1834" y="2725"/>
                  </a:lnTo>
                  <a:cubicBezTo>
                    <a:pt x="1834" y="2653"/>
                    <a:pt x="1763" y="2558"/>
                    <a:pt x="1668" y="2558"/>
                  </a:cubicBezTo>
                  <a:cubicBezTo>
                    <a:pt x="1572" y="2558"/>
                    <a:pt x="1477" y="2653"/>
                    <a:pt x="1477" y="2725"/>
                  </a:cubicBezTo>
                  <a:lnTo>
                    <a:pt x="1477" y="4392"/>
                  </a:lnTo>
                  <a:cubicBezTo>
                    <a:pt x="1477" y="4511"/>
                    <a:pt x="1406" y="4606"/>
                    <a:pt x="1287" y="4606"/>
                  </a:cubicBezTo>
                  <a:lnTo>
                    <a:pt x="525" y="4606"/>
                  </a:lnTo>
                  <a:cubicBezTo>
                    <a:pt x="405" y="4606"/>
                    <a:pt x="334" y="4511"/>
                    <a:pt x="334" y="4392"/>
                  </a:cubicBezTo>
                  <a:lnTo>
                    <a:pt x="334" y="1820"/>
                  </a:lnTo>
                  <a:cubicBezTo>
                    <a:pt x="334" y="1701"/>
                    <a:pt x="405" y="1605"/>
                    <a:pt x="525" y="1605"/>
                  </a:cubicBezTo>
                  <a:lnTo>
                    <a:pt x="1287" y="1605"/>
                  </a:lnTo>
                  <a:cubicBezTo>
                    <a:pt x="1406" y="1605"/>
                    <a:pt x="1477" y="1701"/>
                    <a:pt x="1477" y="1820"/>
                  </a:cubicBezTo>
                  <a:lnTo>
                    <a:pt x="1477" y="1986"/>
                  </a:lnTo>
                  <a:cubicBezTo>
                    <a:pt x="1477" y="2082"/>
                    <a:pt x="1572" y="2177"/>
                    <a:pt x="1668" y="2177"/>
                  </a:cubicBezTo>
                  <a:cubicBezTo>
                    <a:pt x="1763" y="2177"/>
                    <a:pt x="1834" y="2082"/>
                    <a:pt x="1834" y="1986"/>
                  </a:cubicBezTo>
                  <a:lnTo>
                    <a:pt x="1834" y="1772"/>
                  </a:lnTo>
                  <a:lnTo>
                    <a:pt x="1906" y="1772"/>
                  </a:lnTo>
                  <a:cubicBezTo>
                    <a:pt x="2620" y="1510"/>
                    <a:pt x="3001" y="820"/>
                    <a:pt x="3192" y="462"/>
                  </a:cubicBezTo>
                  <a:cubicBezTo>
                    <a:pt x="3209" y="428"/>
                    <a:pt x="3239" y="405"/>
                    <a:pt x="3282" y="405"/>
                  </a:cubicBezTo>
                  <a:close/>
                  <a:moveTo>
                    <a:pt x="3309" y="1"/>
                  </a:moveTo>
                  <a:cubicBezTo>
                    <a:pt x="3133" y="1"/>
                    <a:pt x="2973" y="109"/>
                    <a:pt x="2882" y="272"/>
                  </a:cubicBezTo>
                  <a:cubicBezTo>
                    <a:pt x="2739" y="605"/>
                    <a:pt x="2382" y="1153"/>
                    <a:pt x="1810" y="1391"/>
                  </a:cubicBezTo>
                  <a:lnTo>
                    <a:pt x="1691" y="1391"/>
                  </a:lnTo>
                  <a:cubicBezTo>
                    <a:pt x="1596" y="1272"/>
                    <a:pt x="1453" y="1224"/>
                    <a:pt x="1287" y="1224"/>
                  </a:cubicBezTo>
                  <a:lnTo>
                    <a:pt x="525" y="1224"/>
                  </a:lnTo>
                  <a:cubicBezTo>
                    <a:pt x="239" y="1224"/>
                    <a:pt x="1" y="1463"/>
                    <a:pt x="1" y="1748"/>
                  </a:cubicBezTo>
                  <a:lnTo>
                    <a:pt x="1" y="4344"/>
                  </a:lnTo>
                  <a:cubicBezTo>
                    <a:pt x="1" y="4654"/>
                    <a:pt x="239" y="4892"/>
                    <a:pt x="525" y="4892"/>
                  </a:cubicBezTo>
                  <a:lnTo>
                    <a:pt x="1287" y="4892"/>
                  </a:lnTo>
                  <a:cubicBezTo>
                    <a:pt x="1429" y="4892"/>
                    <a:pt x="1572" y="4820"/>
                    <a:pt x="1691" y="4701"/>
                  </a:cubicBezTo>
                  <a:lnTo>
                    <a:pt x="4073" y="4701"/>
                  </a:lnTo>
                  <a:cubicBezTo>
                    <a:pt x="4382" y="4701"/>
                    <a:pt x="4621" y="4463"/>
                    <a:pt x="4621" y="4177"/>
                  </a:cubicBezTo>
                  <a:cubicBezTo>
                    <a:pt x="4621" y="4082"/>
                    <a:pt x="4573" y="3963"/>
                    <a:pt x="4525" y="3892"/>
                  </a:cubicBezTo>
                  <a:cubicBezTo>
                    <a:pt x="4668" y="3820"/>
                    <a:pt x="4787" y="3630"/>
                    <a:pt x="4787" y="3415"/>
                  </a:cubicBezTo>
                  <a:cubicBezTo>
                    <a:pt x="4787" y="3344"/>
                    <a:pt x="4763" y="3225"/>
                    <a:pt x="4692" y="3153"/>
                  </a:cubicBezTo>
                  <a:cubicBezTo>
                    <a:pt x="4859" y="3058"/>
                    <a:pt x="4978" y="2891"/>
                    <a:pt x="4978" y="2677"/>
                  </a:cubicBezTo>
                  <a:cubicBezTo>
                    <a:pt x="4978" y="2582"/>
                    <a:pt x="4930" y="2463"/>
                    <a:pt x="4883" y="2415"/>
                  </a:cubicBezTo>
                  <a:cubicBezTo>
                    <a:pt x="5097" y="2296"/>
                    <a:pt x="5168" y="2106"/>
                    <a:pt x="5168" y="1939"/>
                  </a:cubicBezTo>
                  <a:cubicBezTo>
                    <a:pt x="5168" y="1629"/>
                    <a:pt x="4930" y="1391"/>
                    <a:pt x="4644" y="1391"/>
                  </a:cubicBezTo>
                  <a:lnTo>
                    <a:pt x="3454" y="1391"/>
                  </a:lnTo>
                  <a:cubicBezTo>
                    <a:pt x="3549" y="1224"/>
                    <a:pt x="3692" y="962"/>
                    <a:pt x="3787" y="629"/>
                  </a:cubicBezTo>
                  <a:cubicBezTo>
                    <a:pt x="3859" y="391"/>
                    <a:pt x="3716" y="129"/>
                    <a:pt x="3477" y="34"/>
                  </a:cubicBezTo>
                  <a:cubicBezTo>
                    <a:pt x="3421" y="11"/>
                    <a:pt x="3364" y="1"/>
                    <a:pt x="33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8"/>
            <p:cNvSpPr/>
            <p:nvPr/>
          </p:nvSpPr>
          <p:spPr>
            <a:xfrm>
              <a:off x="859447" y="1912258"/>
              <a:ext cx="12014" cy="11980"/>
            </a:xfrm>
            <a:custGeom>
              <a:avLst/>
              <a:gdLst/>
              <a:ahLst/>
              <a:cxnLst/>
              <a:rect l="l" t="t" r="r" b="b"/>
              <a:pathLst>
                <a:path w="359" h="358" extrusionOk="0">
                  <a:moveTo>
                    <a:pt x="191" y="1"/>
                  </a:moveTo>
                  <a:cubicBezTo>
                    <a:pt x="96" y="1"/>
                    <a:pt x="1" y="96"/>
                    <a:pt x="1" y="191"/>
                  </a:cubicBezTo>
                  <a:cubicBezTo>
                    <a:pt x="1" y="286"/>
                    <a:pt x="96" y="358"/>
                    <a:pt x="191" y="358"/>
                  </a:cubicBezTo>
                  <a:cubicBezTo>
                    <a:pt x="263" y="358"/>
                    <a:pt x="358" y="286"/>
                    <a:pt x="358" y="191"/>
                  </a:cubicBezTo>
                  <a:cubicBezTo>
                    <a:pt x="358" y="96"/>
                    <a:pt x="263" y="48"/>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1" name="Google Shape;4501;p58"/>
          <p:cNvGrpSpPr/>
          <p:nvPr/>
        </p:nvGrpSpPr>
        <p:grpSpPr>
          <a:xfrm>
            <a:off x="1397389" y="3976217"/>
            <a:ext cx="397731" cy="396090"/>
            <a:chOff x="1397389" y="4211442"/>
            <a:chExt cx="397731" cy="396090"/>
          </a:xfrm>
        </p:grpSpPr>
        <p:sp>
          <p:nvSpPr>
            <p:cNvPr id="4502" name="Google Shape;4502;p58"/>
            <p:cNvSpPr/>
            <p:nvPr/>
          </p:nvSpPr>
          <p:spPr>
            <a:xfrm>
              <a:off x="1430084" y="4321106"/>
              <a:ext cx="365036" cy="286427"/>
            </a:xfrm>
            <a:custGeom>
              <a:avLst/>
              <a:gdLst/>
              <a:ahLst/>
              <a:cxnLst/>
              <a:rect l="l" t="t" r="r" b="b"/>
              <a:pathLst>
                <a:path w="10908" h="8559" extrusionOk="0">
                  <a:moveTo>
                    <a:pt x="10167" y="1"/>
                  </a:moveTo>
                  <a:cubicBezTo>
                    <a:pt x="10144" y="1"/>
                    <a:pt x="10120" y="4"/>
                    <a:pt x="10097" y="9"/>
                  </a:cubicBezTo>
                  <a:cubicBezTo>
                    <a:pt x="10002" y="33"/>
                    <a:pt x="9978" y="152"/>
                    <a:pt x="10002" y="248"/>
                  </a:cubicBezTo>
                  <a:cubicBezTo>
                    <a:pt x="10359" y="986"/>
                    <a:pt x="10550" y="1795"/>
                    <a:pt x="10550" y="2629"/>
                  </a:cubicBezTo>
                  <a:cubicBezTo>
                    <a:pt x="10550" y="4105"/>
                    <a:pt x="9954" y="5511"/>
                    <a:pt x="8907" y="6582"/>
                  </a:cubicBezTo>
                  <a:cubicBezTo>
                    <a:pt x="7859" y="7630"/>
                    <a:pt x="6430" y="8225"/>
                    <a:pt x="4953" y="8225"/>
                  </a:cubicBezTo>
                  <a:cubicBezTo>
                    <a:pt x="4048" y="8225"/>
                    <a:pt x="3215" y="8011"/>
                    <a:pt x="2405" y="7630"/>
                  </a:cubicBezTo>
                  <a:cubicBezTo>
                    <a:pt x="1762" y="7297"/>
                    <a:pt x="1167" y="6820"/>
                    <a:pt x="691" y="6296"/>
                  </a:cubicBezTo>
                  <a:lnTo>
                    <a:pt x="691" y="6296"/>
                  </a:lnTo>
                  <a:lnTo>
                    <a:pt x="1381" y="6535"/>
                  </a:lnTo>
                  <a:cubicBezTo>
                    <a:pt x="1394" y="6538"/>
                    <a:pt x="1406" y="6539"/>
                    <a:pt x="1418" y="6539"/>
                  </a:cubicBezTo>
                  <a:cubicBezTo>
                    <a:pt x="1495" y="6539"/>
                    <a:pt x="1551" y="6477"/>
                    <a:pt x="1572" y="6415"/>
                  </a:cubicBezTo>
                  <a:cubicBezTo>
                    <a:pt x="1619" y="6320"/>
                    <a:pt x="1548" y="6225"/>
                    <a:pt x="1453" y="6201"/>
                  </a:cubicBezTo>
                  <a:lnTo>
                    <a:pt x="238" y="5772"/>
                  </a:lnTo>
                  <a:cubicBezTo>
                    <a:pt x="225" y="5766"/>
                    <a:pt x="211" y="5763"/>
                    <a:pt x="196" y="5763"/>
                  </a:cubicBezTo>
                  <a:cubicBezTo>
                    <a:pt x="154" y="5763"/>
                    <a:pt x="106" y="5785"/>
                    <a:pt x="71" y="5820"/>
                  </a:cubicBezTo>
                  <a:cubicBezTo>
                    <a:pt x="0" y="5844"/>
                    <a:pt x="0" y="5892"/>
                    <a:pt x="0" y="5963"/>
                  </a:cubicBezTo>
                  <a:lnTo>
                    <a:pt x="214" y="7392"/>
                  </a:lnTo>
                  <a:cubicBezTo>
                    <a:pt x="214" y="7487"/>
                    <a:pt x="310" y="7535"/>
                    <a:pt x="381" y="7535"/>
                  </a:cubicBezTo>
                  <a:lnTo>
                    <a:pt x="429" y="7535"/>
                  </a:lnTo>
                  <a:cubicBezTo>
                    <a:pt x="500" y="7535"/>
                    <a:pt x="572" y="7439"/>
                    <a:pt x="572" y="7320"/>
                  </a:cubicBezTo>
                  <a:lnTo>
                    <a:pt x="452" y="6535"/>
                  </a:lnTo>
                  <a:lnTo>
                    <a:pt x="452" y="6535"/>
                  </a:lnTo>
                  <a:cubicBezTo>
                    <a:pt x="953" y="7082"/>
                    <a:pt x="1572" y="7559"/>
                    <a:pt x="2239" y="7916"/>
                  </a:cubicBezTo>
                  <a:cubicBezTo>
                    <a:pt x="3072" y="8344"/>
                    <a:pt x="3953" y="8559"/>
                    <a:pt x="4906" y="8559"/>
                  </a:cubicBezTo>
                  <a:cubicBezTo>
                    <a:pt x="6501" y="8559"/>
                    <a:pt x="7978" y="7916"/>
                    <a:pt x="9121" y="6820"/>
                  </a:cubicBezTo>
                  <a:cubicBezTo>
                    <a:pt x="10240" y="5701"/>
                    <a:pt x="10836" y="4201"/>
                    <a:pt x="10836" y="2629"/>
                  </a:cubicBezTo>
                  <a:cubicBezTo>
                    <a:pt x="10907" y="1772"/>
                    <a:pt x="10693" y="891"/>
                    <a:pt x="10335" y="105"/>
                  </a:cubicBezTo>
                  <a:cubicBezTo>
                    <a:pt x="10317" y="32"/>
                    <a:pt x="10244" y="1"/>
                    <a:pt x="10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8"/>
            <p:cNvSpPr/>
            <p:nvPr/>
          </p:nvSpPr>
          <p:spPr>
            <a:xfrm>
              <a:off x="1397389" y="4211442"/>
              <a:ext cx="363463" cy="286126"/>
            </a:xfrm>
            <a:custGeom>
              <a:avLst/>
              <a:gdLst/>
              <a:ahLst/>
              <a:cxnLst/>
              <a:rect l="l" t="t" r="r" b="b"/>
              <a:pathLst>
                <a:path w="10861" h="8550" extrusionOk="0">
                  <a:moveTo>
                    <a:pt x="5930" y="0"/>
                  </a:moveTo>
                  <a:cubicBezTo>
                    <a:pt x="4359" y="0"/>
                    <a:pt x="2858" y="643"/>
                    <a:pt x="1739" y="1738"/>
                  </a:cubicBezTo>
                  <a:cubicBezTo>
                    <a:pt x="596" y="2858"/>
                    <a:pt x="1" y="4358"/>
                    <a:pt x="1" y="5930"/>
                  </a:cubicBezTo>
                  <a:cubicBezTo>
                    <a:pt x="1" y="6835"/>
                    <a:pt x="191" y="7692"/>
                    <a:pt x="572" y="8454"/>
                  </a:cubicBezTo>
                  <a:cubicBezTo>
                    <a:pt x="596" y="8526"/>
                    <a:pt x="667" y="8549"/>
                    <a:pt x="715" y="8549"/>
                  </a:cubicBezTo>
                  <a:cubicBezTo>
                    <a:pt x="739" y="8549"/>
                    <a:pt x="786" y="8549"/>
                    <a:pt x="810" y="8526"/>
                  </a:cubicBezTo>
                  <a:cubicBezTo>
                    <a:pt x="906" y="8502"/>
                    <a:pt x="929" y="8383"/>
                    <a:pt x="906" y="8287"/>
                  </a:cubicBezTo>
                  <a:cubicBezTo>
                    <a:pt x="548" y="7549"/>
                    <a:pt x="358" y="6739"/>
                    <a:pt x="358" y="5906"/>
                  </a:cubicBezTo>
                  <a:cubicBezTo>
                    <a:pt x="358" y="4406"/>
                    <a:pt x="953" y="3024"/>
                    <a:pt x="2001" y="1953"/>
                  </a:cubicBezTo>
                  <a:cubicBezTo>
                    <a:pt x="3049" y="905"/>
                    <a:pt x="4478" y="310"/>
                    <a:pt x="5954" y="310"/>
                  </a:cubicBezTo>
                  <a:cubicBezTo>
                    <a:pt x="7597" y="310"/>
                    <a:pt x="9145" y="1024"/>
                    <a:pt x="10193" y="2239"/>
                  </a:cubicBezTo>
                  <a:lnTo>
                    <a:pt x="9503" y="2000"/>
                  </a:lnTo>
                  <a:cubicBezTo>
                    <a:pt x="9486" y="1996"/>
                    <a:pt x="9470" y="1994"/>
                    <a:pt x="9454" y="1994"/>
                  </a:cubicBezTo>
                  <a:cubicBezTo>
                    <a:pt x="9377" y="1994"/>
                    <a:pt x="9308" y="2041"/>
                    <a:pt x="9288" y="2119"/>
                  </a:cubicBezTo>
                  <a:cubicBezTo>
                    <a:pt x="9264" y="2215"/>
                    <a:pt x="9312" y="2286"/>
                    <a:pt x="9407" y="2334"/>
                  </a:cubicBezTo>
                  <a:lnTo>
                    <a:pt x="10622" y="2739"/>
                  </a:lnTo>
                  <a:lnTo>
                    <a:pt x="10693" y="2739"/>
                  </a:lnTo>
                  <a:cubicBezTo>
                    <a:pt x="10717" y="2739"/>
                    <a:pt x="10789" y="2739"/>
                    <a:pt x="10812" y="2715"/>
                  </a:cubicBezTo>
                  <a:cubicBezTo>
                    <a:pt x="10836" y="2715"/>
                    <a:pt x="10860" y="2667"/>
                    <a:pt x="10836" y="2596"/>
                  </a:cubicBezTo>
                  <a:lnTo>
                    <a:pt x="10622" y="1167"/>
                  </a:lnTo>
                  <a:cubicBezTo>
                    <a:pt x="10622" y="1072"/>
                    <a:pt x="10550" y="1024"/>
                    <a:pt x="10431" y="1024"/>
                  </a:cubicBezTo>
                  <a:cubicBezTo>
                    <a:pt x="10336" y="1024"/>
                    <a:pt x="10265" y="1119"/>
                    <a:pt x="10265" y="1238"/>
                  </a:cubicBezTo>
                  <a:lnTo>
                    <a:pt x="10384" y="2024"/>
                  </a:lnTo>
                  <a:cubicBezTo>
                    <a:pt x="9264" y="762"/>
                    <a:pt x="7645" y="0"/>
                    <a:pt x="5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8"/>
            <p:cNvSpPr/>
            <p:nvPr/>
          </p:nvSpPr>
          <p:spPr>
            <a:xfrm>
              <a:off x="1508960" y="4334157"/>
              <a:ext cx="77338" cy="149856"/>
            </a:xfrm>
            <a:custGeom>
              <a:avLst/>
              <a:gdLst/>
              <a:ahLst/>
              <a:cxnLst/>
              <a:rect l="l" t="t" r="r" b="b"/>
              <a:pathLst>
                <a:path w="2311" h="4478" extrusionOk="0">
                  <a:moveTo>
                    <a:pt x="1120" y="0"/>
                  </a:moveTo>
                  <a:cubicBezTo>
                    <a:pt x="501" y="0"/>
                    <a:pt x="1" y="477"/>
                    <a:pt x="1" y="1048"/>
                  </a:cubicBezTo>
                  <a:cubicBezTo>
                    <a:pt x="1" y="1144"/>
                    <a:pt x="96" y="1215"/>
                    <a:pt x="167" y="1215"/>
                  </a:cubicBezTo>
                  <a:cubicBezTo>
                    <a:pt x="263" y="1215"/>
                    <a:pt x="358" y="1144"/>
                    <a:pt x="358" y="1048"/>
                  </a:cubicBezTo>
                  <a:cubicBezTo>
                    <a:pt x="358" y="667"/>
                    <a:pt x="715" y="358"/>
                    <a:pt x="1168" y="358"/>
                  </a:cubicBezTo>
                  <a:cubicBezTo>
                    <a:pt x="1596" y="358"/>
                    <a:pt x="1953" y="667"/>
                    <a:pt x="1953" y="1048"/>
                  </a:cubicBezTo>
                  <a:cubicBezTo>
                    <a:pt x="1953" y="1572"/>
                    <a:pt x="1549" y="2001"/>
                    <a:pt x="1096" y="2406"/>
                  </a:cubicBezTo>
                  <a:cubicBezTo>
                    <a:pt x="596" y="2882"/>
                    <a:pt x="24" y="3430"/>
                    <a:pt x="24" y="4287"/>
                  </a:cubicBezTo>
                  <a:cubicBezTo>
                    <a:pt x="24" y="4382"/>
                    <a:pt x="120" y="4478"/>
                    <a:pt x="215" y="4478"/>
                  </a:cubicBezTo>
                  <a:lnTo>
                    <a:pt x="2144" y="4478"/>
                  </a:lnTo>
                  <a:cubicBezTo>
                    <a:pt x="2239" y="4478"/>
                    <a:pt x="2311" y="4382"/>
                    <a:pt x="2311" y="4287"/>
                  </a:cubicBezTo>
                  <a:cubicBezTo>
                    <a:pt x="2287" y="4192"/>
                    <a:pt x="2215" y="4120"/>
                    <a:pt x="2120" y="4120"/>
                  </a:cubicBezTo>
                  <a:lnTo>
                    <a:pt x="358" y="4120"/>
                  </a:lnTo>
                  <a:cubicBezTo>
                    <a:pt x="429" y="3525"/>
                    <a:pt x="858" y="3096"/>
                    <a:pt x="1310" y="2644"/>
                  </a:cubicBezTo>
                  <a:cubicBezTo>
                    <a:pt x="1787" y="2215"/>
                    <a:pt x="2263" y="1739"/>
                    <a:pt x="2263" y="1048"/>
                  </a:cubicBezTo>
                  <a:cubicBezTo>
                    <a:pt x="2263" y="477"/>
                    <a:pt x="1763"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8"/>
            <p:cNvSpPr/>
            <p:nvPr/>
          </p:nvSpPr>
          <p:spPr>
            <a:xfrm>
              <a:off x="1595030" y="4334793"/>
              <a:ext cx="88515" cy="150024"/>
            </a:xfrm>
            <a:custGeom>
              <a:avLst/>
              <a:gdLst/>
              <a:ahLst/>
              <a:cxnLst/>
              <a:rect l="l" t="t" r="r" b="b"/>
              <a:pathLst>
                <a:path w="2645" h="4483" extrusionOk="0">
                  <a:moveTo>
                    <a:pt x="727" y="1"/>
                  </a:moveTo>
                  <a:cubicBezTo>
                    <a:pt x="649" y="1"/>
                    <a:pt x="590" y="68"/>
                    <a:pt x="548" y="172"/>
                  </a:cubicBezTo>
                  <a:lnTo>
                    <a:pt x="1" y="3149"/>
                  </a:lnTo>
                  <a:cubicBezTo>
                    <a:pt x="1" y="3196"/>
                    <a:pt x="1" y="3220"/>
                    <a:pt x="24" y="3292"/>
                  </a:cubicBezTo>
                  <a:cubicBezTo>
                    <a:pt x="48" y="3315"/>
                    <a:pt x="120" y="3339"/>
                    <a:pt x="143" y="3339"/>
                  </a:cubicBezTo>
                  <a:lnTo>
                    <a:pt x="1834" y="3339"/>
                  </a:lnTo>
                  <a:lnTo>
                    <a:pt x="1834" y="4292"/>
                  </a:lnTo>
                  <a:cubicBezTo>
                    <a:pt x="1834" y="4387"/>
                    <a:pt x="1930" y="4482"/>
                    <a:pt x="2025" y="4482"/>
                  </a:cubicBezTo>
                  <a:cubicBezTo>
                    <a:pt x="2096" y="4482"/>
                    <a:pt x="2192" y="4387"/>
                    <a:pt x="2192" y="4292"/>
                  </a:cubicBezTo>
                  <a:lnTo>
                    <a:pt x="2192" y="3339"/>
                  </a:lnTo>
                  <a:lnTo>
                    <a:pt x="2406" y="3339"/>
                  </a:lnTo>
                  <a:cubicBezTo>
                    <a:pt x="2501" y="3339"/>
                    <a:pt x="2573" y="3268"/>
                    <a:pt x="2573" y="3173"/>
                  </a:cubicBezTo>
                  <a:cubicBezTo>
                    <a:pt x="2644" y="3053"/>
                    <a:pt x="2549" y="2982"/>
                    <a:pt x="2453" y="2982"/>
                  </a:cubicBezTo>
                  <a:lnTo>
                    <a:pt x="2263" y="2982"/>
                  </a:lnTo>
                  <a:lnTo>
                    <a:pt x="2263" y="196"/>
                  </a:lnTo>
                  <a:cubicBezTo>
                    <a:pt x="2263" y="100"/>
                    <a:pt x="2168" y="5"/>
                    <a:pt x="2072" y="5"/>
                  </a:cubicBezTo>
                  <a:cubicBezTo>
                    <a:pt x="1977" y="5"/>
                    <a:pt x="1906" y="100"/>
                    <a:pt x="1906" y="196"/>
                  </a:cubicBezTo>
                  <a:lnTo>
                    <a:pt x="1906" y="2982"/>
                  </a:lnTo>
                  <a:lnTo>
                    <a:pt x="405" y="2982"/>
                  </a:lnTo>
                  <a:lnTo>
                    <a:pt x="906" y="220"/>
                  </a:lnTo>
                  <a:cubicBezTo>
                    <a:pt x="953" y="124"/>
                    <a:pt x="882" y="53"/>
                    <a:pt x="763" y="5"/>
                  </a:cubicBezTo>
                  <a:cubicBezTo>
                    <a:pt x="750" y="2"/>
                    <a:pt x="738"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8"/>
            <p:cNvSpPr/>
            <p:nvPr/>
          </p:nvSpPr>
          <p:spPr>
            <a:xfrm>
              <a:off x="1589442" y="4241694"/>
              <a:ext cx="12014" cy="36711"/>
            </a:xfrm>
            <a:custGeom>
              <a:avLst/>
              <a:gdLst/>
              <a:ahLst/>
              <a:cxnLst/>
              <a:rect l="l" t="t" r="r" b="b"/>
              <a:pathLst>
                <a:path w="359" h="1097" extrusionOk="0">
                  <a:moveTo>
                    <a:pt x="191" y="1"/>
                  </a:moveTo>
                  <a:cubicBezTo>
                    <a:pt x="96" y="1"/>
                    <a:pt x="1" y="96"/>
                    <a:pt x="1" y="168"/>
                  </a:cubicBezTo>
                  <a:lnTo>
                    <a:pt x="1" y="930"/>
                  </a:lnTo>
                  <a:cubicBezTo>
                    <a:pt x="1" y="1001"/>
                    <a:pt x="96" y="1096"/>
                    <a:pt x="191" y="1096"/>
                  </a:cubicBezTo>
                  <a:cubicBezTo>
                    <a:pt x="287" y="1096"/>
                    <a:pt x="358" y="1001"/>
                    <a:pt x="358" y="930"/>
                  </a:cubicBezTo>
                  <a:lnTo>
                    <a:pt x="358" y="168"/>
                  </a:lnTo>
                  <a:cubicBezTo>
                    <a:pt x="358" y="96"/>
                    <a:pt x="310"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8"/>
            <p:cNvSpPr/>
            <p:nvPr/>
          </p:nvSpPr>
          <p:spPr>
            <a:xfrm>
              <a:off x="1589442" y="4540567"/>
              <a:ext cx="12014" cy="36678"/>
            </a:xfrm>
            <a:custGeom>
              <a:avLst/>
              <a:gdLst/>
              <a:ahLst/>
              <a:cxnLst/>
              <a:rect l="l" t="t" r="r" b="b"/>
              <a:pathLst>
                <a:path w="359" h="1096" extrusionOk="0">
                  <a:moveTo>
                    <a:pt x="191" y="0"/>
                  </a:moveTo>
                  <a:cubicBezTo>
                    <a:pt x="96" y="0"/>
                    <a:pt x="1" y="96"/>
                    <a:pt x="1" y="167"/>
                  </a:cubicBezTo>
                  <a:lnTo>
                    <a:pt x="1" y="929"/>
                  </a:lnTo>
                  <a:cubicBezTo>
                    <a:pt x="1" y="1001"/>
                    <a:pt x="96" y="1096"/>
                    <a:pt x="191" y="1096"/>
                  </a:cubicBezTo>
                  <a:cubicBezTo>
                    <a:pt x="287" y="1096"/>
                    <a:pt x="358" y="1001"/>
                    <a:pt x="358" y="929"/>
                  </a:cubicBezTo>
                  <a:lnTo>
                    <a:pt x="358" y="167"/>
                  </a:lnTo>
                  <a:cubicBezTo>
                    <a:pt x="358" y="96"/>
                    <a:pt x="310"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8"/>
            <p:cNvSpPr/>
            <p:nvPr/>
          </p:nvSpPr>
          <p:spPr>
            <a:xfrm>
              <a:off x="1727316" y="4404299"/>
              <a:ext cx="36711" cy="11980"/>
            </a:xfrm>
            <a:custGeom>
              <a:avLst/>
              <a:gdLst/>
              <a:ahLst/>
              <a:cxnLst/>
              <a:rect l="l" t="t" r="r" b="b"/>
              <a:pathLst>
                <a:path w="1097" h="358" extrusionOk="0">
                  <a:moveTo>
                    <a:pt x="168" y="0"/>
                  </a:moveTo>
                  <a:cubicBezTo>
                    <a:pt x="72" y="0"/>
                    <a:pt x="1" y="72"/>
                    <a:pt x="1" y="167"/>
                  </a:cubicBezTo>
                  <a:cubicBezTo>
                    <a:pt x="1" y="262"/>
                    <a:pt x="96" y="357"/>
                    <a:pt x="168" y="357"/>
                  </a:cubicBezTo>
                  <a:lnTo>
                    <a:pt x="930" y="357"/>
                  </a:lnTo>
                  <a:cubicBezTo>
                    <a:pt x="1001" y="357"/>
                    <a:pt x="1096" y="262"/>
                    <a:pt x="1096" y="167"/>
                  </a:cubicBezTo>
                  <a:cubicBezTo>
                    <a:pt x="1096" y="72"/>
                    <a:pt x="1001" y="0"/>
                    <a:pt x="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8"/>
            <p:cNvSpPr/>
            <p:nvPr/>
          </p:nvSpPr>
          <p:spPr>
            <a:xfrm>
              <a:off x="1428477" y="4404299"/>
              <a:ext cx="36678" cy="11980"/>
            </a:xfrm>
            <a:custGeom>
              <a:avLst/>
              <a:gdLst/>
              <a:ahLst/>
              <a:cxnLst/>
              <a:rect l="l" t="t" r="r" b="b"/>
              <a:pathLst>
                <a:path w="1096" h="358" extrusionOk="0">
                  <a:moveTo>
                    <a:pt x="167" y="0"/>
                  </a:moveTo>
                  <a:cubicBezTo>
                    <a:pt x="72" y="0"/>
                    <a:pt x="0" y="72"/>
                    <a:pt x="0" y="167"/>
                  </a:cubicBezTo>
                  <a:cubicBezTo>
                    <a:pt x="0" y="262"/>
                    <a:pt x="96" y="357"/>
                    <a:pt x="167" y="357"/>
                  </a:cubicBezTo>
                  <a:lnTo>
                    <a:pt x="929" y="357"/>
                  </a:lnTo>
                  <a:cubicBezTo>
                    <a:pt x="1001" y="357"/>
                    <a:pt x="1096" y="262"/>
                    <a:pt x="1096" y="167"/>
                  </a:cubicBezTo>
                  <a:cubicBezTo>
                    <a:pt x="1096" y="72"/>
                    <a:pt x="1001"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10" name="Google Shape;4510;p58"/>
          <p:cNvSpPr/>
          <p:nvPr/>
        </p:nvSpPr>
        <p:spPr>
          <a:xfrm>
            <a:off x="2054063" y="3975113"/>
            <a:ext cx="400108" cy="397196"/>
          </a:xfrm>
          <a:custGeom>
            <a:avLst/>
            <a:gdLst/>
            <a:ahLst/>
            <a:cxnLst/>
            <a:rect l="l" t="t" r="r" b="b"/>
            <a:pathLst>
              <a:path w="11956" h="11869" extrusionOk="0">
                <a:moveTo>
                  <a:pt x="3644" y="2772"/>
                </a:moveTo>
                <a:cubicBezTo>
                  <a:pt x="3740" y="2772"/>
                  <a:pt x="3811" y="2843"/>
                  <a:pt x="3835" y="2891"/>
                </a:cubicBezTo>
                <a:lnTo>
                  <a:pt x="4811" y="4582"/>
                </a:lnTo>
                <a:cubicBezTo>
                  <a:pt x="4883" y="4677"/>
                  <a:pt x="4835" y="4796"/>
                  <a:pt x="4787" y="4891"/>
                </a:cubicBezTo>
                <a:lnTo>
                  <a:pt x="4668" y="5010"/>
                </a:lnTo>
                <a:lnTo>
                  <a:pt x="3930" y="3724"/>
                </a:lnTo>
                <a:cubicBezTo>
                  <a:pt x="3887" y="3667"/>
                  <a:pt x="3835" y="3635"/>
                  <a:pt x="3785" y="3635"/>
                </a:cubicBezTo>
                <a:cubicBezTo>
                  <a:pt x="3752" y="3635"/>
                  <a:pt x="3720" y="3648"/>
                  <a:pt x="3692" y="3677"/>
                </a:cubicBezTo>
                <a:cubicBezTo>
                  <a:pt x="3597" y="3724"/>
                  <a:pt x="3573" y="3819"/>
                  <a:pt x="3621" y="3915"/>
                </a:cubicBezTo>
                <a:lnTo>
                  <a:pt x="4406" y="5272"/>
                </a:lnTo>
                <a:lnTo>
                  <a:pt x="4335" y="5344"/>
                </a:lnTo>
                <a:cubicBezTo>
                  <a:pt x="4144" y="5534"/>
                  <a:pt x="4144" y="5844"/>
                  <a:pt x="4311" y="6082"/>
                </a:cubicBezTo>
                <a:cubicBezTo>
                  <a:pt x="4525" y="6344"/>
                  <a:pt x="4764" y="6606"/>
                  <a:pt x="5026" y="6844"/>
                </a:cubicBezTo>
                <a:cubicBezTo>
                  <a:pt x="5288" y="7130"/>
                  <a:pt x="5526" y="7368"/>
                  <a:pt x="5788" y="7558"/>
                </a:cubicBezTo>
                <a:cubicBezTo>
                  <a:pt x="5888" y="7648"/>
                  <a:pt x="6015" y="7690"/>
                  <a:pt x="6143" y="7690"/>
                </a:cubicBezTo>
                <a:cubicBezTo>
                  <a:pt x="6288" y="7690"/>
                  <a:pt x="6436" y="7636"/>
                  <a:pt x="6550" y="7535"/>
                </a:cubicBezTo>
                <a:lnTo>
                  <a:pt x="6574" y="7511"/>
                </a:lnTo>
                <a:lnTo>
                  <a:pt x="6859" y="7677"/>
                </a:lnTo>
                <a:cubicBezTo>
                  <a:pt x="6907" y="7725"/>
                  <a:pt x="6931" y="7725"/>
                  <a:pt x="6955" y="7725"/>
                </a:cubicBezTo>
                <a:cubicBezTo>
                  <a:pt x="7026" y="7725"/>
                  <a:pt x="7074" y="7677"/>
                  <a:pt x="7121" y="7630"/>
                </a:cubicBezTo>
                <a:cubicBezTo>
                  <a:pt x="7169" y="7535"/>
                  <a:pt x="7145" y="7439"/>
                  <a:pt x="7050" y="7392"/>
                </a:cubicBezTo>
                <a:lnTo>
                  <a:pt x="6836" y="7273"/>
                </a:lnTo>
                <a:lnTo>
                  <a:pt x="7002" y="7130"/>
                </a:lnTo>
                <a:cubicBezTo>
                  <a:pt x="7044" y="7074"/>
                  <a:pt x="7102" y="7051"/>
                  <a:pt x="7162" y="7051"/>
                </a:cubicBezTo>
                <a:cubicBezTo>
                  <a:pt x="7205" y="7051"/>
                  <a:pt x="7249" y="7062"/>
                  <a:pt x="7288" y="7082"/>
                </a:cubicBezTo>
                <a:lnTo>
                  <a:pt x="8979" y="8082"/>
                </a:lnTo>
                <a:cubicBezTo>
                  <a:pt x="9050" y="8106"/>
                  <a:pt x="9098" y="8201"/>
                  <a:pt x="9098" y="8249"/>
                </a:cubicBezTo>
                <a:cubicBezTo>
                  <a:pt x="9098" y="8344"/>
                  <a:pt x="9074" y="8392"/>
                  <a:pt x="9050" y="8463"/>
                </a:cubicBezTo>
                <a:lnTo>
                  <a:pt x="8979" y="8511"/>
                </a:lnTo>
                <a:lnTo>
                  <a:pt x="7717" y="7773"/>
                </a:lnTo>
                <a:cubicBezTo>
                  <a:pt x="7685" y="7757"/>
                  <a:pt x="7653" y="7749"/>
                  <a:pt x="7623" y="7749"/>
                </a:cubicBezTo>
                <a:cubicBezTo>
                  <a:pt x="7563" y="7749"/>
                  <a:pt x="7510" y="7781"/>
                  <a:pt x="7478" y="7844"/>
                </a:cubicBezTo>
                <a:cubicBezTo>
                  <a:pt x="7407" y="7916"/>
                  <a:pt x="7431" y="8011"/>
                  <a:pt x="7526" y="8082"/>
                </a:cubicBezTo>
                <a:lnTo>
                  <a:pt x="8741" y="8749"/>
                </a:lnTo>
                <a:lnTo>
                  <a:pt x="8574" y="8940"/>
                </a:lnTo>
                <a:cubicBezTo>
                  <a:pt x="8452" y="9062"/>
                  <a:pt x="8267" y="9122"/>
                  <a:pt x="8031" y="9122"/>
                </a:cubicBezTo>
                <a:cubicBezTo>
                  <a:pt x="7764" y="9122"/>
                  <a:pt x="7430" y="9044"/>
                  <a:pt x="7050" y="8892"/>
                </a:cubicBezTo>
                <a:cubicBezTo>
                  <a:pt x="6312" y="8559"/>
                  <a:pt x="5478" y="7963"/>
                  <a:pt x="4692" y="7225"/>
                </a:cubicBezTo>
                <a:cubicBezTo>
                  <a:pt x="3930" y="6439"/>
                  <a:pt x="3335" y="5606"/>
                  <a:pt x="3025" y="4867"/>
                </a:cubicBezTo>
                <a:cubicBezTo>
                  <a:pt x="2739" y="4177"/>
                  <a:pt x="2739" y="3605"/>
                  <a:pt x="2978" y="3343"/>
                </a:cubicBezTo>
                <a:lnTo>
                  <a:pt x="3192" y="3129"/>
                </a:lnTo>
                <a:lnTo>
                  <a:pt x="3240" y="3248"/>
                </a:lnTo>
                <a:cubicBezTo>
                  <a:pt x="3263" y="3319"/>
                  <a:pt x="3335" y="3343"/>
                  <a:pt x="3382" y="3343"/>
                </a:cubicBezTo>
                <a:cubicBezTo>
                  <a:pt x="3406" y="3343"/>
                  <a:pt x="3454" y="3343"/>
                  <a:pt x="3478" y="3319"/>
                </a:cubicBezTo>
                <a:cubicBezTo>
                  <a:pt x="3573" y="3248"/>
                  <a:pt x="3597" y="3177"/>
                  <a:pt x="3549" y="3081"/>
                </a:cubicBezTo>
                <a:lnTo>
                  <a:pt x="3406" y="2867"/>
                </a:lnTo>
                <a:lnTo>
                  <a:pt x="3454" y="2843"/>
                </a:lnTo>
                <a:cubicBezTo>
                  <a:pt x="3501" y="2772"/>
                  <a:pt x="3573" y="2772"/>
                  <a:pt x="3621" y="2772"/>
                </a:cubicBezTo>
                <a:close/>
                <a:moveTo>
                  <a:pt x="6033" y="0"/>
                </a:moveTo>
                <a:cubicBezTo>
                  <a:pt x="5285" y="0"/>
                  <a:pt x="4542" y="141"/>
                  <a:pt x="3835" y="390"/>
                </a:cubicBezTo>
                <a:cubicBezTo>
                  <a:pt x="3049" y="700"/>
                  <a:pt x="2382" y="1152"/>
                  <a:pt x="1787" y="1748"/>
                </a:cubicBezTo>
                <a:cubicBezTo>
                  <a:pt x="1191" y="2343"/>
                  <a:pt x="739" y="3010"/>
                  <a:pt x="429" y="3796"/>
                </a:cubicBezTo>
                <a:cubicBezTo>
                  <a:pt x="144" y="4605"/>
                  <a:pt x="1" y="5463"/>
                  <a:pt x="48" y="6320"/>
                </a:cubicBezTo>
                <a:cubicBezTo>
                  <a:pt x="144" y="7749"/>
                  <a:pt x="763" y="9130"/>
                  <a:pt x="1787" y="10130"/>
                </a:cubicBezTo>
                <a:cubicBezTo>
                  <a:pt x="2811" y="11178"/>
                  <a:pt x="4168" y="11773"/>
                  <a:pt x="5597" y="11869"/>
                </a:cubicBezTo>
                <a:lnTo>
                  <a:pt x="5954" y="11869"/>
                </a:lnTo>
                <a:cubicBezTo>
                  <a:pt x="6574" y="11869"/>
                  <a:pt x="7193" y="11773"/>
                  <a:pt x="7764" y="11559"/>
                </a:cubicBezTo>
                <a:cubicBezTo>
                  <a:pt x="8241" y="11416"/>
                  <a:pt x="8622" y="11059"/>
                  <a:pt x="8812" y="10583"/>
                </a:cubicBezTo>
                <a:cubicBezTo>
                  <a:pt x="8979" y="10106"/>
                  <a:pt x="8979" y="9606"/>
                  <a:pt x="8741" y="9154"/>
                </a:cubicBezTo>
                <a:lnTo>
                  <a:pt x="9241" y="8654"/>
                </a:lnTo>
                <a:cubicBezTo>
                  <a:pt x="9360" y="8535"/>
                  <a:pt x="9455" y="8320"/>
                  <a:pt x="9431" y="8130"/>
                </a:cubicBezTo>
                <a:cubicBezTo>
                  <a:pt x="9407" y="7963"/>
                  <a:pt x="9312" y="7773"/>
                  <a:pt x="9122" y="7701"/>
                </a:cubicBezTo>
                <a:lnTo>
                  <a:pt x="7431" y="6701"/>
                </a:lnTo>
                <a:cubicBezTo>
                  <a:pt x="7342" y="6648"/>
                  <a:pt x="7247" y="6624"/>
                  <a:pt x="7153" y="6624"/>
                </a:cubicBezTo>
                <a:cubicBezTo>
                  <a:pt x="6993" y="6624"/>
                  <a:pt x="6836" y="6692"/>
                  <a:pt x="6716" y="6796"/>
                </a:cubicBezTo>
                <a:lnTo>
                  <a:pt x="6264" y="7249"/>
                </a:lnTo>
                <a:cubicBezTo>
                  <a:pt x="6236" y="7276"/>
                  <a:pt x="6185" y="7304"/>
                  <a:pt x="6128" y="7304"/>
                </a:cubicBezTo>
                <a:cubicBezTo>
                  <a:pt x="6087" y="7304"/>
                  <a:pt x="6042" y="7289"/>
                  <a:pt x="6002" y="7249"/>
                </a:cubicBezTo>
                <a:cubicBezTo>
                  <a:pt x="5740" y="7034"/>
                  <a:pt x="5502" y="6796"/>
                  <a:pt x="5240" y="6558"/>
                </a:cubicBezTo>
                <a:cubicBezTo>
                  <a:pt x="5002" y="6320"/>
                  <a:pt x="4764" y="6058"/>
                  <a:pt x="4549" y="5796"/>
                </a:cubicBezTo>
                <a:cubicBezTo>
                  <a:pt x="4478" y="5701"/>
                  <a:pt x="4478" y="5582"/>
                  <a:pt x="4549" y="5510"/>
                </a:cubicBezTo>
                <a:lnTo>
                  <a:pt x="5002" y="5082"/>
                </a:lnTo>
                <a:cubicBezTo>
                  <a:pt x="5168" y="4891"/>
                  <a:pt x="5240" y="4605"/>
                  <a:pt x="5073" y="4367"/>
                </a:cubicBezTo>
                <a:lnTo>
                  <a:pt x="4097" y="2653"/>
                </a:lnTo>
                <a:cubicBezTo>
                  <a:pt x="4002" y="2510"/>
                  <a:pt x="3835" y="2391"/>
                  <a:pt x="3644" y="2367"/>
                </a:cubicBezTo>
                <a:cubicBezTo>
                  <a:pt x="3617" y="2363"/>
                  <a:pt x="3590" y="2361"/>
                  <a:pt x="3562" y="2361"/>
                </a:cubicBezTo>
                <a:cubicBezTo>
                  <a:pt x="3417" y="2361"/>
                  <a:pt x="3264" y="2414"/>
                  <a:pt x="3144" y="2534"/>
                </a:cubicBezTo>
                <a:lnTo>
                  <a:pt x="2644" y="3057"/>
                </a:lnTo>
                <a:cubicBezTo>
                  <a:pt x="2263" y="3438"/>
                  <a:pt x="2263" y="4081"/>
                  <a:pt x="2620" y="4915"/>
                </a:cubicBezTo>
                <a:cubicBezTo>
                  <a:pt x="2930" y="5725"/>
                  <a:pt x="3573" y="6582"/>
                  <a:pt x="4359" y="7392"/>
                </a:cubicBezTo>
                <a:cubicBezTo>
                  <a:pt x="5168" y="8201"/>
                  <a:pt x="6026" y="8821"/>
                  <a:pt x="6836" y="9154"/>
                </a:cubicBezTo>
                <a:cubicBezTo>
                  <a:pt x="7264" y="9321"/>
                  <a:pt x="7621" y="9416"/>
                  <a:pt x="7931" y="9416"/>
                </a:cubicBezTo>
                <a:cubicBezTo>
                  <a:pt x="8121" y="9416"/>
                  <a:pt x="8288" y="9392"/>
                  <a:pt x="8455" y="9321"/>
                </a:cubicBezTo>
                <a:cubicBezTo>
                  <a:pt x="8598" y="9678"/>
                  <a:pt x="8598" y="10083"/>
                  <a:pt x="8479" y="10440"/>
                </a:cubicBezTo>
                <a:cubicBezTo>
                  <a:pt x="8336" y="10821"/>
                  <a:pt x="8026" y="11083"/>
                  <a:pt x="7645" y="11226"/>
                </a:cubicBezTo>
                <a:cubicBezTo>
                  <a:pt x="7045" y="11419"/>
                  <a:pt x="6406" y="11515"/>
                  <a:pt x="5764" y="11515"/>
                </a:cubicBezTo>
                <a:cubicBezTo>
                  <a:pt x="5692" y="11515"/>
                  <a:pt x="5621" y="11514"/>
                  <a:pt x="5550" y="11512"/>
                </a:cubicBezTo>
                <a:cubicBezTo>
                  <a:pt x="4216" y="11416"/>
                  <a:pt x="2930" y="10845"/>
                  <a:pt x="1954" y="9868"/>
                </a:cubicBezTo>
                <a:cubicBezTo>
                  <a:pt x="977" y="8892"/>
                  <a:pt x="406" y="7630"/>
                  <a:pt x="310" y="6272"/>
                </a:cubicBezTo>
                <a:cubicBezTo>
                  <a:pt x="263" y="5439"/>
                  <a:pt x="382" y="4629"/>
                  <a:pt x="668" y="3891"/>
                </a:cubicBezTo>
                <a:cubicBezTo>
                  <a:pt x="953" y="3177"/>
                  <a:pt x="1382" y="2510"/>
                  <a:pt x="1930" y="1938"/>
                </a:cubicBezTo>
                <a:cubicBezTo>
                  <a:pt x="2501" y="1390"/>
                  <a:pt x="3144" y="962"/>
                  <a:pt x="3859" y="700"/>
                </a:cubicBezTo>
                <a:cubicBezTo>
                  <a:pt x="4459" y="448"/>
                  <a:pt x="5106" y="322"/>
                  <a:pt x="5774" y="322"/>
                </a:cubicBezTo>
                <a:cubicBezTo>
                  <a:pt x="5928" y="322"/>
                  <a:pt x="6084" y="329"/>
                  <a:pt x="6240" y="343"/>
                </a:cubicBezTo>
                <a:cubicBezTo>
                  <a:pt x="7574" y="438"/>
                  <a:pt x="8860" y="986"/>
                  <a:pt x="9836" y="1986"/>
                </a:cubicBezTo>
                <a:cubicBezTo>
                  <a:pt x="10836" y="2962"/>
                  <a:pt x="11384" y="4248"/>
                  <a:pt x="11456" y="5582"/>
                </a:cubicBezTo>
                <a:cubicBezTo>
                  <a:pt x="11503" y="6558"/>
                  <a:pt x="11313" y="7535"/>
                  <a:pt x="10884" y="8416"/>
                </a:cubicBezTo>
                <a:cubicBezTo>
                  <a:pt x="10860" y="8487"/>
                  <a:pt x="10884" y="8582"/>
                  <a:pt x="10979" y="8654"/>
                </a:cubicBezTo>
                <a:cubicBezTo>
                  <a:pt x="11002" y="8659"/>
                  <a:pt x="11023" y="8662"/>
                  <a:pt x="11043" y="8662"/>
                </a:cubicBezTo>
                <a:cubicBezTo>
                  <a:pt x="11108" y="8662"/>
                  <a:pt x="11163" y="8631"/>
                  <a:pt x="11217" y="8559"/>
                </a:cubicBezTo>
                <a:cubicBezTo>
                  <a:pt x="11717" y="7701"/>
                  <a:pt x="11956" y="6653"/>
                  <a:pt x="11908" y="5606"/>
                </a:cubicBezTo>
                <a:cubicBezTo>
                  <a:pt x="11813" y="4177"/>
                  <a:pt x="11217" y="2819"/>
                  <a:pt x="10170" y="1771"/>
                </a:cubicBezTo>
                <a:cubicBezTo>
                  <a:pt x="9122" y="724"/>
                  <a:pt x="7788" y="104"/>
                  <a:pt x="6359" y="9"/>
                </a:cubicBezTo>
                <a:cubicBezTo>
                  <a:pt x="6250" y="3"/>
                  <a:pt x="6141" y="0"/>
                  <a:pt x="6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8"/>
          <p:cNvSpPr/>
          <p:nvPr/>
        </p:nvSpPr>
        <p:spPr>
          <a:xfrm>
            <a:off x="2733059" y="3975414"/>
            <a:ext cx="397732" cy="397698"/>
          </a:xfrm>
          <a:custGeom>
            <a:avLst/>
            <a:gdLst/>
            <a:ahLst/>
            <a:cxnLst/>
            <a:rect l="l" t="t" r="r" b="b"/>
            <a:pathLst>
              <a:path w="11885" h="11884" extrusionOk="0">
                <a:moveTo>
                  <a:pt x="10551" y="5144"/>
                </a:moveTo>
                <a:cubicBezTo>
                  <a:pt x="10670" y="5144"/>
                  <a:pt x="10741" y="5239"/>
                  <a:pt x="10741" y="5358"/>
                </a:cubicBezTo>
                <a:lnTo>
                  <a:pt x="10741" y="5716"/>
                </a:lnTo>
                <a:cubicBezTo>
                  <a:pt x="10741" y="5811"/>
                  <a:pt x="10836" y="5906"/>
                  <a:pt x="10932" y="5906"/>
                </a:cubicBezTo>
                <a:cubicBezTo>
                  <a:pt x="11027" y="5906"/>
                  <a:pt x="11122" y="5811"/>
                  <a:pt x="11122" y="5716"/>
                </a:cubicBezTo>
                <a:lnTo>
                  <a:pt x="11122" y="5573"/>
                </a:lnTo>
                <a:lnTo>
                  <a:pt x="11360" y="5620"/>
                </a:lnTo>
                <a:cubicBezTo>
                  <a:pt x="11432" y="5668"/>
                  <a:pt x="11503" y="5716"/>
                  <a:pt x="11503" y="5811"/>
                </a:cubicBezTo>
                <a:lnTo>
                  <a:pt x="11503" y="7144"/>
                </a:lnTo>
                <a:cubicBezTo>
                  <a:pt x="11503" y="7240"/>
                  <a:pt x="11432" y="7335"/>
                  <a:pt x="11360" y="7335"/>
                </a:cubicBezTo>
                <a:lnTo>
                  <a:pt x="11122" y="7383"/>
                </a:lnTo>
                <a:lnTo>
                  <a:pt x="11122" y="6502"/>
                </a:lnTo>
                <a:cubicBezTo>
                  <a:pt x="11122" y="6406"/>
                  <a:pt x="11027" y="6311"/>
                  <a:pt x="10932" y="6311"/>
                </a:cubicBezTo>
                <a:cubicBezTo>
                  <a:pt x="10836" y="6311"/>
                  <a:pt x="10741" y="6406"/>
                  <a:pt x="10741" y="6502"/>
                </a:cubicBezTo>
                <a:lnTo>
                  <a:pt x="10741" y="7597"/>
                </a:lnTo>
                <a:cubicBezTo>
                  <a:pt x="10741" y="7716"/>
                  <a:pt x="10670" y="7811"/>
                  <a:pt x="10551" y="7811"/>
                </a:cubicBezTo>
                <a:lnTo>
                  <a:pt x="10360" y="7811"/>
                </a:lnTo>
                <a:cubicBezTo>
                  <a:pt x="10241" y="7811"/>
                  <a:pt x="10146" y="7716"/>
                  <a:pt x="10146" y="7597"/>
                </a:cubicBezTo>
                <a:lnTo>
                  <a:pt x="10146" y="5358"/>
                </a:lnTo>
                <a:cubicBezTo>
                  <a:pt x="10146" y="5239"/>
                  <a:pt x="10241" y="5144"/>
                  <a:pt x="10360" y="5144"/>
                </a:cubicBezTo>
                <a:close/>
                <a:moveTo>
                  <a:pt x="1430" y="5192"/>
                </a:moveTo>
                <a:cubicBezTo>
                  <a:pt x="1549" y="5192"/>
                  <a:pt x="1644" y="5263"/>
                  <a:pt x="1644" y="5382"/>
                </a:cubicBezTo>
                <a:lnTo>
                  <a:pt x="1644" y="7621"/>
                </a:lnTo>
                <a:cubicBezTo>
                  <a:pt x="1644" y="7740"/>
                  <a:pt x="1549" y="7835"/>
                  <a:pt x="1430" y="7835"/>
                </a:cubicBezTo>
                <a:lnTo>
                  <a:pt x="1263" y="7835"/>
                </a:lnTo>
                <a:cubicBezTo>
                  <a:pt x="1144" y="7835"/>
                  <a:pt x="1049" y="7740"/>
                  <a:pt x="1049" y="7621"/>
                </a:cubicBezTo>
                <a:lnTo>
                  <a:pt x="1049" y="6525"/>
                </a:lnTo>
                <a:cubicBezTo>
                  <a:pt x="1049" y="6430"/>
                  <a:pt x="953" y="6335"/>
                  <a:pt x="882" y="6335"/>
                </a:cubicBezTo>
                <a:cubicBezTo>
                  <a:pt x="787" y="6335"/>
                  <a:pt x="691" y="6430"/>
                  <a:pt x="691" y="6525"/>
                </a:cubicBezTo>
                <a:lnTo>
                  <a:pt x="691" y="7406"/>
                </a:lnTo>
                <a:lnTo>
                  <a:pt x="453" y="7359"/>
                </a:lnTo>
                <a:cubicBezTo>
                  <a:pt x="358" y="7335"/>
                  <a:pt x="310" y="7264"/>
                  <a:pt x="310" y="7168"/>
                </a:cubicBezTo>
                <a:lnTo>
                  <a:pt x="310" y="5882"/>
                </a:lnTo>
                <a:cubicBezTo>
                  <a:pt x="310" y="5811"/>
                  <a:pt x="358" y="5716"/>
                  <a:pt x="453" y="5716"/>
                </a:cubicBezTo>
                <a:lnTo>
                  <a:pt x="691" y="5644"/>
                </a:lnTo>
                <a:lnTo>
                  <a:pt x="691" y="5811"/>
                </a:lnTo>
                <a:cubicBezTo>
                  <a:pt x="691" y="5882"/>
                  <a:pt x="787" y="5978"/>
                  <a:pt x="882" y="5978"/>
                </a:cubicBezTo>
                <a:cubicBezTo>
                  <a:pt x="953" y="5978"/>
                  <a:pt x="1049" y="5882"/>
                  <a:pt x="1049" y="5811"/>
                </a:cubicBezTo>
                <a:lnTo>
                  <a:pt x="1049" y="5454"/>
                </a:lnTo>
                <a:cubicBezTo>
                  <a:pt x="1072" y="5263"/>
                  <a:pt x="1168" y="5192"/>
                  <a:pt x="1263" y="5192"/>
                </a:cubicBezTo>
                <a:close/>
                <a:moveTo>
                  <a:pt x="6550" y="10931"/>
                </a:moveTo>
                <a:cubicBezTo>
                  <a:pt x="6716" y="10931"/>
                  <a:pt x="6859" y="11050"/>
                  <a:pt x="6859" y="11217"/>
                </a:cubicBezTo>
                <a:cubicBezTo>
                  <a:pt x="6859" y="11407"/>
                  <a:pt x="6740" y="11526"/>
                  <a:pt x="6550" y="11526"/>
                </a:cubicBezTo>
                <a:lnTo>
                  <a:pt x="6002" y="11526"/>
                </a:lnTo>
                <a:cubicBezTo>
                  <a:pt x="5835" y="11526"/>
                  <a:pt x="5692" y="11407"/>
                  <a:pt x="5692" y="11217"/>
                </a:cubicBezTo>
                <a:cubicBezTo>
                  <a:pt x="5692" y="11074"/>
                  <a:pt x="5811" y="10931"/>
                  <a:pt x="6002" y="10931"/>
                </a:cubicBezTo>
                <a:close/>
                <a:moveTo>
                  <a:pt x="5930" y="0"/>
                </a:moveTo>
                <a:cubicBezTo>
                  <a:pt x="4549" y="0"/>
                  <a:pt x="3239" y="524"/>
                  <a:pt x="2263" y="1524"/>
                </a:cubicBezTo>
                <a:cubicBezTo>
                  <a:pt x="1287" y="2501"/>
                  <a:pt x="739" y="3810"/>
                  <a:pt x="739" y="5192"/>
                </a:cubicBezTo>
                <a:lnTo>
                  <a:pt x="739" y="5239"/>
                </a:lnTo>
                <a:lnTo>
                  <a:pt x="429" y="5335"/>
                </a:lnTo>
                <a:cubicBezTo>
                  <a:pt x="191" y="5382"/>
                  <a:pt x="1" y="5597"/>
                  <a:pt x="1" y="5859"/>
                </a:cubicBezTo>
                <a:lnTo>
                  <a:pt x="1" y="7144"/>
                </a:lnTo>
                <a:cubicBezTo>
                  <a:pt x="1" y="7383"/>
                  <a:pt x="191" y="7621"/>
                  <a:pt x="429" y="7692"/>
                </a:cubicBezTo>
                <a:lnTo>
                  <a:pt x="787" y="7764"/>
                </a:lnTo>
                <a:cubicBezTo>
                  <a:pt x="834" y="8002"/>
                  <a:pt x="1049" y="8192"/>
                  <a:pt x="1310" y="8192"/>
                </a:cubicBezTo>
                <a:lnTo>
                  <a:pt x="1501" y="8192"/>
                </a:lnTo>
                <a:cubicBezTo>
                  <a:pt x="1787" y="8192"/>
                  <a:pt x="2025" y="7954"/>
                  <a:pt x="2025" y="7645"/>
                </a:cubicBezTo>
                <a:lnTo>
                  <a:pt x="2025" y="5430"/>
                </a:lnTo>
                <a:cubicBezTo>
                  <a:pt x="2025" y="5120"/>
                  <a:pt x="1787" y="4882"/>
                  <a:pt x="1501" y="4882"/>
                </a:cubicBezTo>
                <a:lnTo>
                  <a:pt x="1310" y="4882"/>
                </a:lnTo>
                <a:cubicBezTo>
                  <a:pt x="1263" y="4882"/>
                  <a:pt x="1191" y="4882"/>
                  <a:pt x="1144" y="4906"/>
                </a:cubicBezTo>
                <a:cubicBezTo>
                  <a:pt x="1310" y="2382"/>
                  <a:pt x="3406" y="381"/>
                  <a:pt x="5954" y="381"/>
                </a:cubicBezTo>
                <a:cubicBezTo>
                  <a:pt x="8526" y="381"/>
                  <a:pt x="10622" y="2382"/>
                  <a:pt x="10789" y="4906"/>
                </a:cubicBezTo>
                <a:cubicBezTo>
                  <a:pt x="10717" y="4882"/>
                  <a:pt x="10670" y="4882"/>
                  <a:pt x="10598" y="4882"/>
                </a:cubicBezTo>
                <a:lnTo>
                  <a:pt x="10431" y="4882"/>
                </a:lnTo>
                <a:cubicBezTo>
                  <a:pt x="10122" y="4882"/>
                  <a:pt x="9884" y="5120"/>
                  <a:pt x="9884" y="5430"/>
                </a:cubicBezTo>
                <a:lnTo>
                  <a:pt x="9884" y="7645"/>
                </a:lnTo>
                <a:cubicBezTo>
                  <a:pt x="9884" y="7954"/>
                  <a:pt x="10122" y="8192"/>
                  <a:pt x="10431" y="8192"/>
                </a:cubicBezTo>
                <a:lnTo>
                  <a:pt x="10598" y="8192"/>
                </a:lnTo>
                <a:cubicBezTo>
                  <a:pt x="10670" y="8192"/>
                  <a:pt x="10717" y="8192"/>
                  <a:pt x="10741" y="8169"/>
                </a:cubicBezTo>
                <a:lnTo>
                  <a:pt x="10741" y="8169"/>
                </a:lnTo>
                <a:cubicBezTo>
                  <a:pt x="10503" y="9764"/>
                  <a:pt x="9122" y="10979"/>
                  <a:pt x="7455" y="10979"/>
                </a:cubicBezTo>
                <a:lnTo>
                  <a:pt x="7169" y="10979"/>
                </a:lnTo>
                <a:cubicBezTo>
                  <a:pt x="7097" y="10788"/>
                  <a:pt x="6859" y="10621"/>
                  <a:pt x="6621" y="10621"/>
                </a:cubicBezTo>
                <a:lnTo>
                  <a:pt x="6050" y="10621"/>
                </a:lnTo>
                <a:cubicBezTo>
                  <a:pt x="5692" y="10621"/>
                  <a:pt x="5430" y="10931"/>
                  <a:pt x="5430" y="11264"/>
                </a:cubicBezTo>
                <a:cubicBezTo>
                  <a:pt x="5430" y="11622"/>
                  <a:pt x="5716" y="11884"/>
                  <a:pt x="6050" y="11884"/>
                </a:cubicBezTo>
                <a:lnTo>
                  <a:pt x="6621" y="11884"/>
                </a:lnTo>
                <a:cubicBezTo>
                  <a:pt x="6931" y="11884"/>
                  <a:pt x="7216" y="11645"/>
                  <a:pt x="7240" y="11312"/>
                </a:cubicBezTo>
                <a:lnTo>
                  <a:pt x="7455" y="11312"/>
                </a:lnTo>
                <a:cubicBezTo>
                  <a:pt x="9431" y="11312"/>
                  <a:pt x="11074" y="9740"/>
                  <a:pt x="11146" y="7740"/>
                </a:cubicBezTo>
                <a:lnTo>
                  <a:pt x="11455" y="7645"/>
                </a:lnTo>
                <a:cubicBezTo>
                  <a:pt x="11694" y="7597"/>
                  <a:pt x="11884" y="7383"/>
                  <a:pt x="11884" y="7121"/>
                </a:cubicBezTo>
                <a:lnTo>
                  <a:pt x="11884" y="5835"/>
                </a:lnTo>
                <a:cubicBezTo>
                  <a:pt x="11860" y="5597"/>
                  <a:pt x="11670" y="5382"/>
                  <a:pt x="11432" y="5335"/>
                </a:cubicBezTo>
                <a:lnTo>
                  <a:pt x="11122" y="5239"/>
                </a:lnTo>
                <a:lnTo>
                  <a:pt x="11122" y="5192"/>
                </a:lnTo>
                <a:cubicBezTo>
                  <a:pt x="11122" y="3787"/>
                  <a:pt x="10574" y="2501"/>
                  <a:pt x="9598" y="1524"/>
                </a:cubicBezTo>
                <a:cubicBezTo>
                  <a:pt x="8598" y="524"/>
                  <a:pt x="7288" y="0"/>
                  <a:pt x="5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12" name="Google Shape;4512;p58"/>
          <p:cNvGrpSpPr/>
          <p:nvPr/>
        </p:nvGrpSpPr>
        <p:grpSpPr>
          <a:xfrm>
            <a:off x="3413660" y="3975414"/>
            <a:ext cx="290911" cy="397698"/>
            <a:chOff x="3413660" y="4210639"/>
            <a:chExt cx="290911" cy="397698"/>
          </a:xfrm>
        </p:grpSpPr>
        <p:sp>
          <p:nvSpPr>
            <p:cNvPr id="4513" name="Google Shape;4513;p58"/>
            <p:cNvSpPr/>
            <p:nvPr/>
          </p:nvSpPr>
          <p:spPr>
            <a:xfrm>
              <a:off x="3413660" y="4210639"/>
              <a:ext cx="290911" cy="397698"/>
            </a:xfrm>
            <a:custGeom>
              <a:avLst/>
              <a:gdLst/>
              <a:ahLst/>
              <a:cxnLst/>
              <a:rect l="l" t="t" r="r" b="b"/>
              <a:pathLst>
                <a:path w="8693" h="11884" extrusionOk="0">
                  <a:moveTo>
                    <a:pt x="4406" y="357"/>
                  </a:moveTo>
                  <a:cubicBezTo>
                    <a:pt x="6573" y="357"/>
                    <a:pt x="8335" y="2120"/>
                    <a:pt x="8335" y="4287"/>
                  </a:cubicBezTo>
                  <a:cubicBezTo>
                    <a:pt x="8335" y="5120"/>
                    <a:pt x="8121" y="5930"/>
                    <a:pt x="7692" y="6692"/>
                  </a:cubicBezTo>
                  <a:cubicBezTo>
                    <a:pt x="7287" y="7383"/>
                    <a:pt x="6787" y="8002"/>
                    <a:pt x="6287" y="8597"/>
                  </a:cubicBezTo>
                  <a:cubicBezTo>
                    <a:pt x="5549" y="9502"/>
                    <a:pt x="4835" y="10336"/>
                    <a:pt x="4668" y="11312"/>
                  </a:cubicBezTo>
                  <a:cubicBezTo>
                    <a:pt x="4644" y="11431"/>
                    <a:pt x="4549" y="11526"/>
                    <a:pt x="4430" y="11526"/>
                  </a:cubicBezTo>
                  <a:cubicBezTo>
                    <a:pt x="4311" y="11526"/>
                    <a:pt x="4239" y="11431"/>
                    <a:pt x="4192" y="11312"/>
                  </a:cubicBezTo>
                  <a:cubicBezTo>
                    <a:pt x="4049" y="10336"/>
                    <a:pt x="3334" y="9502"/>
                    <a:pt x="2596" y="8597"/>
                  </a:cubicBezTo>
                  <a:cubicBezTo>
                    <a:pt x="1763" y="7621"/>
                    <a:pt x="905" y="6573"/>
                    <a:pt x="596" y="5216"/>
                  </a:cubicBezTo>
                  <a:cubicBezTo>
                    <a:pt x="334" y="4001"/>
                    <a:pt x="667" y="2739"/>
                    <a:pt x="1429" y="1786"/>
                  </a:cubicBezTo>
                  <a:cubicBezTo>
                    <a:pt x="2167" y="858"/>
                    <a:pt x="3287" y="357"/>
                    <a:pt x="4406" y="357"/>
                  </a:cubicBezTo>
                  <a:close/>
                  <a:moveTo>
                    <a:pt x="4430" y="0"/>
                  </a:moveTo>
                  <a:cubicBezTo>
                    <a:pt x="3191" y="0"/>
                    <a:pt x="2001" y="572"/>
                    <a:pt x="1191" y="1548"/>
                  </a:cubicBezTo>
                  <a:cubicBezTo>
                    <a:pt x="357" y="2596"/>
                    <a:pt x="0" y="3953"/>
                    <a:pt x="310" y="5263"/>
                  </a:cubicBezTo>
                  <a:cubicBezTo>
                    <a:pt x="596" y="6740"/>
                    <a:pt x="1548" y="7835"/>
                    <a:pt x="2358" y="8812"/>
                  </a:cubicBezTo>
                  <a:cubicBezTo>
                    <a:pt x="3072" y="9669"/>
                    <a:pt x="3763" y="10479"/>
                    <a:pt x="3882" y="11383"/>
                  </a:cubicBezTo>
                  <a:cubicBezTo>
                    <a:pt x="3906" y="11669"/>
                    <a:pt x="4168" y="11884"/>
                    <a:pt x="4430" y="11884"/>
                  </a:cubicBezTo>
                  <a:cubicBezTo>
                    <a:pt x="4739" y="11884"/>
                    <a:pt x="4977" y="11669"/>
                    <a:pt x="5001" y="11383"/>
                  </a:cubicBezTo>
                  <a:cubicBezTo>
                    <a:pt x="5144" y="10479"/>
                    <a:pt x="5811" y="9669"/>
                    <a:pt x="6525" y="8812"/>
                  </a:cubicBezTo>
                  <a:cubicBezTo>
                    <a:pt x="7526" y="7621"/>
                    <a:pt x="8693" y="6240"/>
                    <a:pt x="8693" y="4263"/>
                  </a:cubicBezTo>
                  <a:cubicBezTo>
                    <a:pt x="8693" y="1905"/>
                    <a:pt x="6787" y="0"/>
                    <a:pt x="4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8"/>
            <p:cNvSpPr/>
            <p:nvPr/>
          </p:nvSpPr>
          <p:spPr>
            <a:xfrm>
              <a:off x="3537981" y="4329372"/>
              <a:ext cx="49428" cy="93267"/>
            </a:xfrm>
            <a:custGeom>
              <a:avLst/>
              <a:gdLst/>
              <a:ahLst/>
              <a:cxnLst/>
              <a:rect l="l" t="t" r="r" b="b"/>
              <a:pathLst>
                <a:path w="1477" h="2787" extrusionOk="0">
                  <a:moveTo>
                    <a:pt x="929" y="334"/>
                  </a:moveTo>
                  <a:lnTo>
                    <a:pt x="929" y="2406"/>
                  </a:lnTo>
                  <a:lnTo>
                    <a:pt x="548" y="2406"/>
                  </a:lnTo>
                  <a:lnTo>
                    <a:pt x="548" y="334"/>
                  </a:lnTo>
                  <a:close/>
                  <a:moveTo>
                    <a:pt x="191" y="1"/>
                  </a:moveTo>
                  <a:cubicBezTo>
                    <a:pt x="96" y="1"/>
                    <a:pt x="0" y="96"/>
                    <a:pt x="0" y="167"/>
                  </a:cubicBezTo>
                  <a:cubicBezTo>
                    <a:pt x="0" y="262"/>
                    <a:pt x="96" y="358"/>
                    <a:pt x="191" y="358"/>
                  </a:cubicBezTo>
                  <a:lnTo>
                    <a:pt x="191" y="2430"/>
                  </a:lnTo>
                  <a:cubicBezTo>
                    <a:pt x="96" y="2430"/>
                    <a:pt x="0" y="2525"/>
                    <a:pt x="0" y="2620"/>
                  </a:cubicBezTo>
                  <a:cubicBezTo>
                    <a:pt x="0" y="2715"/>
                    <a:pt x="96" y="2787"/>
                    <a:pt x="191" y="2787"/>
                  </a:cubicBezTo>
                  <a:lnTo>
                    <a:pt x="1286" y="2787"/>
                  </a:lnTo>
                  <a:cubicBezTo>
                    <a:pt x="1382" y="2787"/>
                    <a:pt x="1477" y="2715"/>
                    <a:pt x="1477" y="2620"/>
                  </a:cubicBezTo>
                  <a:cubicBezTo>
                    <a:pt x="1477" y="2477"/>
                    <a:pt x="1405" y="2406"/>
                    <a:pt x="1286" y="2406"/>
                  </a:cubicBezTo>
                  <a:lnTo>
                    <a:pt x="1286" y="358"/>
                  </a:lnTo>
                  <a:cubicBezTo>
                    <a:pt x="1286" y="143"/>
                    <a:pt x="1143" y="1"/>
                    <a:pt x="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8"/>
            <p:cNvSpPr/>
            <p:nvPr/>
          </p:nvSpPr>
          <p:spPr>
            <a:xfrm>
              <a:off x="3545142" y="4282354"/>
              <a:ext cx="35908" cy="35908"/>
            </a:xfrm>
            <a:custGeom>
              <a:avLst/>
              <a:gdLst/>
              <a:ahLst/>
              <a:cxnLst/>
              <a:rect l="l" t="t" r="r" b="b"/>
              <a:pathLst>
                <a:path w="1073" h="1073" extrusionOk="0">
                  <a:moveTo>
                    <a:pt x="548" y="334"/>
                  </a:moveTo>
                  <a:cubicBezTo>
                    <a:pt x="644" y="334"/>
                    <a:pt x="739" y="429"/>
                    <a:pt x="739" y="548"/>
                  </a:cubicBezTo>
                  <a:cubicBezTo>
                    <a:pt x="715" y="667"/>
                    <a:pt x="620" y="739"/>
                    <a:pt x="548" y="739"/>
                  </a:cubicBezTo>
                  <a:cubicBezTo>
                    <a:pt x="429" y="739"/>
                    <a:pt x="334" y="667"/>
                    <a:pt x="334" y="548"/>
                  </a:cubicBezTo>
                  <a:cubicBezTo>
                    <a:pt x="334" y="429"/>
                    <a:pt x="429" y="334"/>
                    <a:pt x="548" y="334"/>
                  </a:cubicBezTo>
                  <a:close/>
                  <a:moveTo>
                    <a:pt x="548" y="0"/>
                  </a:moveTo>
                  <a:cubicBezTo>
                    <a:pt x="239" y="0"/>
                    <a:pt x="1" y="239"/>
                    <a:pt x="1" y="548"/>
                  </a:cubicBezTo>
                  <a:cubicBezTo>
                    <a:pt x="1" y="834"/>
                    <a:pt x="239" y="1072"/>
                    <a:pt x="548" y="1072"/>
                  </a:cubicBezTo>
                  <a:cubicBezTo>
                    <a:pt x="834" y="1072"/>
                    <a:pt x="1072" y="834"/>
                    <a:pt x="1072" y="548"/>
                  </a:cubicBezTo>
                  <a:cubicBezTo>
                    <a:pt x="1072" y="239"/>
                    <a:pt x="834"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8"/>
            <p:cNvSpPr/>
            <p:nvPr/>
          </p:nvSpPr>
          <p:spPr>
            <a:xfrm>
              <a:off x="3447928" y="4248254"/>
              <a:ext cx="181715" cy="171207"/>
            </a:xfrm>
            <a:custGeom>
              <a:avLst/>
              <a:gdLst/>
              <a:ahLst/>
              <a:cxnLst/>
              <a:rect l="l" t="t" r="r" b="b"/>
              <a:pathLst>
                <a:path w="5430" h="5116" extrusionOk="0">
                  <a:moveTo>
                    <a:pt x="3426" y="1"/>
                  </a:moveTo>
                  <a:cubicBezTo>
                    <a:pt x="2615" y="1"/>
                    <a:pt x="1812" y="314"/>
                    <a:pt x="1215" y="924"/>
                  </a:cubicBezTo>
                  <a:cubicBezTo>
                    <a:pt x="72" y="2067"/>
                    <a:pt x="0" y="3853"/>
                    <a:pt x="953" y="5068"/>
                  </a:cubicBezTo>
                  <a:cubicBezTo>
                    <a:pt x="977" y="5092"/>
                    <a:pt x="1024" y="5116"/>
                    <a:pt x="1096" y="5116"/>
                  </a:cubicBezTo>
                  <a:cubicBezTo>
                    <a:pt x="1120" y="5116"/>
                    <a:pt x="1191" y="5116"/>
                    <a:pt x="1215" y="5092"/>
                  </a:cubicBezTo>
                  <a:cubicBezTo>
                    <a:pt x="1310" y="5044"/>
                    <a:pt x="1310" y="4925"/>
                    <a:pt x="1239" y="4854"/>
                  </a:cubicBezTo>
                  <a:cubicBezTo>
                    <a:pt x="381" y="3758"/>
                    <a:pt x="477" y="2139"/>
                    <a:pt x="1477" y="1162"/>
                  </a:cubicBezTo>
                  <a:cubicBezTo>
                    <a:pt x="2012" y="627"/>
                    <a:pt x="2741" y="349"/>
                    <a:pt x="3471" y="349"/>
                  </a:cubicBezTo>
                  <a:cubicBezTo>
                    <a:pt x="4072" y="349"/>
                    <a:pt x="4673" y="537"/>
                    <a:pt x="5168" y="924"/>
                  </a:cubicBezTo>
                  <a:cubicBezTo>
                    <a:pt x="5212" y="957"/>
                    <a:pt x="5256" y="975"/>
                    <a:pt x="5296" y="975"/>
                  </a:cubicBezTo>
                  <a:cubicBezTo>
                    <a:pt x="5341" y="975"/>
                    <a:pt x="5381" y="951"/>
                    <a:pt x="5406" y="900"/>
                  </a:cubicBezTo>
                  <a:cubicBezTo>
                    <a:pt x="5430" y="853"/>
                    <a:pt x="5430" y="734"/>
                    <a:pt x="5359" y="662"/>
                  </a:cubicBezTo>
                  <a:cubicBezTo>
                    <a:pt x="4785" y="218"/>
                    <a:pt x="4103" y="1"/>
                    <a:pt x="3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8"/>
            <p:cNvSpPr/>
            <p:nvPr/>
          </p:nvSpPr>
          <p:spPr>
            <a:xfrm>
              <a:off x="3496518" y="4286872"/>
              <a:ext cx="180945" cy="170839"/>
            </a:xfrm>
            <a:custGeom>
              <a:avLst/>
              <a:gdLst/>
              <a:ahLst/>
              <a:cxnLst/>
              <a:rect l="l" t="t" r="r" b="b"/>
              <a:pathLst>
                <a:path w="5407" h="5105" extrusionOk="0">
                  <a:moveTo>
                    <a:pt x="4321" y="1"/>
                  </a:moveTo>
                  <a:cubicBezTo>
                    <a:pt x="4283" y="1"/>
                    <a:pt x="4246" y="12"/>
                    <a:pt x="4216" y="32"/>
                  </a:cubicBezTo>
                  <a:cubicBezTo>
                    <a:pt x="4145" y="104"/>
                    <a:pt x="4145" y="223"/>
                    <a:pt x="4192" y="294"/>
                  </a:cubicBezTo>
                  <a:cubicBezTo>
                    <a:pt x="5050" y="1390"/>
                    <a:pt x="4931" y="2961"/>
                    <a:pt x="3954" y="3938"/>
                  </a:cubicBezTo>
                  <a:cubicBezTo>
                    <a:pt x="3420" y="4485"/>
                    <a:pt x="2700" y="4769"/>
                    <a:pt x="1978" y="4769"/>
                  </a:cubicBezTo>
                  <a:cubicBezTo>
                    <a:pt x="1381" y="4769"/>
                    <a:pt x="783" y="4575"/>
                    <a:pt x="287" y="4176"/>
                  </a:cubicBezTo>
                  <a:cubicBezTo>
                    <a:pt x="247" y="4156"/>
                    <a:pt x="212" y="4145"/>
                    <a:pt x="179" y="4145"/>
                  </a:cubicBezTo>
                  <a:cubicBezTo>
                    <a:pt x="132" y="4145"/>
                    <a:pt x="90" y="4168"/>
                    <a:pt x="49" y="4224"/>
                  </a:cubicBezTo>
                  <a:cubicBezTo>
                    <a:pt x="1" y="4295"/>
                    <a:pt x="1" y="4390"/>
                    <a:pt x="72" y="4462"/>
                  </a:cubicBezTo>
                  <a:cubicBezTo>
                    <a:pt x="644" y="4890"/>
                    <a:pt x="1335" y="5105"/>
                    <a:pt x="1978" y="5105"/>
                  </a:cubicBezTo>
                  <a:cubicBezTo>
                    <a:pt x="2787" y="5105"/>
                    <a:pt x="3597" y="4819"/>
                    <a:pt x="4216" y="4176"/>
                  </a:cubicBezTo>
                  <a:cubicBezTo>
                    <a:pt x="5288" y="3080"/>
                    <a:pt x="5407" y="1318"/>
                    <a:pt x="4454" y="80"/>
                  </a:cubicBezTo>
                  <a:cubicBezTo>
                    <a:pt x="4426" y="24"/>
                    <a:pt x="4374"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8" name="Google Shape;4518;p58"/>
          <p:cNvGrpSpPr/>
          <p:nvPr/>
        </p:nvGrpSpPr>
        <p:grpSpPr>
          <a:xfrm>
            <a:off x="4055978" y="4015237"/>
            <a:ext cx="399303" cy="326785"/>
            <a:chOff x="4055978" y="4250462"/>
            <a:chExt cx="399303" cy="326785"/>
          </a:xfrm>
        </p:grpSpPr>
        <p:sp>
          <p:nvSpPr>
            <p:cNvPr id="4519" name="Google Shape;4519;p58"/>
            <p:cNvSpPr/>
            <p:nvPr/>
          </p:nvSpPr>
          <p:spPr>
            <a:xfrm>
              <a:off x="4150014" y="4297078"/>
              <a:ext cx="90891" cy="98487"/>
            </a:xfrm>
            <a:custGeom>
              <a:avLst/>
              <a:gdLst/>
              <a:ahLst/>
              <a:cxnLst/>
              <a:rect l="l" t="t" r="r" b="b"/>
              <a:pathLst>
                <a:path w="2716" h="2943" extrusionOk="0">
                  <a:moveTo>
                    <a:pt x="1280" y="1"/>
                  </a:moveTo>
                  <a:cubicBezTo>
                    <a:pt x="992" y="1"/>
                    <a:pt x="708" y="103"/>
                    <a:pt x="477" y="299"/>
                  </a:cubicBezTo>
                  <a:cubicBezTo>
                    <a:pt x="168" y="537"/>
                    <a:pt x="1" y="942"/>
                    <a:pt x="1" y="1323"/>
                  </a:cubicBezTo>
                  <a:cubicBezTo>
                    <a:pt x="1" y="1418"/>
                    <a:pt x="96" y="1489"/>
                    <a:pt x="168" y="1489"/>
                  </a:cubicBezTo>
                  <a:cubicBezTo>
                    <a:pt x="263" y="1489"/>
                    <a:pt x="358" y="1418"/>
                    <a:pt x="358" y="1323"/>
                  </a:cubicBezTo>
                  <a:cubicBezTo>
                    <a:pt x="358" y="1013"/>
                    <a:pt x="477" y="751"/>
                    <a:pt x="715" y="585"/>
                  </a:cubicBezTo>
                  <a:cubicBezTo>
                    <a:pt x="875" y="443"/>
                    <a:pt x="1074" y="367"/>
                    <a:pt x="1293" y="367"/>
                  </a:cubicBezTo>
                  <a:cubicBezTo>
                    <a:pt x="1368" y="367"/>
                    <a:pt x="1446" y="376"/>
                    <a:pt x="1525" y="394"/>
                  </a:cubicBezTo>
                  <a:cubicBezTo>
                    <a:pt x="1882" y="442"/>
                    <a:pt x="2168" y="751"/>
                    <a:pt x="2216" y="1108"/>
                  </a:cubicBezTo>
                  <a:cubicBezTo>
                    <a:pt x="2311" y="1609"/>
                    <a:pt x="2049" y="2085"/>
                    <a:pt x="1573" y="2204"/>
                  </a:cubicBezTo>
                  <a:cubicBezTo>
                    <a:pt x="1311" y="2299"/>
                    <a:pt x="1120" y="2513"/>
                    <a:pt x="1120" y="2775"/>
                  </a:cubicBezTo>
                  <a:cubicBezTo>
                    <a:pt x="1120" y="2871"/>
                    <a:pt x="1215" y="2942"/>
                    <a:pt x="1311" y="2942"/>
                  </a:cubicBezTo>
                  <a:cubicBezTo>
                    <a:pt x="1406" y="2942"/>
                    <a:pt x="1477" y="2871"/>
                    <a:pt x="1477" y="2775"/>
                  </a:cubicBezTo>
                  <a:cubicBezTo>
                    <a:pt x="1477" y="2680"/>
                    <a:pt x="1549" y="2561"/>
                    <a:pt x="1668" y="2537"/>
                  </a:cubicBezTo>
                  <a:cubicBezTo>
                    <a:pt x="2311" y="2371"/>
                    <a:pt x="2716" y="1704"/>
                    <a:pt x="2549" y="1013"/>
                  </a:cubicBezTo>
                  <a:cubicBezTo>
                    <a:pt x="2478" y="537"/>
                    <a:pt x="2049" y="132"/>
                    <a:pt x="1573" y="37"/>
                  </a:cubicBezTo>
                  <a:cubicBezTo>
                    <a:pt x="1476" y="13"/>
                    <a:pt x="1377" y="1"/>
                    <a:pt x="1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8"/>
            <p:cNvSpPr/>
            <p:nvPr/>
          </p:nvSpPr>
          <p:spPr>
            <a:xfrm>
              <a:off x="4187494" y="4409854"/>
              <a:ext cx="11980" cy="11980"/>
            </a:xfrm>
            <a:custGeom>
              <a:avLst/>
              <a:gdLst/>
              <a:ahLst/>
              <a:cxnLst/>
              <a:rect l="l" t="t" r="r" b="b"/>
              <a:pathLst>
                <a:path w="358" h="358" extrusionOk="0">
                  <a:moveTo>
                    <a:pt x="191" y="1"/>
                  </a:moveTo>
                  <a:cubicBezTo>
                    <a:pt x="95" y="1"/>
                    <a:pt x="0" y="96"/>
                    <a:pt x="0" y="191"/>
                  </a:cubicBezTo>
                  <a:cubicBezTo>
                    <a:pt x="0" y="263"/>
                    <a:pt x="95" y="358"/>
                    <a:pt x="191" y="358"/>
                  </a:cubicBezTo>
                  <a:cubicBezTo>
                    <a:pt x="286" y="358"/>
                    <a:pt x="357" y="263"/>
                    <a:pt x="357" y="191"/>
                  </a:cubicBezTo>
                  <a:cubicBezTo>
                    <a:pt x="357" y="72"/>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8"/>
            <p:cNvSpPr/>
            <p:nvPr/>
          </p:nvSpPr>
          <p:spPr>
            <a:xfrm>
              <a:off x="4055978" y="4250462"/>
              <a:ext cx="274179" cy="265444"/>
            </a:xfrm>
            <a:custGeom>
              <a:avLst/>
              <a:gdLst/>
              <a:ahLst/>
              <a:cxnLst/>
              <a:rect l="l" t="t" r="r" b="b"/>
              <a:pathLst>
                <a:path w="8193" h="7932" extrusionOk="0">
                  <a:moveTo>
                    <a:pt x="7478" y="382"/>
                  </a:moveTo>
                  <a:cubicBezTo>
                    <a:pt x="7693" y="382"/>
                    <a:pt x="7860" y="572"/>
                    <a:pt x="7860" y="787"/>
                  </a:cubicBezTo>
                  <a:lnTo>
                    <a:pt x="7860" y="5573"/>
                  </a:lnTo>
                  <a:lnTo>
                    <a:pt x="7836" y="5573"/>
                  </a:lnTo>
                  <a:cubicBezTo>
                    <a:pt x="7836" y="5788"/>
                    <a:pt x="7669" y="5954"/>
                    <a:pt x="7455" y="5954"/>
                  </a:cubicBezTo>
                  <a:lnTo>
                    <a:pt x="3549" y="5954"/>
                  </a:lnTo>
                  <a:cubicBezTo>
                    <a:pt x="3501" y="5954"/>
                    <a:pt x="3454" y="5978"/>
                    <a:pt x="3430" y="6026"/>
                  </a:cubicBezTo>
                  <a:lnTo>
                    <a:pt x="1882" y="7574"/>
                  </a:lnTo>
                  <a:lnTo>
                    <a:pt x="1882" y="6169"/>
                  </a:lnTo>
                  <a:cubicBezTo>
                    <a:pt x="1882" y="6074"/>
                    <a:pt x="1787" y="5978"/>
                    <a:pt x="1715" y="5978"/>
                  </a:cubicBezTo>
                  <a:lnTo>
                    <a:pt x="787" y="5978"/>
                  </a:lnTo>
                  <a:cubicBezTo>
                    <a:pt x="572" y="5978"/>
                    <a:pt x="382" y="5812"/>
                    <a:pt x="382" y="5597"/>
                  </a:cubicBezTo>
                  <a:lnTo>
                    <a:pt x="382" y="787"/>
                  </a:lnTo>
                  <a:cubicBezTo>
                    <a:pt x="382" y="572"/>
                    <a:pt x="572" y="382"/>
                    <a:pt x="787" y="382"/>
                  </a:cubicBezTo>
                  <a:close/>
                  <a:moveTo>
                    <a:pt x="763" y="1"/>
                  </a:moveTo>
                  <a:cubicBezTo>
                    <a:pt x="334" y="1"/>
                    <a:pt x="1" y="334"/>
                    <a:pt x="1" y="739"/>
                  </a:cubicBezTo>
                  <a:lnTo>
                    <a:pt x="1" y="5573"/>
                  </a:lnTo>
                  <a:cubicBezTo>
                    <a:pt x="1" y="5978"/>
                    <a:pt x="334" y="6312"/>
                    <a:pt x="763" y="6312"/>
                  </a:cubicBezTo>
                  <a:lnTo>
                    <a:pt x="1501" y="6312"/>
                  </a:lnTo>
                  <a:lnTo>
                    <a:pt x="1501" y="7574"/>
                  </a:lnTo>
                  <a:cubicBezTo>
                    <a:pt x="1501" y="7717"/>
                    <a:pt x="1596" y="7836"/>
                    <a:pt x="1715" y="7883"/>
                  </a:cubicBezTo>
                  <a:cubicBezTo>
                    <a:pt x="1763" y="7931"/>
                    <a:pt x="1787" y="7931"/>
                    <a:pt x="1858" y="7931"/>
                  </a:cubicBezTo>
                  <a:cubicBezTo>
                    <a:pt x="1954" y="7931"/>
                    <a:pt x="2025" y="7883"/>
                    <a:pt x="2120" y="7812"/>
                  </a:cubicBezTo>
                  <a:lnTo>
                    <a:pt x="3597" y="6312"/>
                  </a:lnTo>
                  <a:lnTo>
                    <a:pt x="7455" y="6312"/>
                  </a:lnTo>
                  <a:cubicBezTo>
                    <a:pt x="7860" y="6312"/>
                    <a:pt x="8193" y="5978"/>
                    <a:pt x="8193" y="5573"/>
                  </a:cubicBezTo>
                  <a:lnTo>
                    <a:pt x="8193" y="739"/>
                  </a:lnTo>
                  <a:cubicBezTo>
                    <a:pt x="8193" y="334"/>
                    <a:pt x="7860" y="1"/>
                    <a:pt x="7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8"/>
            <p:cNvSpPr/>
            <p:nvPr/>
          </p:nvSpPr>
          <p:spPr>
            <a:xfrm>
              <a:off x="4181905" y="4313443"/>
              <a:ext cx="273376" cy="263805"/>
            </a:xfrm>
            <a:custGeom>
              <a:avLst/>
              <a:gdLst/>
              <a:ahLst/>
              <a:cxnLst/>
              <a:rect l="l" t="t" r="r" b="b"/>
              <a:pathLst>
                <a:path w="8169" h="7883" extrusionOk="0">
                  <a:moveTo>
                    <a:pt x="5001" y="0"/>
                  </a:moveTo>
                  <a:cubicBezTo>
                    <a:pt x="4906" y="0"/>
                    <a:pt x="4811" y="96"/>
                    <a:pt x="4811" y="167"/>
                  </a:cubicBezTo>
                  <a:cubicBezTo>
                    <a:pt x="4811" y="262"/>
                    <a:pt x="4906" y="357"/>
                    <a:pt x="5001" y="357"/>
                  </a:cubicBezTo>
                  <a:lnTo>
                    <a:pt x="7407" y="357"/>
                  </a:lnTo>
                  <a:cubicBezTo>
                    <a:pt x="7621" y="357"/>
                    <a:pt x="7788" y="524"/>
                    <a:pt x="7788" y="738"/>
                  </a:cubicBezTo>
                  <a:lnTo>
                    <a:pt x="7788" y="5573"/>
                  </a:lnTo>
                  <a:cubicBezTo>
                    <a:pt x="7788" y="5763"/>
                    <a:pt x="7621" y="5954"/>
                    <a:pt x="7407" y="5954"/>
                  </a:cubicBezTo>
                  <a:lnTo>
                    <a:pt x="6478" y="5954"/>
                  </a:lnTo>
                  <a:cubicBezTo>
                    <a:pt x="6383" y="5954"/>
                    <a:pt x="6311" y="6049"/>
                    <a:pt x="6311" y="6121"/>
                  </a:cubicBezTo>
                  <a:lnTo>
                    <a:pt x="6311" y="7526"/>
                  </a:lnTo>
                  <a:lnTo>
                    <a:pt x="4763" y="5978"/>
                  </a:lnTo>
                  <a:cubicBezTo>
                    <a:pt x="4716" y="5954"/>
                    <a:pt x="4668" y="5930"/>
                    <a:pt x="4644" y="5930"/>
                  </a:cubicBezTo>
                  <a:lnTo>
                    <a:pt x="739" y="5930"/>
                  </a:lnTo>
                  <a:cubicBezTo>
                    <a:pt x="524" y="5930"/>
                    <a:pt x="358" y="5740"/>
                    <a:pt x="358" y="5525"/>
                  </a:cubicBezTo>
                  <a:lnTo>
                    <a:pt x="358" y="4977"/>
                  </a:lnTo>
                  <a:cubicBezTo>
                    <a:pt x="358" y="4882"/>
                    <a:pt x="262" y="4787"/>
                    <a:pt x="167" y="4787"/>
                  </a:cubicBezTo>
                  <a:cubicBezTo>
                    <a:pt x="72" y="4787"/>
                    <a:pt x="0" y="4882"/>
                    <a:pt x="0" y="4977"/>
                  </a:cubicBezTo>
                  <a:lnTo>
                    <a:pt x="0" y="5525"/>
                  </a:lnTo>
                  <a:cubicBezTo>
                    <a:pt x="0" y="5954"/>
                    <a:pt x="334" y="6287"/>
                    <a:pt x="739" y="6287"/>
                  </a:cubicBezTo>
                  <a:lnTo>
                    <a:pt x="4573" y="6287"/>
                  </a:lnTo>
                  <a:lnTo>
                    <a:pt x="6073" y="7764"/>
                  </a:lnTo>
                  <a:cubicBezTo>
                    <a:pt x="6121" y="7835"/>
                    <a:pt x="6216" y="7883"/>
                    <a:pt x="6335" y="7883"/>
                  </a:cubicBezTo>
                  <a:cubicBezTo>
                    <a:pt x="6383" y="7883"/>
                    <a:pt x="6430" y="7883"/>
                    <a:pt x="6478" y="7859"/>
                  </a:cubicBezTo>
                  <a:cubicBezTo>
                    <a:pt x="6621" y="7788"/>
                    <a:pt x="6692" y="7668"/>
                    <a:pt x="6692" y="7526"/>
                  </a:cubicBezTo>
                  <a:lnTo>
                    <a:pt x="6692" y="6287"/>
                  </a:lnTo>
                  <a:lnTo>
                    <a:pt x="7431" y="6287"/>
                  </a:lnTo>
                  <a:cubicBezTo>
                    <a:pt x="7859" y="6287"/>
                    <a:pt x="8169" y="5954"/>
                    <a:pt x="8169" y="5525"/>
                  </a:cubicBezTo>
                  <a:lnTo>
                    <a:pt x="8169" y="715"/>
                  </a:lnTo>
                  <a:cubicBezTo>
                    <a:pt x="8145" y="334"/>
                    <a:pt x="7835" y="0"/>
                    <a:pt x="7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3" name="Google Shape;4523;p58"/>
          <p:cNvGrpSpPr/>
          <p:nvPr/>
        </p:nvGrpSpPr>
        <p:grpSpPr>
          <a:xfrm>
            <a:off x="4704688" y="4015237"/>
            <a:ext cx="397732" cy="322803"/>
            <a:chOff x="4704688" y="4250462"/>
            <a:chExt cx="397732" cy="322803"/>
          </a:xfrm>
        </p:grpSpPr>
        <p:sp>
          <p:nvSpPr>
            <p:cNvPr id="4524" name="Google Shape;4524;p58"/>
            <p:cNvSpPr/>
            <p:nvPr/>
          </p:nvSpPr>
          <p:spPr>
            <a:xfrm>
              <a:off x="4704688" y="4250462"/>
              <a:ext cx="397732" cy="322803"/>
            </a:xfrm>
            <a:custGeom>
              <a:avLst/>
              <a:gdLst/>
              <a:ahLst/>
              <a:cxnLst/>
              <a:rect l="l" t="t" r="r" b="b"/>
              <a:pathLst>
                <a:path w="11885" h="9646" extrusionOk="0">
                  <a:moveTo>
                    <a:pt x="5740" y="2954"/>
                  </a:moveTo>
                  <a:cubicBezTo>
                    <a:pt x="5669" y="3573"/>
                    <a:pt x="5121" y="4049"/>
                    <a:pt x="4502" y="4049"/>
                  </a:cubicBezTo>
                  <a:cubicBezTo>
                    <a:pt x="3882" y="4049"/>
                    <a:pt x="3335" y="3573"/>
                    <a:pt x="3239" y="2954"/>
                  </a:cubicBezTo>
                  <a:close/>
                  <a:moveTo>
                    <a:pt x="8645" y="2954"/>
                  </a:moveTo>
                  <a:cubicBezTo>
                    <a:pt x="8550" y="3573"/>
                    <a:pt x="8002" y="4049"/>
                    <a:pt x="7383" y="4049"/>
                  </a:cubicBezTo>
                  <a:cubicBezTo>
                    <a:pt x="6764" y="4049"/>
                    <a:pt x="6216" y="3573"/>
                    <a:pt x="6145" y="2954"/>
                  </a:cubicBezTo>
                  <a:close/>
                  <a:moveTo>
                    <a:pt x="10003" y="358"/>
                  </a:moveTo>
                  <a:cubicBezTo>
                    <a:pt x="10074" y="358"/>
                    <a:pt x="10146" y="382"/>
                    <a:pt x="10193" y="453"/>
                  </a:cubicBezTo>
                  <a:lnTo>
                    <a:pt x="11408" y="2597"/>
                  </a:lnTo>
                  <a:lnTo>
                    <a:pt x="10955" y="2597"/>
                  </a:lnTo>
                  <a:cubicBezTo>
                    <a:pt x="10860" y="2597"/>
                    <a:pt x="10789" y="2668"/>
                    <a:pt x="10789" y="2763"/>
                  </a:cubicBezTo>
                  <a:cubicBezTo>
                    <a:pt x="10789" y="2859"/>
                    <a:pt x="10860" y="2954"/>
                    <a:pt x="10955" y="2954"/>
                  </a:cubicBezTo>
                  <a:lnTo>
                    <a:pt x="11527" y="2954"/>
                  </a:lnTo>
                  <a:cubicBezTo>
                    <a:pt x="11432" y="3573"/>
                    <a:pt x="10908" y="4049"/>
                    <a:pt x="10265" y="4049"/>
                  </a:cubicBezTo>
                  <a:cubicBezTo>
                    <a:pt x="9646" y="4049"/>
                    <a:pt x="9122" y="3573"/>
                    <a:pt x="9026" y="2954"/>
                  </a:cubicBezTo>
                  <a:lnTo>
                    <a:pt x="10241" y="2954"/>
                  </a:lnTo>
                  <a:cubicBezTo>
                    <a:pt x="10336" y="2954"/>
                    <a:pt x="10431" y="2859"/>
                    <a:pt x="10431" y="2763"/>
                  </a:cubicBezTo>
                  <a:cubicBezTo>
                    <a:pt x="10431" y="2668"/>
                    <a:pt x="10336" y="2597"/>
                    <a:pt x="10241" y="2597"/>
                  </a:cubicBezTo>
                  <a:lnTo>
                    <a:pt x="1692" y="2597"/>
                  </a:lnTo>
                  <a:cubicBezTo>
                    <a:pt x="1620" y="2597"/>
                    <a:pt x="1525" y="2668"/>
                    <a:pt x="1525" y="2763"/>
                  </a:cubicBezTo>
                  <a:cubicBezTo>
                    <a:pt x="1525" y="2859"/>
                    <a:pt x="1620" y="2954"/>
                    <a:pt x="1692" y="2954"/>
                  </a:cubicBezTo>
                  <a:lnTo>
                    <a:pt x="2930" y="2954"/>
                  </a:lnTo>
                  <a:cubicBezTo>
                    <a:pt x="2835" y="3573"/>
                    <a:pt x="2287" y="4049"/>
                    <a:pt x="1668" y="4049"/>
                  </a:cubicBezTo>
                  <a:cubicBezTo>
                    <a:pt x="977" y="4049"/>
                    <a:pt x="453" y="3573"/>
                    <a:pt x="358" y="2954"/>
                  </a:cubicBezTo>
                  <a:lnTo>
                    <a:pt x="929" y="2954"/>
                  </a:lnTo>
                  <a:cubicBezTo>
                    <a:pt x="1025" y="2954"/>
                    <a:pt x="1096" y="2859"/>
                    <a:pt x="1096" y="2763"/>
                  </a:cubicBezTo>
                  <a:cubicBezTo>
                    <a:pt x="1096" y="2668"/>
                    <a:pt x="1025" y="2597"/>
                    <a:pt x="929" y="2597"/>
                  </a:cubicBezTo>
                  <a:lnTo>
                    <a:pt x="477" y="2597"/>
                  </a:lnTo>
                  <a:lnTo>
                    <a:pt x="1692" y="453"/>
                  </a:lnTo>
                  <a:cubicBezTo>
                    <a:pt x="1739" y="382"/>
                    <a:pt x="1787" y="358"/>
                    <a:pt x="1882" y="358"/>
                  </a:cubicBezTo>
                  <a:close/>
                  <a:moveTo>
                    <a:pt x="9860" y="5192"/>
                  </a:moveTo>
                  <a:lnTo>
                    <a:pt x="9860" y="8360"/>
                  </a:lnTo>
                  <a:lnTo>
                    <a:pt x="7979" y="8360"/>
                  </a:lnTo>
                  <a:lnTo>
                    <a:pt x="7979" y="5192"/>
                  </a:lnTo>
                  <a:close/>
                  <a:moveTo>
                    <a:pt x="9860" y="8693"/>
                  </a:moveTo>
                  <a:lnTo>
                    <a:pt x="9860" y="9289"/>
                  </a:lnTo>
                  <a:lnTo>
                    <a:pt x="7979" y="9289"/>
                  </a:lnTo>
                  <a:lnTo>
                    <a:pt x="7979" y="8693"/>
                  </a:lnTo>
                  <a:close/>
                  <a:moveTo>
                    <a:pt x="8764" y="3478"/>
                  </a:moveTo>
                  <a:cubicBezTo>
                    <a:pt x="9026" y="4026"/>
                    <a:pt x="9550" y="4383"/>
                    <a:pt x="10170" y="4383"/>
                  </a:cubicBezTo>
                  <a:cubicBezTo>
                    <a:pt x="10360" y="4383"/>
                    <a:pt x="10551" y="4359"/>
                    <a:pt x="10717" y="4287"/>
                  </a:cubicBezTo>
                  <a:lnTo>
                    <a:pt x="10717" y="9289"/>
                  </a:lnTo>
                  <a:lnTo>
                    <a:pt x="10193" y="9289"/>
                  </a:lnTo>
                  <a:lnTo>
                    <a:pt x="10193" y="5002"/>
                  </a:lnTo>
                  <a:cubicBezTo>
                    <a:pt x="10193" y="4907"/>
                    <a:pt x="10098" y="4835"/>
                    <a:pt x="10003" y="4835"/>
                  </a:cubicBezTo>
                  <a:lnTo>
                    <a:pt x="7764" y="4835"/>
                  </a:lnTo>
                  <a:cubicBezTo>
                    <a:pt x="7693" y="4835"/>
                    <a:pt x="7598" y="4907"/>
                    <a:pt x="7598" y="5002"/>
                  </a:cubicBezTo>
                  <a:lnTo>
                    <a:pt x="7598" y="9289"/>
                  </a:lnTo>
                  <a:lnTo>
                    <a:pt x="1072" y="9289"/>
                  </a:lnTo>
                  <a:lnTo>
                    <a:pt x="1072" y="4287"/>
                  </a:lnTo>
                  <a:cubicBezTo>
                    <a:pt x="1263" y="4359"/>
                    <a:pt x="1406" y="4383"/>
                    <a:pt x="1620" y="4383"/>
                  </a:cubicBezTo>
                  <a:cubicBezTo>
                    <a:pt x="2239" y="4383"/>
                    <a:pt x="2763" y="4026"/>
                    <a:pt x="3049" y="3478"/>
                  </a:cubicBezTo>
                  <a:cubicBezTo>
                    <a:pt x="3311" y="4026"/>
                    <a:pt x="3835" y="4383"/>
                    <a:pt x="4478" y="4383"/>
                  </a:cubicBezTo>
                  <a:cubicBezTo>
                    <a:pt x="5097" y="4383"/>
                    <a:pt x="5621" y="4026"/>
                    <a:pt x="5907" y="3478"/>
                  </a:cubicBezTo>
                  <a:cubicBezTo>
                    <a:pt x="6169" y="4026"/>
                    <a:pt x="6693" y="4383"/>
                    <a:pt x="7336" y="4383"/>
                  </a:cubicBezTo>
                  <a:cubicBezTo>
                    <a:pt x="7955" y="4383"/>
                    <a:pt x="8479" y="4026"/>
                    <a:pt x="8764" y="3478"/>
                  </a:cubicBezTo>
                  <a:close/>
                  <a:moveTo>
                    <a:pt x="1882" y="1"/>
                  </a:moveTo>
                  <a:cubicBezTo>
                    <a:pt x="1668" y="1"/>
                    <a:pt x="1477" y="120"/>
                    <a:pt x="1406" y="263"/>
                  </a:cubicBezTo>
                  <a:lnTo>
                    <a:pt x="25" y="2668"/>
                  </a:lnTo>
                  <a:cubicBezTo>
                    <a:pt x="1" y="2716"/>
                    <a:pt x="1" y="2740"/>
                    <a:pt x="1" y="2763"/>
                  </a:cubicBezTo>
                  <a:cubicBezTo>
                    <a:pt x="1" y="3335"/>
                    <a:pt x="286" y="3835"/>
                    <a:pt x="739" y="4145"/>
                  </a:cubicBezTo>
                  <a:lnTo>
                    <a:pt x="739" y="9289"/>
                  </a:lnTo>
                  <a:lnTo>
                    <a:pt x="525" y="9289"/>
                  </a:lnTo>
                  <a:cubicBezTo>
                    <a:pt x="453" y="9289"/>
                    <a:pt x="358" y="9384"/>
                    <a:pt x="358" y="9479"/>
                  </a:cubicBezTo>
                  <a:cubicBezTo>
                    <a:pt x="358" y="9550"/>
                    <a:pt x="453" y="9646"/>
                    <a:pt x="525" y="9646"/>
                  </a:cubicBezTo>
                  <a:lnTo>
                    <a:pt x="11313" y="9646"/>
                  </a:lnTo>
                  <a:cubicBezTo>
                    <a:pt x="11408" y="9646"/>
                    <a:pt x="11479" y="9550"/>
                    <a:pt x="11479" y="9479"/>
                  </a:cubicBezTo>
                  <a:cubicBezTo>
                    <a:pt x="11503" y="9384"/>
                    <a:pt x="11432" y="9289"/>
                    <a:pt x="11336" y="9289"/>
                  </a:cubicBezTo>
                  <a:lnTo>
                    <a:pt x="11146" y="9289"/>
                  </a:lnTo>
                  <a:lnTo>
                    <a:pt x="11146" y="4145"/>
                  </a:lnTo>
                  <a:cubicBezTo>
                    <a:pt x="11575" y="3835"/>
                    <a:pt x="11884" y="3335"/>
                    <a:pt x="11884" y="2763"/>
                  </a:cubicBezTo>
                  <a:cubicBezTo>
                    <a:pt x="11884" y="2740"/>
                    <a:pt x="11884" y="2716"/>
                    <a:pt x="11837" y="2668"/>
                  </a:cubicBezTo>
                  <a:lnTo>
                    <a:pt x="10479" y="263"/>
                  </a:lnTo>
                  <a:cubicBezTo>
                    <a:pt x="10384" y="96"/>
                    <a:pt x="10217" y="1"/>
                    <a:pt x="10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8"/>
            <p:cNvSpPr/>
            <p:nvPr/>
          </p:nvSpPr>
          <p:spPr>
            <a:xfrm>
              <a:off x="4760474" y="4412263"/>
              <a:ext cx="180142" cy="129911"/>
            </a:xfrm>
            <a:custGeom>
              <a:avLst/>
              <a:gdLst/>
              <a:ahLst/>
              <a:cxnLst/>
              <a:rect l="l" t="t" r="r" b="b"/>
              <a:pathLst>
                <a:path w="5383" h="3882" extrusionOk="0">
                  <a:moveTo>
                    <a:pt x="5026" y="357"/>
                  </a:moveTo>
                  <a:lnTo>
                    <a:pt x="5026" y="3525"/>
                  </a:lnTo>
                  <a:lnTo>
                    <a:pt x="358" y="3525"/>
                  </a:lnTo>
                  <a:lnTo>
                    <a:pt x="358" y="357"/>
                  </a:lnTo>
                  <a:close/>
                  <a:moveTo>
                    <a:pt x="191" y="0"/>
                  </a:moveTo>
                  <a:cubicBezTo>
                    <a:pt x="96" y="0"/>
                    <a:pt x="1" y="72"/>
                    <a:pt x="1" y="167"/>
                  </a:cubicBezTo>
                  <a:lnTo>
                    <a:pt x="1" y="3715"/>
                  </a:lnTo>
                  <a:cubicBezTo>
                    <a:pt x="1" y="3811"/>
                    <a:pt x="96" y="3882"/>
                    <a:pt x="191" y="3882"/>
                  </a:cubicBezTo>
                  <a:lnTo>
                    <a:pt x="5216" y="3882"/>
                  </a:lnTo>
                  <a:cubicBezTo>
                    <a:pt x="5311" y="3882"/>
                    <a:pt x="5383" y="3811"/>
                    <a:pt x="5383" y="3715"/>
                  </a:cubicBezTo>
                  <a:lnTo>
                    <a:pt x="5383" y="167"/>
                  </a:lnTo>
                  <a:cubicBezTo>
                    <a:pt x="5383" y="72"/>
                    <a:pt x="5311" y="0"/>
                    <a:pt x="5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6" name="Google Shape;4526;p58"/>
          <p:cNvGrpSpPr/>
          <p:nvPr/>
        </p:nvGrpSpPr>
        <p:grpSpPr>
          <a:xfrm>
            <a:off x="5361363" y="3975214"/>
            <a:ext cx="399304" cy="398066"/>
            <a:chOff x="5361363" y="4210439"/>
            <a:chExt cx="399304" cy="398066"/>
          </a:xfrm>
        </p:grpSpPr>
        <p:sp>
          <p:nvSpPr>
            <p:cNvPr id="4527" name="Google Shape;4527;p58"/>
            <p:cNvSpPr/>
            <p:nvPr/>
          </p:nvSpPr>
          <p:spPr>
            <a:xfrm>
              <a:off x="5361363" y="4210439"/>
              <a:ext cx="399304" cy="398066"/>
            </a:xfrm>
            <a:custGeom>
              <a:avLst/>
              <a:gdLst/>
              <a:ahLst/>
              <a:cxnLst/>
              <a:rect l="l" t="t" r="r" b="b"/>
              <a:pathLst>
                <a:path w="11932" h="11895" extrusionOk="0">
                  <a:moveTo>
                    <a:pt x="5138" y="357"/>
                  </a:moveTo>
                  <a:cubicBezTo>
                    <a:pt x="5247" y="357"/>
                    <a:pt x="5371" y="404"/>
                    <a:pt x="5431" y="482"/>
                  </a:cubicBezTo>
                  <a:cubicBezTo>
                    <a:pt x="5585" y="637"/>
                    <a:pt x="5782" y="715"/>
                    <a:pt x="5975" y="715"/>
                  </a:cubicBezTo>
                  <a:cubicBezTo>
                    <a:pt x="6169" y="715"/>
                    <a:pt x="6359" y="637"/>
                    <a:pt x="6502" y="482"/>
                  </a:cubicBezTo>
                  <a:cubicBezTo>
                    <a:pt x="6597" y="387"/>
                    <a:pt x="6717" y="363"/>
                    <a:pt x="6859" y="363"/>
                  </a:cubicBezTo>
                  <a:cubicBezTo>
                    <a:pt x="6979" y="387"/>
                    <a:pt x="7098" y="459"/>
                    <a:pt x="7169" y="578"/>
                  </a:cubicBezTo>
                  <a:cubicBezTo>
                    <a:pt x="7289" y="834"/>
                    <a:pt x="7568" y="980"/>
                    <a:pt x="7849" y="980"/>
                  </a:cubicBezTo>
                  <a:cubicBezTo>
                    <a:pt x="7959" y="980"/>
                    <a:pt x="8069" y="958"/>
                    <a:pt x="8169" y="911"/>
                  </a:cubicBezTo>
                  <a:cubicBezTo>
                    <a:pt x="8229" y="875"/>
                    <a:pt x="8288" y="858"/>
                    <a:pt x="8348" y="858"/>
                  </a:cubicBezTo>
                  <a:cubicBezTo>
                    <a:pt x="8407" y="858"/>
                    <a:pt x="8467" y="875"/>
                    <a:pt x="8526" y="911"/>
                  </a:cubicBezTo>
                  <a:cubicBezTo>
                    <a:pt x="8646" y="959"/>
                    <a:pt x="8741" y="1078"/>
                    <a:pt x="8741" y="1197"/>
                  </a:cubicBezTo>
                  <a:cubicBezTo>
                    <a:pt x="8804" y="1578"/>
                    <a:pt x="9113" y="1828"/>
                    <a:pt x="9466" y="1828"/>
                  </a:cubicBezTo>
                  <a:cubicBezTo>
                    <a:pt x="9509" y="1828"/>
                    <a:pt x="9553" y="1824"/>
                    <a:pt x="9598" y="1816"/>
                  </a:cubicBezTo>
                  <a:cubicBezTo>
                    <a:pt x="9614" y="1813"/>
                    <a:pt x="9631" y="1811"/>
                    <a:pt x="9648" y="1811"/>
                  </a:cubicBezTo>
                  <a:cubicBezTo>
                    <a:pt x="9761" y="1811"/>
                    <a:pt x="9897" y="1873"/>
                    <a:pt x="9979" y="1935"/>
                  </a:cubicBezTo>
                  <a:cubicBezTo>
                    <a:pt x="10051" y="2030"/>
                    <a:pt x="10122" y="2149"/>
                    <a:pt x="10074" y="2292"/>
                  </a:cubicBezTo>
                  <a:cubicBezTo>
                    <a:pt x="10027" y="2721"/>
                    <a:pt x="10289" y="3102"/>
                    <a:pt x="10717" y="3174"/>
                  </a:cubicBezTo>
                  <a:cubicBezTo>
                    <a:pt x="10836" y="3197"/>
                    <a:pt x="10956" y="3245"/>
                    <a:pt x="11003" y="3364"/>
                  </a:cubicBezTo>
                  <a:cubicBezTo>
                    <a:pt x="11075" y="3483"/>
                    <a:pt x="11075" y="3602"/>
                    <a:pt x="11003" y="3721"/>
                  </a:cubicBezTo>
                  <a:cubicBezTo>
                    <a:pt x="10836" y="4078"/>
                    <a:pt x="10979" y="4555"/>
                    <a:pt x="11337" y="4745"/>
                  </a:cubicBezTo>
                  <a:cubicBezTo>
                    <a:pt x="11456" y="4793"/>
                    <a:pt x="11551" y="4912"/>
                    <a:pt x="11551" y="5031"/>
                  </a:cubicBezTo>
                  <a:cubicBezTo>
                    <a:pt x="11575" y="5150"/>
                    <a:pt x="11527" y="5293"/>
                    <a:pt x="11432" y="5388"/>
                  </a:cubicBezTo>
                  <a:cubicBezTo>
                    <a:pt x="11170" y="5698"/>
                    <a:pt x="11170" y="6198"/>
                    <a:pt x="11432" y="6460"/>
                  </a:cubicBezTo>
                  <a:cubicBezTo>
                    <a:pt x="11503" y="6555"/>
                    <a:pt x="11551" y="6674"/>
                    <a:pt x="11551" y="6817"/>
                  </a:cubicBezTo>
                  <a:cubicBezTo>
                    <a:pt x="11503" y="6936"/>
                    <a:pt x="11456" y="7055"/>
                    <a:pt x="11337" y="7127"/>
                  </a:cubicBezTo>
                  <a:cubicBezTo>
                    <a:pt x="10979" y="7293"/>
                    <a:pt x="10836" y="7770"/>
                    <a:pt x="11003" y="8127"/>
                  </a:cubicBezTo>
                  <a:cubicBezTo>
                    <a:pt x="11075" y="8246"/>
                    <a:pt x="11075" y="8365"/>
                    <a:pt x="11003" y="8484"/>
                  </a:cubicBezTo>
                  <a:cubicBezTo>
                    <a:pt x="10956" y="8603"/>
                    <a:pt x="10836" y="8698"/>
                    <a:pt x="10717" y="8698"/>
                  </a:cubicBezTo>
                  <a:cubicBezTo>
                    <a:pt x="10289" y="8746"/>
                    <a:pt x="10027" y="9151"/>
                    <a:pt x="10074" y="9556"/>
                  </a:cubicBezTo>
                  <a:cubicBezTo>
                    <a:pt x="10122" y="9675"/>
                    <a:pt x="10051" y="9818"/>
                    <a:pt x="9955" y="9913"/>
                  </a:cubicBezTo>
                  <a:cubicBezTo>
                    <a:pt x="9896" y="9992"/>
                    <a:pt x="9804" y="10038"/>
                    <a:pt x="9680" y="10038"/>
                  </a:cubicBezTo>
                  <a:cubicBezTo>
                    <a:pt x="9654" y="10038"/>
                    <a:pt x="9627" y="10036"/>
                    <a:pt x="9598" y="10032"/>
                  </a:cubicBezTo>
                  <a:cubicBezTo>
                    <a:pt x="9566" y="10028"/>
                    <a:pt x="9535" y="10026"/>
                    <a:pt x="9503" y="10026"/>
                  </a:cubicBezTo>
                  <a:cubicBezTo>
                    <a:pt x="9135" y="10026"/>
                    <a:pt x="8807" y="10278"/>
                    <a:pt x="8741" y="10651"/>
                  </a:cubicBezTo>
                  <a:cubicBezTo>
                    <a:pt x="8717" y="10770"/>
                    <a:pt x="8646" y="10889"/>
                    <a:pt x="8526" y="10961"/>
                  </a:cubicBezTo>
                  <a:cubicBezTo>
                    <a:pt x="8467" y="10985"/>
                    <a:pt x="8407" y="10997"/>
                    <a:pt x="8348" y="10997"/>
                  </a:cubicBezTo>
                  <a:cubicBezTo>
                    <a:pt x="8288" y="10997"/>
                    <a:pt x="8229" y="10985"/>
                    <a:pt x="8169" y="10961"/>
                  </a:cubicBezTo>
                  <a:cubicBezTo>
                    <a:pt x="8067" y="10906"/>
                    <a:pt x="7955" y="10881"/>
                    <a:pt x="7844" y="10881"/>
                  </a:cubicBezTo>
                  <a:cubicBezTo>
                    <a:pt x="7565" y="10881"/>
                    <a:pt x="7288" y="11039"/>
                    <a:pt x="7169" y="11294"/>
                  </a:cubicBezTo>
                  <a:cubicBezTo>
                    <a:pt x="7098" y="11413"/>
                    <a:pt x="6979" y="11485"/>
                    <a:pt x="6859" y="11485"/>
                  </a:cubicBezTo>
                  <a:cubicBezTo>
                    <a:pt x="6833" y="11495"/>
                    <a:pt x="6806" y="11500"/>
                    <a:pt x="6778" y="11500"/>
                  </a:cubicBezTo>
                  <a:cubicBezTo>
                    <a:pt x="6680" y="11500"/>
                    <a:pt x="6577" y="11440"/>
                    <a:pt x="6502" y="11366"/>
                  </a:cubicBezTo>
                  <a:cubicBezTo>
                    <a:pt x="6359" y="11223"/>
                    <a:pt x="6193" y="11175"/>
                    <a:pt x="5978" y="11175"/>
                  </a:cubicBezTo>
                  <a:cubicBezTo>
                    <a:pt x="5764" y="11175"/>
                    <a:pt x="5597" y="11223"/>
                    <a:pt x="5431" y="11366"/>
                  </a:cubicBezTo>
                  <a:cubicBezTo>
                    <a:pt x="5359" y="11461"/>
                    <a:pt x="5240" y="11485"/>
                    <a:pt x="5073" y="11485"/>
                  </a:cubicBezTo>
                  <a:cubicBezTo>
                    <a:pt x="4954" y="11461"/>
                    <a:pt x="4835" y="11413"/>
                    <a:pt x="4788" y="11294"/>
                  </a:cubicBezTo>
                  <a:cubicBezTo>
                    <a:pt x="4651" y="11039"/>
                    <a:pt x="4370" y="10881"/>
                    <a:pt x="4089" y="10881"/>
                  </a:cubicBezTo>
                  <a:cubicBezTo>
                    <a:pt x="3977" y="10881"/>
                    <a:pt x="3866" y="10906"/>
                    <a:pt x="3764" y="10961"/>
                  </a:cubicBezTo>
                  <a:cubicBezTo>
                    <a:pt x="3704" y="10985"/>
                    <a:pt x="3644" y="10997"/>
                    <a:pt x="3585" y="10997"/>
                  </a:cubicBezTo>
                  <a:cubicBezTo>
                    <a:pt x="3525" y="10997"/>
                    <a:pt x="3466" y="10985"/>
                    <a:pt x="3406" y="10961"/>
                  </a:cubicBezTo>
                  <a:cubicBezTo>
                    <a:pt x="3287" y="10889"/>
                    <a:pt x="3216" y="10770"/>
                    <a:pt x="3216" y="10651"/>
                  </a:cubicBezTo>
                  <a:cubicBezTo>
                    <a:pt x="3150" y="10278"/>
                    <a:pt x="2821" y="10026"/>
                    <a:pt x="2435" y="10026"/>
                  </a:cubicBezTo>
                  <a:cubicBezTo>
                    <a:pt x="2402" y="10026"/>
                    <a:pt x="2368" y="10028"/>
                    <a:pt x="2335" y="10032"/>
                  </a:cubicBezTo>
                  <a:cubicBezTo>
                    <a:pt x="2314" y="10036"/>
                    <a:pt x="2293" y="10038"/>
                    <a:pt x="2272" y="10038"/>
                  </a:cubicBezTo>
                  <a:cubicBezTo>
                    <a:pt x="2168" y="10038"/>
                    <a:pt x="2056" y="9992"/>
                    <a:pt x="1977" y="9913"/>
                  </a:cubicBezTo>
                  <a:cubicBezTo>
                    <a:pt x="1906" y="9818"/>
                    <a:pt x="1835" y="9699"/>
                    <a:pt x="1858" y="9556"/>
                  </a:cubicBezTo>
                  <a:cubicBezTo>
                    <a:pt x="1930" y="9151"/>
                    <a:pt x="1668" y="8746"/>
                    <a:pt x="1239" y="8698"/>
                  </a:cubicBezTo>
                  <a:cubicBezTo>
                    <a:pt x="1120" y="8675"/>
                    <a:pt x="1001" y="8603"/>
                    <a:pt x="953" y="8484"/>
                  </a:cubicBezTo>
                  <a:cubicBezTo>
                    <a:pt x="882" y="8365"/>
                    <a:pt x="882" y="8246"/>
                    <a:pt x="953" y="8127"/>
                  </a:cubicBezTo>
                  <a:cubicBezTo>
                    <a:pt x="1120" y="7770"/>
                    <a:pt x="977" y="7293"/>
                    <a:pt x="620" y="7127"/>
                  </a:cubicBezTo>
                  <a:cubicBezTo>
                    <a:pt x="501" y="7055"/>
                    <a:pt x="406" y="6936"/>
                    <a:pt x="406" y="6817"/>
                  </a:cubicBezTo>
                  <a:cubicBezTo>
                    <a:pt x="382" y="6698"/>
                    <a:pt x="430" y="6555"/>
                    <a:pt x="525" y="6460"/>
                  </a:cubicBezTo>
                  <a:cubicBezTo>
                    <a:pt x="834" y="6174"/>
                    <a:pt x="834" y="5698"/>
                    <a:pt x="525" y="5388"/>
                  </a:cubicBezTo>
                  <a:cubicBezTo>
                    <a:pt x="430" y="5293"/>
                    <a:pt x="406" y="5198"/>
                    <a:pt x="406" y="5031"/>
                  </a:cubicBezTo>
                  <a:cubicBezTo>
                    <a:pt x="430" y="4912"/>
                    <a:pt x="501" y="4793"/>
                    <a:pt x="620" y="4745"/>
                  </a:cubicBezTo>
                  <a:cubicBezTo>
                    <a:pt x="977" y="4555"/>
                    <a:pt x="1120" y="4078"/>
                    <a:pt x="953" y="3721"/>
                  </a:cubicBezTo>
                  <a:cubicBezTo>
                    <a:pt x="882" y="3602"/>
                    <a:pt x="882" y="3483"/>
                    <a:pt x="953" y="3364"/>
                  </a:cubicBezTo>
                  <a:cubicBezTo>
                    <a:pt x="1001" y="3245"/>
                    <a:pt x="1120" y="3174"/>
                    <a:pt x="1239" y="3174"/>
                  </a:cubicBezTo>
                  <a:cubicBezTo>
                    <a:pt x="1668" y="3102"/>
                    <a:pt x="1930" y="2721"/>
                    <a:pt x="1858" y="2292"/>
                  </a:cubicBezTo>
                  <a:cubicBezTo>
                    <a:pt x="1835" y="2173"/>
                    <a:pt x="1906" y="2030"/>
                    <a:pt x="1977" y="1935"/>
                  </a:cubicBezTo>
                  <a:cubicBezTo>
                    <a:pt x="2060" y="1873"/>
                    <a:pt x="2160" y="1811"/>
                    <a:pt x="2279" y="1811"/>
                  </a:cubicBezTo>
                  <a:cubicBezTo>
                    <a:pt x="2297" y="1811"/>
                    <a:pt x="2316" y="1813"/>
                    <a:pt x="2335" y="1816"/>
                  </a:cubicBezTo>
                  <a:cubicBezTo>
                    <a:pt x="2382" y="1824"/>
                    <a:pt x="2429" y="1828"/>
                    <a:pt x="2474" y="1828"/>
                  </a:cubicBezTo>
                  <a:cubicBezTo>
                    <a:pt x="2844" y="1828"/>
                    <a:pt x="3152" y="1578"/>
                    <a:pt x="3216" y="1197"/>
                  </a:cubicBezTo>
                  <a:cubicBezTo>
                    <a:pt x="3240" y="1078"/>
                    <a:pt x="3287" y="959"/>
                    <a:pt x="3406" y="911"/>
                  </a:cubicBezTo>
                  <a:cubicBezTo>
                    <a:pt x="3466" y="875"/>
                    <a:pt x="3525" y="858"/>
                    <a:pt x="3585" y="858"/>
                  </a:cubicBezTo>
                  <a:cubicBezTo>
                    <a:pt x="3644" y="858"/>
                    <a:pt x="3704" y="875"/>
                    <a:pt x="3764" y="911"/>
                  </a:cubicBezTo>
                  <a:cubicBezTo>
                    <a:pt x="3864" y="958"/>
                    <a:pt x="3974" y="980"/>
                    <a:pt x="4084" y="980"/>
                  </a:cubicBezTo>
                  <a:cubicBezTo>
                    <a:pt x="4366" y="980"/>
                    <a:pt x="4651" y="834"/>
                    <a:pt x="4788" y="578"/>
                  </a:cubicBezTo>
                  <a:cubicBezTo>
                    <a:pt x="4835" y="459"/>
                    <a:pt x="4954" y="363"/>
                    <a:pt x="5073" y="363"/>
                  </a:cubicBezTo>
                  <a:cubicBezTo>
                    <a:pt x="5094" y="359"/>
                    <a:pt x="5116" y="357"/>
                    <a:pt x="5138" y="357"/>
                  </a:cubicBezTo>
                  <a:close/>
                  <a:moveTo>
                    <a:pt x="5136" y="1"/>
                  </a:moveTo>
                  <a:cubicBezTo>
                    <a:pt x="5099" y="1"/>
                    <a:pt x="5063" y="3"/>
                    <a:pt x="5026" y="6"/>
                  </a:cubicBezTo>
                  <a:cubicBezTo>
                    <a:pt x="4788" y="30"/>
                    <a:pt x="4573" y="197"/>
                    <a:pt x="4454" y="387"/>
                  </a:cubicBezTo>
                  <a:cubicBezTo>
                    <a:pt x="4404" y="539"/>
                    <a:pt x="4245" y="619"/>
                    <a:pt x="4098" y="619"/>
                  </a:cubicBezTo>
                  <a:cubicBezTo>
                    <a:pt x="4038" y="619"/>
                    <a:pt x="3979" y="606"/>
                    <a:pt x="3930" y="578"/>
                  </a:cubicBezTo>
                  <a:cubicBezTo>
                    <a:pt x="3823" y="518"/>
                    <a:pt x="3704" y="488"/>
                    <a:pt x="3585" y="488"/>
                  </a:cubicBezTo>
                  <a:cubicBezTo>
                    <a:pt x="3466" y="488"/>
                    <a:pt x="3347" y="518"/>
                    <a:pt x="3240" y="578"/>
                  </a:cubicBezTo>
                  <a:cubicBezTo>
                    <a:pt x="3025" y="697"/>
                    <a:pt x="2882" y="864"/>
                    <a:pt x="2835" y="1149"/>
                  </a:cubicBezTo>
                  <a:cubicBezTo>
                    <a:pt x="2793" y="1317"/>
                    <a:pt x="2639" y="1467"/>
                    <a:pt x="2440" y="1467"/>
                  </a:cubicBezTo>
                  <a:cubicBezTo>
                    <a:pt x="2414" y="1467"/>
                    <a:pt x="2386" y="1464"/>
                    <a:pt x="2358" y="1459"/>
                  </a:cubicBezTo>
                  <a:cubicBezTo>
                    <a:pt x="2329" y="1456"/>
                    <a:pt x="2299" y="1454"/>
                    <a:pt x="2269" y="1454"/>
                  </a:cubicBezTo>
                  <a:cubicBezTo>
                    <a:pt x="2062" y="1454"/>
                    <a:pt x="1858" y="1527"/>
                    <a:pt x="1692" y="1673"/>
                  </a:cubicBezTo>
                  <a:cubicBezTo>
                    <a:pt x="1525" y="1864"/>
                    <a:pt x="1454" y="2102"/>
                    <a:pt x="1477" y="2340"/>
                  </a:cubicBezTo>
                  <a:cubicBezTo>
                    <a:pt x="1525" y="2531"/>
                    <a:pt x="1358" y="2745"/>
                    <a:pt x="1168" y="2816"/>
                  </a:cubicBezTo>
                  <a:cubicBezTo>
                    <a:pt x="930" y="2840"/>
                    <a:pt x="715" y="2983"/>
                    <a:pt x="596" y="3221"/>
                  </a:cubicBezTo>
                  <a:cubicBezTo>
                    <a:pt x="477" y="3435"/>
                    <a:pt x="477" y="3697"/>
                    <a:pt x="596" y="3912"/>
                  </a:cubicBezTo>
                  <a:cubicBezTo>
                    <a:pt x="691" y="4126"/>
                    <a:pt x="620" y="4364"/>
                    <a:pt x="406" y="4436"/>
                  </a:cubicBezTo>
                  <a:cubicBezTo>
                    <a:pt x="215" y="4555"/>
                    <a:pt x="48" y="4769"/>
                    <a:pt x="25" y="5007"/>
                  </a:cubicBezTo>
                  <a:cubicBezTo>
                    <a:pt x="1" y="5245"/>
                    <a:pt x="48" y="5483"/>
                    <a:pt x="239" y="5674"/>
                  </a:cubicBezTo>
                  <a:cubicBezTo>
                    <a:pt x="382" y="5817"/>
                    <a:pt x="382" y="6079"/>
                    <a:pt x="239" y="6222"/>
                  </a:cubicBezTo>
                  <a:cubicBezTo>
                    <a:pt x="48" y="6412"/>
                    <a:pt x="1" y="6650"/>
                    <a:pt x="25" y="6889"/>
                  </a:cubicBezTo>
                  <a:cubicBezTo>
                    <a:pt x="48" y="7127"/>
                    <a:pt x="215" y="7341"/>
                    <a:pt x="406" y="7436"/>
                  </a:cubicBezTo>
                  <a:cubicBezTo>
                    <a:pt x="620" y="7532"/>
                    <a:pt x="691" y="7793"/>
                    <a:pt x="596" y="7984"/>
                  </a:cubicBezTo>
                  <a:cubicBezTo>
                    <a:pt x="477" y="8198"/>
                    <a:pt x="477" y="8460"/>
                    <a:pt x="596" y="8675"/>
                  </a:cubicBezTo>
                  <a:cubicBezTo>
                    <a:pt x="715" y="8865"/>
                    <a:pt x="882" y="9032"/>
                    <a:pt x="1168" y="9079"/>
                  </a:cubicBezTo>
                  <a:cubicBezTo>
                    <a:pt x="1358" y="9127"/>
                    <a:pt x="1525" y="9318"/>
                    <a:pt x="1477" y="9556"/>
                  </a:cubicBezTo>
                  <a:cubicBezTo>
                    <a:pt x="1454" y="9794"/>
                    <a:pt x="1525" y="10032"/>
                    <a:pt x="1692" y="10223"/>
                  </a:cubicBezTo>
                  <a:cubicBezTo>
                    <a:pt x="1843" y="10355"/>
                    <a:pt x="2025" y="10428"/>
                    <a:pt x="2213" y="10428"/>
                  </a:cubicBezTo>
                  <a:cubicBezTo>
                    <a:pt x="2261" y="10428"/>
                    <a:pt x="2310" y="10423"/>
                    <a:pt x="2358" y="10413"/>
                  </a:cubicBezTo>
                  <a:cubicBezTo>
                    <a:pt x="2372" y="10411"/>
                    <a:pt x="2386" y="10410"/>
                    <a:pt x="2401" y="10410"/>
                  </a:cubicBezTo>
                  <a:cubicBezTo>
                    <a:pt x="2580" y="10410"/>
                    <a:pt x="2769" y="10548"/>
                    <a:pt x="2835" y="10746"/>
                  </a:cubicBezTo>
                  <a:cubicBezTo>
                    <a:pt x="2859" y="10985"/>
                    <a:pt x="3001" y="11199"/>
                    <a:pt x="3240" y="11318"/>
                  </a:cubicBezTo>
                  <a:cubicBezTo>
                    <a:pt x="3347" y="11378"/>
                    <a:pt x="3466" y="11407"/>
                    <a:pt x="3585" y="11407"/>
                  </a:cubicBezTo>
                  <a:cubicBezTo>
                    <a:pt x="3704" y="11407"/>
                    <a:pt x="3823" y="11378"/>
                    <a:pt x="3930" y="11318"/>
                  </a:cubicBezTo>
                  <a:cubicBezTo>
                    <a:pt x="3993" y="11290"/>
                    <a:pt x="4057" y="11277"/>
                    <a:pt x="4119" y="11277"/>
                  </a:cubicBezTo>
                  <a:cubicBezTo>
                    <a:pt x="4269" y="11277"/>
                    <a:pt x="4404" y="11357"/>
                    <a:pt x="4454" y="11509"/>
                  </a:cubicBezTo>
                  <a:cubicBezTo>
                    <a:pt x="4573" y="11699"/>
                    <a:pt x="4788" y="11842"/>
                    <a:pt x="5026" y="11890"/>
                  </a:cubicBezTo>
                  <a:cubicBezTo>
                    <a:pt x="5055" y="11893"/>
                    <a:pt x="5085" y="11894"/>
                    <a:pt x="5115" y="11894"/>
                  </a:cubicBezTo>
                  <a:cubicBezTo>
                    <a:pt x="5323" y="11894"/>
                    <a:pt x="5526" y="11821"/>
                    <a:pt x="5693" y="11675"/>
                  </a:cubicBezTo>
                  <a:cubicBezTo>
                    <a:pt x="5764" y="11604"/>
                    <a:pt x="5865" y="11568"/>
                    <a:pt x="5966" y="11568"/>
                  </a:cubicBezTo>
                  <a:cubicBezTo>
                    <a:pt x="6068" y="11568"/>
                    <a:pt x="6169" y="11604"/>
                    <a:pt x="6240" y="11675"/>
                  </a:cubicBezTo>
                  <a:cubicBezTo>
                    <a:pt x="6407" y="11818"/>
                    <a:pt x="6574" y="11890"/>
                    <a:pt x="6788" y="11890"/>
                  </a:cubicBezTo>
                  <a:lnTo>
                    <a:pt x="6907" y="11890"/>
                  </a:lnTo>
                  <a:cubicBezTo>
                    <a:pt x="7145" y="11842"/>
                    <a:pt x="7360" y="11699"/>
                    <a:pt x="7479" y="11509"/>
                  </a:cubicBezTo>
                  <a:cubicBezTo>
                    <a:pt x="7529" y="11357"/>
                    <a:pt x="7687" y="11277"/>
                    <a:pt x="7834" y="11277"/>
                  </a:cubicBezTo>
                  <a:cubicBezTo>
                    <a:pt x="7895" y="11277"/>
                    <a:pt x="7954" y="11290"/>
                    <a:pt x="8003" y="11318"/>
                  </a:cubicBezTo>
                  <a:cubicBezTo>
                    <a:pt x="8110" y="11378"/>
                    <a:pt x="8229" y="11407"/>
                    <a:pt x="8348" y="11407"/>
                  </a:cubicBezTo>
                  <a:cubicBezTo>
                    <a:pt x="8467" y="11407"/>
                    <a:pt x="8586" y="11378"/>
                    <a:pt x="8693" y="11318"/>
                  </a:cubicBezTo>
                  <a:cubicBezTo>
                    <a:pt x="8884" y="11199"/>
                    <a:pt x="9050" y="11008"/>
                    <a:pt x="9098" y="10746"/>
                  </a:cubicBezTo>
                  <a:cubicBezTo>
                    <a:pt x="9120" y="10568"/>
                    <a:pt x="9309" y="10411"/>
                    <a:pt x="9529" y="10411"/>
                  </a:cubicBezTo>
                  <a:cubicBezTo>
                    <a:pt x="9544" y="10411"/>
                    <a:pt x="9559" y="10412"/>
                    <a:pt x="9574" y="10413"/>
                  </a:cubicBezTo>
                  <a:cubicBezTo>
                    <a:pt x="9623" y="10423"/>
                    <a:pt x="9672" y="10428"/>
                    <a:pt x="9720" y="10428"/>
                  </a:cubicBezTo>
                  <a:cubicBezTo>
                    <a:pt x="9908" y="10428"/>
                    <a:pt x="10089" y="10355"/>
                    <a:pt x="10241" y="10223"/>
                  </a:cubicBezTo>
                  <a:cubicBezTo>
                    <a:pt x="10408" y="10032"/>
                    <a:pt x="10479" y="9794"/>
                    <a:pt x="10455" y="9556"/>
                  </a:cubicBezTo>
                  <a:cubicBezTo>
                    <a:pt x="10408" y="9365"/>
                    <a:pt x="10574" y="9151"/>
                    <a:pt x="10765" y="9079"/>
                  </a:cubicBezTo>
                  <a:cubicBezTo>
                    <a:pt x="11003" y="9056"/>
                    <a:pt x="11217" y="8913"/>
                    <a:pt x="11337" y="8675"/>
                  </a:cubicBezTo>
                  <a:cubicBezTo>
                    <a:pt x="11456" y="8460"/>
                    <a:pt x="11456" y="8198"/>
                    <a:pt x="11337" y="7984"/>
                  </a:cubicBezTo>
                  <a:cubicBezTo>
                    <a:pt x="11241" y="7770"/>
                    <a:pt x="11313" y="7532"/>
                    <a:pt x="11527" y="7436"/>
                  </a:cubicBezTo>
                  <a:cubicBezTo>
                    <a:pt x="11718" y="7341"/>
                    <a:pt x="11884" y="7127"/>
                    <a:pt x="11908" y="6889"/>
                  </a:cubicBezTo>
                  <a:cubicBezTo>
                    <a:pt x="11932" y="6650"/>
                    <a:pt x="11837" y="6412"/>
                    <a:pt x="11694" y="6222"/>
                  </a:cubicBezTo>
                  <a:cubicBezTo>
                    <a:pt x="11551" y="6079"/>
                    <a:pt x="11551" y="5817"/>
                    <a:pt x="11694" y="5674"/>
                  </a:cubicBezTo>
                  <a:cubicBezTo>
                    <a:pt x="11884" y="5483"/>
                    <a:pt x="11932" y="5245"/>
                    <a:pt x="11908" y="5007"/>
                  </a:cubicBezTo>
                  <a:cubicBezTo>
                    <a:pt x="11884" y="4769"/>
                    <a:pt x="11718" y="4555"/>
                    <a:pt x="11527" y="4436"/>
                  </a:cubicBezTo>
                  <a:cubicBezTo>
                    <a:pt x="11313" y="4364"/>
                    <a:pt x="11241" y="4078"/>
                    <a:pt x="11337" y="3912"/>
                  </a:cubicBezTo>
                  <a:cubicBezTo>
                    <a:pt x="11456" y="3697"/>
                    <a:pt x="11456" y="3435"/>
                    <a:pt x="11337" y="3221"/>
                  </a:cubicBezTo>
                  <a:cubicBezTo>
                    <a:pt x="11217" y="3007"/>
                    <a:pt x="11051" y="2864"/>
                    <a:pt x="10765" y="2816"/>
                  </a:cubicBezTo>
                  <a:cubicBezTo>
                    <a:pt x="10574" y="2769"/>
                    <a:pt x="10408" y="2578"/>
                    <a:pt x="10455" y="2340"/>
                  </a:cubicBezTo>
                  <a:cubicBezTo>
                    <a:pt x="10479" y="2102"/>
                    <a:pt x="10408" y="1864"/>
                    <a:pt x="10241" y="1673"/>
                  </a:cubicBezTo>
                  <a:cubicBezTo>
                    <a:pt x="10074" y="1527"/>
                    <a:pt x="9871" y="1454"/>
                    <a:pt x="9663" y="1454"/>
                  </a:cubicBezTo>
                  <a:cubicBezTo>
                    <a:pt x="9634" y="1454"/>
                    <a:pt x="9604" y="1456"/>
                    <a:pt x="9574" y="1459"/>
                  </a:cubicBezTo>
                  <a:cubicBezTo>
                    <a:pt x="9552" y="1464"/>
                    <a:pt x="9529" y="1467"/>
                    <a:pt x="9507" y="1467"/>
                  </a:cubicBezTo>
                  <a:cubicBezTo>
                    <a:pt x="9335" y="1467"/>
                    <a:pt x="9161" y="1317"/>
                    <a:pt x="9098" y="1149"/>
                  </a:cubicBezTo>
                  <a:cubicBezTo>
                    <a:pt x="9074" y="911"/>
                    <a:pt x="8931" y="697"/>
                    <a:pt x="8693" y="578"/>
                  </a:cubicBezTo>
                  <a:cubicBezTo>
                    <a:pt x="8586" y="518"/>
                    <a:pt x="8467" y="488"/>
                    <a:pt x="8348" y="488"/>
                  </a:cubicBezTo>
                  <a:cubicBezTo>
                    <a:pt x="8229" y="488"/>
                    <a:pt x="8110" y="518"/>
                    <a:pt x="8003" y="578"/>
                  </a:cubicBezTo>
                  <a:cubicBezTo>
                    <a:pt x="7940" y="606"/>
                    <a:pt x="7875" y="619"/>
                    <a:pt x="7814" y="619"/>
                  </a:cubicBezTo>
                  <a:cubicBezTo>
                    <a:pt x="7663" y="619"/>
                    <a:pt x="7529" y="539"/>
                    <a:pt x="7479" y="387"/>
                  </a:cubicBezTo>
                  <a:cubicBezTo>
                    <a:pt x="7360" y="197"/>
                    <a:pt x="7145" y="30"/>
                    <a:pt x="6907" y="6"/>
                  </a:cubicBezTo>
                  <a:cubicBezTo>
                    <a:pt x="6870" y="3"/>
                    <a:pt x="6833" y="1"/>
                    <a:pt x="6797" y="1"/>
                  </a:cubicBezTo>
                  <a:cubicBezTo>
                    <a:pt x="6596" y="1"/>
                    <a:pt x="6401" y="59"/>
                    <a:pt x="6240" y="221"/>
                  </a:cubicBezTo>
                  <a:cubicBezTo>
                    <a:pt x="6169" y="292"/>
                    <a:pt x="6068" y="328"/>
                    <a:pt x="5966" y="328"/>
                  </a:cubicBezTo>
                  <a:cubicBezTo>
                    <a:pt x="5865" y="328"/>
                    <a:pt x="5764" y="292"/>
                    <a:pt x="5693" y="221"/>
                  </a:cubicBezTo>
                  <a:cubicBezTo>
                    <a:pt x="5531" y="59"/>
                    <a:pt x="5336" y="1"/>
                    <a:pt x="5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8"/>
            <p:cNvSpPr/>
            <p:nvPr/>
          </p:nvSpPr>
          <p:spPr>
            <a:xfrm>
              <a:off x="5398040" y="4247250"/>
              <a:ext cx="270196" cy="267051"/>
            </a:xfrm>
            <a:custGeom>
              <a:avLst/>
              <a:gdLst/>
              <a:ahLst/>
              <a:cxnLst/>
              <a:rect l="l" t="t" r="r" b="b"/>
              <a:pathLst>
                <a:path w="8074" h="7980" extrusionOk="0">
                  <a:moveTo>
                    <a:pt x="4766" y="1"/>
                  </a:moveTo>
                  <a:cubicBezTo>
                    <a:pt x="4733" y="1"/>
                    <a:pt x="4701" y="1"/>
                    <a:pt x="4668" y="2"/>
                  </a:cubicBezTo>
                  <a:cubicBezTo>
                    <a:pt x="3453" y="73"/>
                    <a:pt x="2334" y="549"/>
                    <a:pt x="1453" y="1407"/>
                  </a:cubicBezTo>
                  <a:cubicBezTo>
                    <a:pt x="596" y="2264"/>
                    <a:pt x="96" y="3431"/>
                    <a:pt x="48" y="4622"/>
                  </a:cubicBezTo>
                  <a:cubicBezTo>
                    <a:pt x="0" y="5836"/>
                    <a:pt x="429" y="7003"/>
                    <a:pt x="1215" y="7932"/>
                  </a:cubicBezTo>
                  <a:cubicBezTo>
                    <a:pt x="1239" y="7956"/>
                    <a:pt x="1310" y="7979"/>
                    <a:pt x="1334" y="7979"/>
                  </a:cubicBezTo>
                  <a:cubicBezTo>
                    <a:pt x="1358" y="7979"/>
                    <a:pt x="1429" y="7979"/>
                    <a:pt x="1453" y="7956"/>
                  </a:cubicBezTo>
                  <a:cubicBezTo>
                    <a:pt x="1524" y="7908"/>
                    <a:pt x="1548" y="7789"/>
                    <a:pt x="1477" y="7718"/>
                  </a:cubicBezTo>
                  <a:cubicBezTo>
                    <a:pt x="762" y="6860"/>
                    <a:pt x="381" y="5789"/>
                    <a:pt x="405" y="4645"/>
                  </a:cubicBezTo>
                  <a:cubicBezTo>
                    <a:pt x="453" y="3526"/>
                    <a:pt x="929" y="2455"/>
                    <a:pt x="1715" y="1645"/>
                  </a:cubicBezTo>
                  <a:cubicBezTo>
                    <a:pt x="2525" y="835"/>
                    <a:pt x="3596" y="406"/>
                    <a:pt x="4739" y="335"/>
                  </a:cubicBezTo>
                  <a:cubicBezTo>
                    <a:pt x="4774" y="334"/>
                    <a:pt x="4809" y="334"/>
                    <a:pt x="4844" y="334"/>
                  </a:cubicBezTo>
                  <a:cubicBezTo>
                    <a:pt x="5925" y="334"/>
                    <a:pt x="6957" y="692"/>
                    <a:pt x="7788" y="1407"/>
                  </a:cubicBezTo>
                  <a:cubicBezTo>
                    <a:pt x="7821" y="1440"/>
                    <a:pt x="7864" y="1458"/>
                    <a:pt x="7906" y="1458"/>
                  </a:cubicBezTo>
                  <a:cubicBezTo>
                    <a:pt x="7954" y="1458"/>
                    <a:pt x="8000" y="1434"/>
                    <a:pt x="8026" y="1383"/>
                  </a:cubicBezTo>
                  <a:cubicBezTo>
                    <a:pt x="8073" y="1359"/>
                    <a:pt x="8073" y="1240"/>
                    <a:pt x="7978" y="1169"/>
                  </a:cubicBezTo>
                  <a:cubicBezTo>
                    <a:pt x="7074" y="427"/>
                    <a:pt x="5967" y="1"/>
                    <a:pt x="47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8"/>
            <p:cNvSpPr/>
            <p:nvPr/>
          </p:nvSpPr>
          <p:spPr>
            <a:xfrm>
              <a:off x="5453825" y="4302232"/>
              <a:ext cx="270196" cy="267854"/>
            </a:xfrm>
            <a:custGeom>
              <a:avLst/>
              <a:gdLst/>
              <a:ahLst/>
              <a:cxnLst/>
              <a:rect l="l" t="t" r="r" b="b"/>
              <a:pathLst>
                <a:path w="8074" h="8004" extrusionOk="0">
                  <a:moveTo>
                    <a:pt x="6717" y="1"/>
                  </a:moveTo>
                  <a:cubicBezTo>
                    <a:pt x="6687" y="1"/>
                    <a:pt x="6661" y="9"/>
                    <a:pt x="6645" y="26"/>
                  </a:cubicBezTo>
                  <a:cubicBezTo>
                    <a:pt x="6573" y="97"/>
                    <a:pt x="6549" y="216"/>
                    <a:pt x="6621" y="264"/>
                  </a:cubicBezTo>
                  <a:cubicBezTo>
                    <a:pt x="7311" y="1121"/>
                    <a:pt x="7716" y="2217"/>
                    <a:pt x="7692" y="3336"/>
                  </a:cubicBezTo>
                  <a:cubicBezTo>
                    <a:pt x="7645" y="4479"/>
                    <a:pt x="7169" y="5527"/>
                    <a:pt x="6383" y="6336"/>
                  </a:cubicBezTo>
                  <a:cubicBezTo>
                    <a:pt x="5573" y="7146"/>
                    <a:pt x="4501" y="7599"/>
                    <a:pt x="3358" y="7646"/>
                  </a:cubicBezTo>
                  <a:cubicBezTo>
                    <a:pt x="3296" y="7649"/>
                    <a:pt x="3233" y="7650"/>
                    <a:pt x="3171" y="7650"/>
                  </a:cubicBezTo>
                  <a:cubicBezTo>
                    <a:pt x="2120" y="7650"/>
                    <a:pt x="1119" y="7272"/>
                    <a:pt x="310" y="6575"/>
                  </a:cubicBezTo>
                  <a:cubicBezTo>
                    <a:pt x="280" y="6555"/>
                    <a:pt x="243" y="6543"/>
                    <a:pt x="205" y="6543"/>
                  </a:cubicBezTo>
                  <a:cubicBezTo>
                    <a:pt x="152" y="6543"/>
                    <a:pt x="100" y="6566"/>
                    <a:pt x="72" y="6622"/>
                  </a:cubicBezTo>
                  <a:cubicBezTo>
                    <a:pt x="0" y="6670"/>
                    <a:pt x="0" y="6789"/>
                    <a:pt x="96" y="6860"/>
                  </a:cubicBezTo>
                  <a:cubicBezTo>
                    <a:pt x="953" y="7599"/>
                    <a:pt x="2048" y="8003"/>
                    <a:pt x="3215" y="8003"/>
                  </a:cubicBezTo>
                  <a:lnTo>
                    <a:pt x="3406" y="8003"/>
                  </a:lnTo>
                  <a:cubicBezTo>
                    <a:pt x="4620" y="7956"/>
                    <a:pt x="5740" y="7480"/>
                    <a:pt x="6621" y="6622"/>
                  </a:cubicBezTo>
                  <a:cubicBezTo>
                    <a:pt x="7478" y="5741"/>
                    <a:pt x="7978" y="4598"/>
                    <a:pt x="8002" y="3407"/>
                  </a:cubicBezTo>
                  <a:cubicBezTo>
                    <a:pt x="8073" y="2169"/>
                    <a:pt x="7645" y="978"/>
                    <a:pt x="6883" y="73"/>
                  </a:cubicBezTo>
                  <a:cubicBezTo>
                    <a:pt x="6837" y="27"/>
                    <a:pt x="6771" y="1"/>
                    <a:pt x="67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8"/>
            <p:cNvSpPr/>
            <p:nvPr/>
          </p:nvSpPr>
          <p:spPr>
            <a:xfrm>
              <a:off x="5458611" y="4360460"/>
              <a:ext cx="57392" cy="99659"/>
            </a:xfrm>
            <a:custGeom>
              <a:avLst/>
              <a:gdLst/>
              <a:ahLst/>
              <a:cxnLst/>
              <a:rect l="l" t="t" r="r" b="b"/>
              <a:pathLst>
                <a:path w="1715" h="2978" extrusionOk="0">
                  <a:moveTo>
                    <a:pt x="1524" y="0"/>
                  </a:moveTo>
                  <a:cubicBezTo>
                    <a:pt x="1429" y="0"/>
                    <a:pt x="1334" y="72"/>
                    <a:pt x="1334" y="167"/>
                  </a:cubicBezTo>
                  <a:lnTo>
                    <a:pt x="1334" y="2048"/>
                  </a:lnTo>
                  <a:lnTo>
                    <a:pt x="357" y="119"/>
                  </a:lnTo>
                  <a:cubicBezTo>
                    <a:pt x="338" y="61"/>
                    <a:pt x="270" y="18"/>
                    <a:pt x="193" y="18"/>
                  </a:cubicBezTo>
                  <a:cubicBezTo>
                    <a:pt x="177" y="18"/>
                    <a:pt x="160" y="20"/>
                    <a:pt x="143" y="24"/>
                  </a:cubicBezTo>
                  <a:cubicBezTo>
                    <a:pt x="72" y="48"/>
                    <a:pt x="0" y="119"/>
                    <a:pt x="0" y="191"/>
                  </a:cubicBezTo>
                  <a:lnTo>
                    <a:pt x="0" y="2787"/>
                  </a:lnTo>
                  <a:cubicBezTo>
                    <a:pt x="0" y="2882"/>
                    <a:pt x="95" y="2977"/>
                    <a:pt x="191" y="2977"/>
                  </a:cubicBezTo>
                  <a:cubicBezTo>
                    <a:pt x="262" y="2977"/>
                    <a:pt x="357" y="2882"/>
                    <a:pt x="357" y="2787"/>
                  </a:cubicBezTo>
                  <a:lnTo>
                    <a:pt x="357" y="905"/>
                  </a:lnTo>
                  <a:lnTo>
                    <a:pt x="1334" y="2858"/>
                  </a:lnTo>
                  <a:cubicBezTo>
                    <a:pt x="1381" y="2906"/>
                    <a:pt x="1429" y="2929"/>
                    <a:pt x="1501" y="2929"/>
                  </a:cubicBezTo>
                  <a:lnTo>
                    <a:pt x="1524" y="2929"/>
                  </a:lnTo>
                  <a:cubicBezTo>
                    <a:pt x="1620" y="2906"/>
                    <a:pt x="1667" y="2858"/>
                    <a:pt x="1667" y="2763"/>
                  </a:cubicBezTo>
                  <a:lnTo>
                    <a:pt x="1667" y="167"/>
                  </a:lnTo>
                  <a:cubicBezTo>
                    <a:pt x="1715" y="72"/>
                    <a:pt x="1620" y="0"/>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8"/>
            <p:cNvSpPr/>
            <p:nvPr/>
          </p:nvSpPr>
          <p:spPr>
            <a:xfrm>
              <a:off x="5529522" y="4359657"/>
              <a:ext cx="48658" cy="98856"/>
            </a:xfrm>
            <a:custGeom>
              <a:avLst/>
              <a:gdLst/>
              <a:ahLst/>
              <a:cxnLst/>
              <a:rect l="l" t="t" r="r" b="b"/>
              <a:pathLst>
                <a:path w="1454" h="2954" extrusionOk="0">
                  <a:moveTo>
                    <a:pt x="191" y="0"/>
                  </a:moveTo>
                  <a:cubicBezTo>
                    <a:pt x="96" y="0"/>
                    <a:pt x="1" y="96"/>
                    <a:pt x="1" y="191"/>
                  </a:cubicBezTo>
                  <a:lnTo>
                    <a:pt x="1" y="2787"/>
                  </a:lnTo>
                  <a:cubicBezTo>
                    <a:pt x="1" y="2882"/>
                    <a:pt x="96" y="2953"/>
                    <a:pt x="191" y="2953"/>
                  </a:cubicBezTo>
                  <a:lnTo>
                    <a:pt x="1287" y="2953"/>
                  </a:lnTo>
                  <a:cubicBezTo>
                    <a:pt x="1382" y="2953"/>
                    <a:pt x="1453" y="2882"/>
                    <a:pt x="1453" y="2787"/>
                  </a:cubicBezTo>
                  <a:cubicBezTo>
                    <a:pt x="1453" y="2691"/>
                    <a:pt x="1382" y="2644"/>
                    <a:pt x="1287" y="2644"/>
                  </a:cubicBezTo>
                  <a:lnTo>
                    <a:pt x="334" y="2644"/>
                  </a:lnTo>
                  <a:lnTo>
                    <a:pt x="334" y="1691"/>
                  </a:lnTo>
                  <a:lnTo>
                    <a:pt x="882" y="1691"/>
                  </a:lnTo>
                  <a:cubicBezTo>
                    <a:pt x="977" y="1691"/>
                    <a:pt x="1072" y="1596"/>
                    <a:pt x="1072" y="1501"/>
                  </a:cubicBezTo>
                  <a:cubicBezTo>
                    <a:pt x="1072" y="1406"/>
                    <a:pt x="977" y="1334"/>
                    <a:pt x="882" y="1334"/>
                  </a:cubicBezTo>
                  <a:lnTo>
                    <a:pt x="334" y="1334"/>
                  </a:lnTo>
                  <a:lnTo>
                    <a:pt x="334" y="382"/>
                  </a:lnTo>
                  <a:lnTo>
                    <a:pt x="1287" y="382"/>
                  </a:lnTo>
                  <a:cubicBezTo>
                    <a:pt x="1382" y="382"/>
                    <a:pt x="1453" y="286"/>
                    <a:pt x="1453" y="191"/>
                  </a:cubicBezTo>
                  <a:cubicBezTo>
                    <a:pt x="1453" y="96"/>
                    <a:pt x="1382" y="0"/>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8"/>
            <p:cNvSpPr/>
            <p:nvPr/>
          </p:nvSpPr>
          <p:spPr>
            <a:xfrm>
              <a:off x="5584504" y="4358854"/>
              <a:ext cx="88515" cy="99659"/>
            </a:xfrm>
            <a:custGeom>
              <a:avLst/>
              <a:gdLst/>
              <a:ahLst/>
              <a:cxnLst/>
              <a:rect l="l" t="t" r="r" b="b"/>
              <a:pathLst>
                <a:path w="2645" h="2978" extrusionOk="0">
                  <a:moveTo>
                    <a:pt x="1311" y="1"/>
                  </a:moveTo>
                  <a:cubicBezTo>
                    <a:pt x="1215" y="1"/>
                    <a:pt x="1168" y="72"/>
                    <a:pt x="1120" y="167"/>
                  </a:cubicBezTo>
                  <a:lnTo>
                    <a:pt x="739" y="1977"/>
                  </a:lnTo>
                  <a:lnTo>
                    <a:pt x="358" y="167"/>
                  </a:lnTo>
                  <a:cubicBezTo>
                    <a:pt x="340" y="93"/>
                    <a:pt x="277" y="33"/>
                    <a:pt x="206" y="33"/>
                  </a:cubicBezTo>
                  <a:cubicBezTo>
                    <a:pt x="186" y="33"/>
                    <a:pt x="165" y="38"/>
                    <a:pt x="144" y="48"/>
                  </a:cubicBezTo>
                  <a:cubicBezTo>
                    <a:pt x="49" y="72"/>
                    <a:pt x="1" y="167"/>
                    <a:pt x="25" y="239"/>
                  </a:cubicBezTo>
                  <a:lnTo>
                    <a:pt x="596" y="2835"/>
                  </a:lnTo>
                  <a:cubicBezTo>
                    <a:pt x="620" y="2930"/>
                    <a:pt x="692" y="2977"/>
                    <a:pt x="763" y="2977"/>
                  </a:cubicBezTo>
                  <a:cubicBezTo>
                    <a:pt x="858" y="2977"/>
                    <a:pt x="930" y="2930"/>
                    <a:pt x="953" y="2835"/>
                  </a:cubicBezTo>
                  <a:lnTo>
                    <a:pt x="1335" y="1025"/>
                  </a:lnTo>
                  <a:lnTo>
                    <a:pt x="1716" y="2835"/>
                  </a:lnTo>
                  <a:cubicBezTo>
                    <a:pt x="1763" y="2930"/>
                    <a:pt x="1811" y="2977"/>
                    <a:pt x="1906" y="2977"/>
                  </a:cubicBezTo>
                  <a:cubicBezTo>
                    <a:pt x="2001" y="2977"/>
                    <a:pt x="2049" y="2930"/>
                    <a:pt x="2073" y="2835"/>
                  </a:cubicBezTo>
                  <a:lnTo>
                    <a:pt x="2644" y="239"/>
                  </a:lnTo>
                  <a:cubicBezTo>
                    <a:pt x="2621" y="167"/>
                    <a:pt x="2549" y="72"/>
                    <a:pt x="2478" y="48"/>
                  </a:cubicBezTo>
                  <a:cubicBezTo>
                    <a:pt x="2457" y="38"/>
                    <a:pt x="2436" y="33"/>
                    <a:pt x="2416" y="33"/>
                  </a:cubicBezTo>
                  <a:cubicBezTo>
                    <a:pt x="2344" y="33"/>
                    <a:pt x="2282" y="93"/>
                    <a:pt x="2263" y="167"/>
                  </a:cubicBezTo>
                  <a:lnTo>
                    <a:pt x="1882" y="1977"/>
                  </a:lnTo>
                  <a:lnTo>
                    <a:pt x="1477" y="167"/>
                  </a:lnTo>
                  <a:cubicBezTo>
                    <a:pt x="1454" y="72"/>
                    <a:pt x="1406"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3" name="Google Shape;4533;p58"/>
          <p:cNvGrpSpPr/>
          <p:nvPr/>
        </p:nvGrpSpPr>
        <p:grpSpPr>
          <a:xfrm>
            <a:off x="4711080" y="2061943"/>
            <a:ext cx="361051" cy="397728"/>
            <a:chOff x="4711080" y="2297168"/>
            <a:chExt cx="361051" cy="397728"/>
          </a:xfrm>
        </p:grpSpPr>
        <p:sp>
          <p:nvSpPr>
            <p:cNvPr id="4534" name="Google Shape;4534;p58"/>
            <p:cNvSpPr/>
            <p:nvPr/>
          </p:nvSpPr>
          <p:spPr>
            <a:xfrm>
              <a:off x="4860098" y="2297168"/>
              <a:ext cx="150659" cy="81320"/>
            </a:xfrm>
            <a:custGeom>
              <a:avLst/>
              <a:gdLst/>
              <a:ahLst/>
              <a:cxnLst/>
              <a:rect l="l" t="t" r="r" b="b"/>
              <a:pathLst>
                <a:path w="4502" h="2430" extrusionOk="0">
                  <a:moveTo>
                    <a:pt x="953" y="382"/>
                  </a:moveTo>
                  <a:cubicBezTo>
                    <a:pt x="1263" y="382"/>
                    <a:pt x="1525" y="644"/>
                    <a:pt x="1525" y="953"/>
                  </a:cubicBezTo>
                  <a:cubicBezTo>
                    <a:pt x="1525" y="1239"/>
                    <a:pt x="1263" y="1525"/>
                    <a:pt x="953" y="1525"/>
                  </a:cubicBezTo>
                  <a:cubicBezTo>
                    <a:pt x="620" y="1525"/>
                    <a:pt x="382" y="1239"/>
                    <a:pt x="382" y="953"/>
                  </a:cubicBezTo>
                  <a:cubicBezTo>
                    <a:pt x="382" y="620"/>
                    <a:pt x="667" y="382"/>
                    <a:pt x="953" y="382"/>
                  </a:cubicBezTo>
                  <a:close/>
                  <a:moveTo>
                    <a:pt x="929" y="1"/>
                  </a:moveTo>
                  <a:cubicBezTo>
                    <a:pt x="429" y="1"/>
                    <a:pt x="1" y="406"/>
                    <a:pt x="1" y="906"/>
                  </a:cubicBezTo>
                  <a:cubicBezTo>
                    <a:pt x="1" y="1430"/>
                    <a:pt x="405" y="1835"/>
                    <a:pt x="929" y="1835"/>
                  </a:cubicBezTo>
                  <a:cubicBezTo>
                    <a:pt x="1334" y="1835"/>
                    <a:pt x="1691" y="1573"/>
                    <a:pt x="1810" y="1192"/>
                  </a:cubicBezTo>
                  <a:cubicBezTo>
                    <a:pt x="2715" y="1335"/>
                    <a:pt x="3525" y="1763"/>
                    <a:pt x="4192" y="2382"/>
                  </a:cubicBezTo>
                  <a:cubicBezTo>
                    <a:pt x="4240" y="2406"/>
                    <a:pt x="4287" y="2430"/>
                    <a:pt x="4311" y="2430"/>
                  </a:cubicBezTo>
                  <a:cubicBezTo>
                    <a:pt x="4382" y="2430"/>
                    <a:pt x="4406" y="2406"/>
                    <a:pt x="4430" y="2382"/>
                  </a:cubicBezTo>
                  <a:cubicBezTo>
                    <a:pt x="4501" y="2287"/>
                    <a:pt x="4501" y="2168"/>
                    <a:pt x="4430" y="2120"/>
                  </a:cubicBezTo>
                  <a:cubicBezTo>
                    <a:pt x="3716" y="1454"/>
                    <a:pt x="2834" y="1001"/>
                    <a:pt x="1858" y="834"/>
                  </a:cubicBezTo>
                  <a:cubicBezTo>
                    <a:pt x="1787" y="358"/>
                    <a:pt x="1406" y="1"/>
                    <a:pt x="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8"/>
            <p:cNvSpPr/>
            <p:nvPr/>
          </p:nvSpPr>
          <p:spPr>
            <a:xfrm>
              <a:off x="4772421" y="2614178"/>
              <a:ext cx="150659" cy="80718"/>
            </a:xfrm>
            <a:custGeom>
              <a:avLst/>
              <a:gdLst/>
              <a:ahLst/>
              <a:cxnLst/>
              <a:rect l="l" t="t" r="r" b="b"/>
              <a:pathLst>
                <a:path w="4502" h="2412" extrusionOk="0">
                  <a:moveTo>
                    <a:pt x="3573" y="935"/>
                  </a:moveTo>
                  <a:cubicBezTo>
                    <a:pt x="3883" y="935"/>
                    <a:pt x="4145" y="1221"/>
                    <a:pt x="4145" y="1506"/>
                  </a:cubicBezTo>
                  <a:cubicBezTo>
                    <a:pt x="4145" y="1840"/>
                    <a:pt x="3883" y="2078"/>
                    <a:pt x="3573" y="2078"/>
                  </a:cubicBezTo>
                  <a:cubicBezTo>
                    <a:pt x="3240" y="2078"/>
                    <a:pt x="3002" y="1816"/>
                    <a:pt x="3002" y="1506"/>
                  </a:cubicBezTo>
                  <a:cubicBezTo>
                    <a:pt x="3002" y="1173"/>
                    <a:pt x="3287" y="935"/>
                    <a:pt x="3573" y="935"/>
                  </a:cubicBezTo>
                  <a:close/>
                  <a:moveTo>
                    <a:pt x="183" y="0"/>
                  </a:moveTo>
                  <a:cubicBezTo>
                    <a:pt x="138" y="0"/>
                    <a:pt x="96" y="18"/>
                    <a:pt x="72" y="54"/>
                  </a:cubicBezTo>
                  <a:cubicBezTo>
                    <a:pt x="1" y="101"/>
                    <a:pt x="1" y="220"/>
                    <a:pt x="72" y="292"/>
                  </a:cubicBezTo>
                  <a:cubicBezTo>
                    <a:pt x="787" y="935"/>
                    <a:pt x="1668" y="1387"/>
                    <a:pt x="2644" y="1578"/>
                  </a:cubicBezTo>
                  <a:cubicBezTo>
                    <a:pt x="2716" y="2054"/>
                    <a:pt x="3097" y="2411"/>
                    <a:pt x="3573" y="2411"/>
                  </a:cubicBezTo>
                  <a:cubicBezTo>
                    <a:pt x="4073" y="2411"/>
                    <a:pt x="4502" y="1983"/>
                    <a:pt x="4502" y="1483"/>
                  </a:cubicBezTo>
                  <a:cubicBezTo>
                    <a:pt x="4478" y="1006"/>
                    <a:pt x="4073" y="578"/>
                    <a:pt x="3573" y="578"/>
                  </a:cubicBezTo>
                  <a:cubicBezTo>
                    <a:pt x="3168" y="578"/>
                    <a:pt x="2811" y="840"/>
                    <a:pt x="2692" y="1244"/>
                  </a:cubicBezTo>
                  <a:cubicBezTo>
                    <a:pt x="1787" y="1078"/>
                    <a:pt x="977" y="673"/>
                    <a:pt x="311" y="54"/>
                  </a:cubicBezTo>
                  <a:cubicBezTo>
                    <a:pt x="275" y="18"/>
                    <a:pt x="227" y="0"/>
                    <a:pt x="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8"/>
            <p:cNvSpPr/>
            <p:nvPr/>
          </p:nvSpPr>
          <p:spPr>
            <a:xfrm>
              <a:off x="4711080" y="2330465"/>
              <a:ext cx="137106" cy="111807"/>
            </a:xfrm>
            <a:custGeom>
              <a:avLst/>
              <a:gdLst/>
              <a:ahLst/>
              <a:cxnLst/>
              <a:rect l="l" t="t" r="r" b="b"/>
              <a:pathLst>
                <a:path w="4097" h="3341" extrusionOk="0">
                  <a:moveTo>
                    <a:pt x="1072" y="1887"/>
                  </a:moveTo>
                  <a:cubicBezTo>
                    <a:pt x="1143" y="1887"/>
                    <a:pt x="1262" y="1911"/>
                    <a:pt x="1358" y="1983"/>
                  </a:cubicBezTo>
                  <a:cubicBezTo>
                    <a:pt x="1477" y="2078"/>
                    <a:pt x="1596" y="2197"/>
                    <a:pt x="1620" y="2340"/>
                  </a:cubicBezTo>
                  <a:cubicBezTo>
                    <a:pt x="1620" y="2459"/>
                    <a:pt x="1620" y="2602"/>
                    <a:pt x="1548" y="2745"/>
                  </a:cubicBezTo>
                  <a:cubicBezTo>
                    <a:pt x="1437" y="2935"/>
                    <a:pt x="1241" y="3031"/>
                    <a:pt x="1045" y="3031"/>
                  </a:cubicBezTo>
                  <a:cubicBezTo>
                    <a:pt x="948" y="3031"/>
                    <a:pt x="850" y="3007"/>
                    <a:pt x="762" y="2959"/>
                  </a:cubicBezTo>
                  <a:cubicBezTo>
                    <a:pt x="500" y="2816"/>
                    <a:pt x="405" y="2459"/>
                    <a:pt x="548" y="2197"/>
                  </a:cubicBezTo>
                  <a:cubicBezTo>
                    <a:pt x="643" y="2078"/>
                    <a:pt x="762" y="1959"/>
                    <a:pt x="905" y="1911"/>
                  </a:cubicBezTo>
                  <a:cubicBezTo>
                    <a:pt x="977" y="1911"/>
                    <a:pt x="1000" y="1887"/>
                    <a:pt x="1072" y="1887"/>
                  </a:cubicBezTo>
                  <a:close/>
                  <a:moveTo>
                    <a:pt x="3907" y="0"/>
                  </a:moveTo>
                  <a:cubicBezTo>
                    <a:pt x="3891" y="0"/>
                    <a:pt x="3875" y="2"/>
                    <a:pt x="3858" y="6"/>
                  </a:cubicBezTo>
                  <a:cubicBezTo>
                    <a:pt x="2906" y="316"/>
                    <a:pt x="2072" y="887"/>
                    <a:pt x="1429" y="1625"/>
                  </a:cubicBezTo>
                  <a:cubicBezTo>
                    <a:pt x="1302" y="1562"/>
                    <a:pt x="1154" y="1530"/>
                    <a:pt x="1006" y="1530"/>
                  </a:cubicBezTo>
                  <a:cubicBezTo>
                    <a:pt x="932" y="1530"/>
                    <a:pt x="858" y="1538"/>
                    <a:pt x="786" y="1554"/>
                  </a:cubicBezTo>
                  <a:cubicBezTo>
                    <a:pt x="548" y="1625"/>
                    <a:pt x="357" y="1768"/>
                    <a:pt x="238" y="1983"/>
                  </a:cubicBezTo>
                  <a:cubicBezTo>
                    <a:pt x="0" y="2435"/>
                    <a:pt x="143" y="2983"/>
                    <a:pt x="548" y="3221"/>
                  </a:cubicBezTo>
                  <a:cubicBezTo>
                    <a:pt x="715" y="3316"/>
                    <a:pt x="858" y="3340"/>
                    <a:pt x="1000" y="3340"/>
                  </a:cubicBezTo>
                  <a:cubicBezTo>
                    <a:pt x="1334" y="3340"/>
                    <a:pt x="1620" y="3173"/>
                    <a:pt x="1810" y="2911"/>
                  </a:cubicBezTo>
                  <a:cubicBezTo>
                    <a:pt x="1929" y="2697"/>
                    <a:pt x="1953" y="2459"/>
                    <a:pt x="1905" y="2221"/>
                  </a:cubicBezTo>
                  <a:cubicBezTo>
                    <a:pt x="1858" y="2078"/>
                    <a:pt x="1786" y="1911"/>
                    <a:pt x="1667" y="1816"/>
                  </a:cubicBezTo>
                  <a:cubicBezTo>
                    <a:pt x="2263" y="1102"/>
                    <a:pt x="3025" y="601"/>
                    <a:pt x="3930" y="340"/>
                  </a:cubicBezTo>
                  <a:cubicBezTo>
                    <a:pt x="4049" y="316"/>
                    <a:pt x="4096" y="220"/>
                    <a:pt x="4073" y="125"/>
                  </a:cubicBezTo>
                  <a:cubicBezTo>
                    <a:pt x="4053" y="46"/>
                    <a:pt x="3984" y="0"/>
                    <a:pt x="39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8"/>
            <p:cNvSpPr/>
            <p:nvPr/>
          </p:nvSpPr>
          <p:spPr>
            <a:xfrm>
              <a:off x="4935025" y="2549959"/>
              <a:ext cx="137106" cy="111472"/>
            </a:xfrm>
            <a:custGeom>
              <a:avLst/>
              <a:gdLst/>
              <a:ahLst/>
              <a:cxnLst/>
              <a:rect l="l" t="t" r="r" b="b"/>
              <a:pathLst>
                <a:path w="4097" h="3331" extrusionOk="0">
                  <a:moveTo>
                    <a:pt x="3025" y="306"/>
                  </a:moveTo>
                  <a:cubicBezTo>
                    <a:pt x="3120" y="306"/>
                    <a:pt x="3239" y="329"/>
                    <a:pt x="3334" y="401"/>
                  </a:cubicBezTo>
                  <a:cubicBezTo>
                    <a:pt x="3596" y="591"/>
                    <a:pt x="3715" y="925"/>
                    <a:pt x="3548" y="1187"/>
                  </a:cubicBezTo>
                  <a:cubicBezTo>
                    <a:pt x="3453" y="1306"/>
                    <a:pt x="3334" y="1425"/>
                    <a:pt x="3167" y="1473"/>
                  </a:cubicBezTo>
                  <a:cubicBezTo>
                    <a:pt x="3120" y="1480"/>
                    <a:pt x="3072" y="1486"/>
                    <a:pt x="3025" y="1486"/>
                  </a:cubicBezTo>
                  <a:cubicBezTo>
                    <a:pt x="2929" y="1486"/>
                    <a:pt x="2834" y="1465"/>
                    <a:pt x="2739" y="1401"/>
                  </a:cubicBezTo>
                  <a:cubicBezTo>
                    <a:pt x="2620" y="1306"/>
                    <a:pt x="2501" y="1187"/>
                    <a:pt x="2477" y="1044"/>
                  </a:cubicBezTo>
                  <a:cubicBezTo>
                    <a:pt x="2429" y="901"/>
                    <a:pt x="2429" y="758"/>
                    <a:pt x="2524" y="591"/>
                  </a:cubicBezTo>
                  <a:cubicBezTo>
                    <a:pt x="2644" y="425"/>
                    <a:pt x="2834" y="306"/>
                    <a:pt x="3025" y="306"/>
                  </a:cubicBezTo>
                  <a:close/>
                  <a:moveTo>
                    <a:pt x="3053" y="0"/>
                  </a:moveTo>
                  <a:cubicBezTo>
                    <a:pt x="2735" y="0"/>
                    <a:pt x="2423" y="160"/>
                    <a:pt x="2262" y="449"/>
                  </a:cubicBezTo>
                  <a:cubicBezTo>
                    <a:pt x="2143" y="663"/>
                    <a:pt x="2096" y="901"/>
                    <a:pt x="2167" y="1139"/>
                  </a:cubicBezTo>
                  <a:cubicBezTo>
                    <a:pt x="2191" y="1282"/>
                    <a:pt x="2286" y="1425"/>
                    <a:pt x="2405" y="1520"/>
                  </a:cubicBezTo>
                  <a:cubicBezTo>
                    <a:pt x="1810" y="2235"/>
                    <a:pt x="1024" y="2735"/>
                    <a:pt x="143" y="3020"/>
                  </a:cubicBezTo>
                  <a:cubicBezTo>
                    <a:pt x="48" y="3044"/>
                    <a:pt x="0" y="3140"/>
                    <a:pt x="24" y="3211"/>
                  </a:cubicBezTo>
                  <a:cubicBezTo>
                    <a:pt x="48" y="3306"/>
                    <a:pt x="119" y="3330"/>
                    <a:pt x="191" y="3330"/>
                  </a:cubicBezTo>
                  <a:lnTo>
                    <a:pt x="262" y="3330"/>
                  </a:lnTo>
                  <a:cubicBezTo>
                    <a:pt x="1215" y="3044"/>
                    <a:pt x="2048" y="2473"/>
                    <a:pt x="2715" y="1735"/>
                  </a:cubicBezTo>
                  <a:cubicBezTo>
                    <a:pt x="2834" y="1782"/>
                    <a:pt x="2953" y="1830"/>
                    <a:pt x="3096" y="1830"/>
                  </a:cubicBezTo>
                  <a:cubicBezTo>
                    <a:pt x="3167" y="1830"/>
                    <a:pt x="3239" y="1830"/>
                    <a:pt x="3334" y="1782"/>
                  </a:cubicBezTo>
                  <a:cubicBezTo>
                    <a:pt x="3572" y="1735"/>
                    <a:pt x="3763" y="1592"/>
                    <a:pt x="3882" y="1377"/>
                  </a:cubicBezTo>
                  <a:cubicBezTo>
                    <a:pt x="4096" y="949"/>
                    <a:pt x="3953" y="401"/>
                    <a:pt x="3501" y="115"/>
                  </a:cubicBezTo>
                  <a:cubicBezTo>
                    <a:pt x="3361" y="38"/>
                    <a:pt x="3206" y="0"/>
                    <a:pt x="3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8"/>
            <p:cNvSpPr/>
            <p:nvPr/>
          </p:nvSpPr>
          <p:spPr>
            <a:xfrm>
              <a:off x="5005936" y="2382703"/>
              <a:ext cx="65391" cy="156784"/>
            </a:xfrm>
            <a:custGeom>
              <a:avLst/>
              <a:gdLst/>
              <a:ahLst/>
              <a:cxnLst/>
              <a:rect l="l" t="t" r="r" b="b"/>
              <a:pathLst>
                <a:path w="1954" h="4685" extrusionOk="0">
                  <a:moveTo>
                    <a:pt x="929" y="303"/>
                  </a:moveTo>
                  <a:cubicBezTo>
                    <a:pt x="1001" y="303"/>
                    <a:pt x="1025" y="303"/>
                    <a:pt x="1096" y="326"/>
                  </a:cubicBezTo>
                  <a:cubicBezTo>
                    <a:pt x="1239" y="350"/>
                    <a:pt x="1358" y="446"/>
                    <a:pt x="1453" y="588"/>
                  </a:cubicBezTo>
                  <a:cubicBezTo>
                    <a:pt x="1596" y="898"/>
                    <a:pt x="1477" y="1231"/>
                    <a:pt x="1215" y="1398"/>
                  </a:cubicBezTo>
                  <a:cubicBezTo>
                    <a:pt x="1133" y="1443"/>
                    <a:pt x="1038" y="1464"/>
                    <a:pt x="943" y="1464"/>
                  </a:cubicBezTo>
                  <a:cubicBezTo>
                    <a:pt x="737" y="1464"/>
                    <a:pt x="527" y="1363"/>
                    <a:pt x="429" y="1184"/>
                  </a:cubicBezTo>
                  <a:cubicBezTo>
                    <a:pt x="358" y="1065"/>
                    <a:pt x="358" y="898"/>
                    <a:pt x="382" y="755"/>
                  </a:cubicBezTo>
                  <a:cubicBezTo>
                    <a:pt x="405" y="588"/>
                    <a:pt x="501" y="469"/>
                    <a:pt x="644" y="398"/>
                  </a:cubicBezTo>
                  <a:cubicBezTo>
                    <a:pt x="739" y="326"/>
                    <a:pt x="810" y="303"/>
                    <a:pt x="929" y="303"/>
                  </a:cubicBezTo>
                  <a:close/>
                  <a:moveTo>
                    <a:pt x="878" y="0"/>
                  </a:moveTo>
                  <a:cubicBezTo>
                    <a:pt x="734" y="0"/>
                    <a:pt x="596" y="38"/>
                    <a:pt x="477" y="112"/>
                  </a:cubicBezTo>
                  <a:cubicBezTo>
                    <a:pt x="263" y="231"/>
                    <a:pt x="120" y="446"/>
                    <a:pt x="48" y="684"/>
                  </a:cubicBezTo>
                  <a:cubicBezTo>
                    <a:pt x="1" y="922"/>
                    <a:pt x="24" y="1160"/>
                    <a:pt x="143" y="1374"/>
                  </a:cubicBezTo>
                  <a:cubicBezTo>
                    <a:pt x="310" y="1660"/>
                    <a:pt x="620" y="1827"/>
                    <a:pt x="953" y="1827"/>
                  </a:cubicBezTo>
                  <a:cubicBezTo>
                    <a:pt x="1001" y="1827"/>
                    <a:pt x="1096" y="1827"/>
                    <a:pt x="1144" y="1779"/>
                  </a:cubicBezTo>
                  <a:cubicBezTo>
                    <a:pt x="1334" y="2303"/>
                    <a:pt x="1429" y="2851"/>
                    <a:pt x="1429" y="3398"/>
                  </a:cubicBezTo>
                  <a:cubicBezTo>
                    <a:pt x="1429" y="3756"/>
                    <a:pt x="1382" y="4113"/>
                    <a:pt x="1310" y="4470"/>
                  </a:cubicBezTo>
                  <a:cubicBezTo>
                    <a:pt x="1263" y="4565"/>
                    <a:pt x="1334" y="4637"/>
                    <a:pt x="1429" y="4684"/>
                  </a:cubicBezTo>
                  <a:lnTo>
                    <a:pt x="1453" y="4684"/>
                  </a:lnTo>
                  <a:cubicBezTo>
                    <a:pt x="1549" y="4684"/>
                    <a:pt x="1596" y="4613"/>
                    <a:pt x="1620" y="4518"/>
                  </a:cubicBezTo>
                  <a:cubicBezTo>
                    <a:pt x="1715" y="4137"/>
                    <a:pt x="1739" y="3756"/>
                    <a:pt x="1739" y="3375"/>
                  </a:cubicBezTo>
                  <a:cubicBezTo>
                    <a:pt x="1739" y="2779"/>
                    <a:pt x="1668" y="2184"/>
                    <a:pt x="1453" y="1612"/>
                  </a:cubicBezTo>
                  <a:cubicBezTo>
                    <a:pt x="1834" y="1374"/>
                    <a:pt x="1953" y="874"/>
                    <a:pt x="1715" y="446"/>
                  </a:cubicBezTo>
                  <a:cubicBezTo>
                    <a:pt x="1596" y="231"/>
                    <a:pt x="1382" y="88"/>
                    <a:pt x="1144" y="41"/>
                  </a:cubicBezTo>
                  <a:cubicBezTo>
                    <a:pt x="1054" y="14"/>
                    <a:pt x="965"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8"/>
            <p:cNvSpPr/>
            <p:nvPr/>
          </p:nvSpPr>
          <p:spPr>
            <a:xfrm>
              <a:off x="4711883" y="2453179"/>
              <a:ext cx="66963" cy="156449"/>
            </a:xfrm>
            <a:custGeom>
              <a:avLst/>
              <a:gdLst/>
              <a:ahLst/>
              <a:cxnLst/>
              <a:rect l="l" t="t" r="r" b="b"/>
              <a:pathLst>
                <a:path w="2001" h="4675" extrusionOk="0">
                  <a:moveTo>
                    <a:pt x="997" y="3269"/>
                  </a:moveTo>
                  <a:cubicBezTo>
                    <a:pt x="1191" y="3269"/>
                    <a:pt x="1381" y="3364"/>
                    <a:pt x="1477" y="3555"/>
                  </a:cubicBezTo>
                  <a:cubicBezTo>
                    <a:pt x="1596" y="3674"/>
                    <a:pt x="1596" y="3817"/>
                    <a:pt x="1572" y="3960"/>
                  </a:cubicBezTo>
                  <a:cubicBezTo>
                    <a:pt x="1548" y="4103"/>
                    <a:pt x="1453" y="4222"/>
                    <a:pt x="1310" y="4317"/>
                  </a:cubicBezTo>
                  <a:cubicBezTo>
                    <a:pt x="1230" y="4380"/>
                    <a:pt x="1119" y="4402"/>
                    <a:pt x="1012" y="4402"/>
                  </a:cubicBezTo>
                  <a:cubicBezTo>
                    <a:pt x="958" y="4402"/>
                    <a:pt x="905" y="4396"/>
                    <a:pt x="857" y="4388"/>
                  </a:cubicBezTo>
                  <a:cubicBezTo>
                    <a:pt x="714" y="4341"/>
                    <a:pt x="595" y="4269"/>
                    <a:pt x="500" y="4103"/>
                  </a:cubicBezTo>
                  <a:cubicBezTo>
                    <a:pt x="357" y="3841"/>
                    <a:pt x="453" y="3483"/>
                    <a:pt x="714" y="3341"/>
                  </a:cubicBezTo>
                  <a:cubicBezTo>
                    <a:pt x="802" y="3293"/>
                    <a:pt x="900" y="3269"/>
                    <a:pt x="997" y="3269"/>
                  </a:cubicBezTo>
                  <a:close/>
                  <a:moveTo>
                    <a:pt x="486" y="0"/>
                  </a:moveTo>
                  <a:cubicBezTo>
                    <a:pt x="422" y="0"/>
                    <a:pt x="353" y="47"/>
                    <a:pt x="333" y="126"/>
                  </a:cubicBezTo>
                  <a:cubicBezTo>
                    <a:pt x="238" y="507"/>
                    <a:pt x="214" y="911"/>
                    <a:pt x="214" y="1292"/>
                  </a:cubicBezTo>
                  <a:cubicBezTo>
                    <a:pt x="214" y="1888"/>
                    <a:pt x="286" y="2483"/>
                    <a:pt x="500" y="3055"/>
                  </a:cubicBezTo>
                  <a:cubicBezTo>
                    <a:pt x="119" y="3317"/>
                    <a:pt x="0" y="3841"/>
                    <a:pt x="238" y="4245"/>
                  </a:cubicBezTo>
                  <a:cubicBezTo>
                    <a:pt x="357" y="4436"/>
                    <a:pt x="572" y="4603"/>
                    <a:pt x="810" y="4650"/>
                  </a:cubicBezTo>
                  <a:cubicBezTo>
                    <a:pt x="881" y="4674"/>
                    <a:pt x="953" y="4674"/>
                    <a:pt x="1048" y="4674"/>
                  </a:cubicBezTo>
                  <a:cubicBezTo>
                    <a:pt x="1191" y="4674"/>
                    <a:pt x="1357" y="4650"/>
                    <a:pt x="1477" y="4555"/>
                  </a:cubicBezTo>
                  <a:cubicBezTo>
                    <a:pt x="1691" y="4436"/>
                    <a:pt x="1834" y="4245"/>
                    <a:pt x="1905" y="4007"/>
                  </a:cubicBezTo>
                  <a:cubicBezTo>
                    <a:pt x="2000" y="3817"/>
                    <a:pt x="1929" y="3579"/>
                    <a:pt x="1810" y="3341"/>
                  </a:cubicBezTo>
                  <a:cubicBezTo>
                    <a:pt x="1628" y="3038"/>
                    <a:pt x="1310" y="2872"/>
                    <a:pt x="985" y="2872"/>
                  </a:cubicBezTo>
                  <a:cubicBezTo>
                    <a:pt x="926" y="2872"/>
                    <a:pt x="868" y="2877"/>
                    <a:pt x="810" y="2888"/>
                  </a:cubicBezTo>
                  <a:cubicBezTo>
                    <a:pt x="619" y="2388"/>
                    <a:pt x="524" y="1816"/>
                    <a:pt x="524" y="1292"/>
                  </a:cubicBezTo>
                  <a:cubicBezTo>
                    <a:pt x="524" y="935"/>
                    <a:pt x="572" y="578"/>
                    <a:pt x="643" y="221"/>
                  </a:cubicBezTo>
                  <a:cubicBezTo>
                    <a:pt x="691" y="126"/>
                    <a:pt x="619" y="30"/>
                    <a:pt x="524" y="7"/>
                  </a:cubicBezTo>
                  <a:cubicBezTo>
                    <a:pt x="512" y="2"/>
                    <a:pt x="499" y="0"/>
                    <a:pt x="4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8"/>
            <p:cNvSpPr/>
            <p:nvPr/>
          </p:nvSpPr>
          <p:spPr>
            <a:xfrm>
              <a:off x="4823454" y="2390433"/>
              <a:ext cx="135500" cy="187304"/>
            </a:xfrm>
            <a:custGeom>
              <a:avLst/>
              <a:gdLst/>
              <a:ahLst/>
              <a:cxnLst/>
              <a:rect l="l" t="t" r="r" b="b"/>
              <a:pathLst>
                <a:path w="4049" h="5597" extrusionOk="0">
                  <a:moveTo>
                    <a:pt x="2048" y="357"/>
                  </a:moveTo>
                  <a:cubicBezTo>
                    <a:pt x="2262" y="357"/>
                    <a:pt x="2429" y="548"/>
                    <a:pt x="2429" y="762"/>
                  </a:cubicBezTo>
                  <a:lnTo>
                    <a:pt x="2429" y="953"/>
                  </a:lnTo>
                  <a:lnTo>
                    <a:pt x="1667" y="953"/>
                  </a:lnTo>
                  <a:lnTo>
                    <a:pt x="1667" y="762"/>
                  </a:lnTo>
                  <a:cubicBezTo>
                    <a:pt x="1667" y="548"/>
                    <a:pt x="1834" y="357"/>
                    <a:pt x="2048" y="357"/>
                  </a:cubicBezTo>
                  <a:close/>
                  <a:moveTo>
                    <a:pt x="3334" y="1286"/>
                  </a:moveTo>
                  <a:cubicBezTo>
                    <a:pt x="3382" y="1286"/>
                    <a:pt x="3429" y="1310"/>
                    <a:pt x="3453" y="1381"/>
                  </a:cubicBezTo>
                  <a:lnTo>
                    <a:pt x="3787" y="5096"/>
                  </a:lnTo>
                  <a:lnTo>
                    <a:pt x="3691" y="5192"/>
                  </a:lnTo>
                  <a:cubicBezTo>
                    <a:pt x="3691" y="5192"/>
                    <a:pt x="3644" y="5216"/>
                    <a:pt x="3596" y="5216"/>
                  </a:cubicBezTo>
                  <a:lnTo>
                    <a:pt x="500" y="5216"/>
                  </a:lnTo>
                  <a:cubicBezTo>
                    <a:pt x="476" y="5216"/>
                    <a:pt x="453" y="5192"/>
                    <a:pt x="405" y="5192"/>
                  </a:cubicBezTo>
                  <a:cubicBezTo>
                    <a:pt x="405" y="5192"/>
                    <a:pt x="381" y="5144"/>
                    <a:pt x="381" y="5096"/>
                  </a:cubicBezTo>
                  <a:lnTo>
                    <a:pt x="715" y="1381"/>
                  </a:lnTo>
                  <a:cubicBezTo>
                    <a:pt x="715" y="1310"/>
                    <a:pt x="762" y="1286"/>
                    <a:pt x="834" y="1286"/>
                  </a:cubicBezTo>
                  <a:lnTo>
                    <a:pt x="1334" y="1286"/>
                  </a:lnTo>
                  <a:lnTo>
                    <a:pt x="1334" y="1500"/>
                  </a:lnTo>
                  <a:cubicBezTo>
                    <a:pt x="1334" y="1572"/>
                    <a:pt x="1429" y="1667"/>
                    <a:pt x="1524" y="1667"/>
                  </a:cubicBezTo>
                  <a:cubicBezTo>
                    <a:pt x="1596" y="1667"/>
                    <a:pt x="1691" y="1572"/>
                    <a:pt x="1691" y="1500"/>
                  </a:cubicBezTo>
                  <a:lnTo>
                    <a:pt x="1691" y="1286"/>
                  </a:lnTo>
                  <a:lnTo>
                    <a:pt x="2477" y="1286"/>
                  </a:lnTo>
                  <a:lnTo>
                    <a:pt x="2477" y="1500"/>
                  </a:lnTo>
                  <a:cubicBezTo>
                    <a:pt x="2477" y="1572"/>
                    <a:pt x="2548" y="1667"/>
                    <a:pt x="2643" y="1667"/>
                  </a:cubicBezTo>
                  <a:cubicBezTo>
                    <a:pt x="2739" y="1667"/>
                    <a:pt x="2834" y="1572"/>
                    <a:pt x="2834" y="1500"/>
                  </a:cubicBezTo>
                  <a:lnTo>
                    <a:pt x="2834" y="1286"/>
                  </a:lnTo>
                  <a:close/>
                  <a:moveTo>
                    <a:pt x="2024" y="0"/>
                  </a:moveTo>
                  <a:cubicBezTo>
                    <a:pt x="1596" y="0"/>
                    <a:pt x="1286" y="334"/>
                    <a:pt x="1286" y="762"/>
                  </a:cubicBezTo>
                  <a:lnTo>
                    <a:pt x="1286" y="953"/>
                  </a:lnTo>
                  <a:lnTo>
                    <a:pt x="762" y="953"/>
                  </a:lnTo>
                  <a:cubicBezTo>
                    <a:pt x="524" y="953"/>
                    <a:pt x="357" y="1143"/>
                    <a:pt x="333" y="1381"/>
                  </a:cubicBezTo>
                  <a:lnTo>
                    <a:pt x="0" y="5096"/>
                  </a:lnTo>
                  <a:cubicBezTo>
                    <a:pt x="0" y="5216"/>
                    <a:pt x="24" y="5335"/>
                    <a:pt x="119" y="5454"/>
                  </a:cubicBezTo>
                  <a:cubicBezTo>
                    <a:pt x="214" y="5549"/>
                    <a:pt x="310" y="5597"/>
                    <a:pt x="453" y="5597"/>
                  </a:cubicBezTo>
                  <a:lnTo>
                    <a:pt x="3596" y="5597"/>
                  </a:lnTo>
                  <a:cubicBezTo>
                    <a:pt x="3715" y="5597"/>
                    <a:pt x="3834" y="5549"/>
                    <a:pt x="3929" y="5454"/>
                  </a:cubicBezTo>
                  <a:cubicBezTo>
                    <a:pt x="4025" y="5335"/>
                    <a:pt x="4049" y="5216"/>
                    <a:pt x="4049" y="5096"/>
                  </a:cubicBezTo>
                  <a:lnTo>
                    <a:pt x="3715" y="1381"/>
                  </a:lnTo>
                  <a:cubicBezTo>
                    <a:pt x="3691" y="1143"/>
                    <a:pt x="3501" y="953"/>
                    <a:pt x="3263" y="953"/>
                  </a:cubicBezTo>
                  <a:lnTo>
                    <a:pt x="2763" y="953"/>
                  </a:lnTo>
                  <a:lnTo>
                    <a:pt x="2763" y="762"/>
                  </a:lnTo>
                  <a:cubicBezTo>
                    <a:pt x="2763" y="334"/>
                    <a:pt x="2429" y="0"/>
                    <a:pt x="20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1" name="Google Shape;4541;p58"/>
          <p:cNvGrpSpPr/>
          <p:nvPr/>
        </p:nvGrpSpPr>
        <p:grpSpPr>
          <a:xfrm>
            <a:off x="5380504" y="2132887"/>
            <a:ext cx="399304" cy="297302"/>
            <a:chOff x="5380504" y="2368112"/>
            <a:chExt cx="399304" cy="297302"/>
          </a:xfrm>
        </p:grpSpPr>
        <p:sp>
          <p:nvSpPr>
            <p:cNvPr id="4542" name="Google Shape;4542;p58"/>
            <p:cNvSpPr/>
            <p:nvPr/>
          </p:nvSpPr>
          <p:spPr>
            <a:xfrm>
              <a:off x="5494451" y="2454183"/>
              <a:ext cx="159427" cy="211231"/>
            </a:xfrm>
            <a:custGeom>
              <a:avLst/>
              <a:gdLst/>
              <a:ahLst/>
              <a:cxnLst/>
              <a:rect l="l" t="t" r="r" b="b"/>
              <a:pathLst>
                <a:path w="4764" h="6312" extrusionOk="0">
                  <a:moveTo>
                    <a:pt x="2382" y="358"/>
                  </a:moveTo>
                  <a:cubicBezTo>
                    <a:pt x="2716" y="358"/>
                    <a:pt x="2954" y="643"/>
                    <a:pt x="2954" y="929"/>
                  </a:cubicBezTo>
                  <a:lnTo>
                    <a:pt x="2954" y="1143"/>
                  </a:lnTo>
                  <a:lnTo>
                    <a:pt x="1835" y="1143"/>
                  </a:lnTo>
                  <a:lnTo>
                    <a:pt x="1835" y="929"/>
                  </a:lnTo>
                  <a:cubicBezTo>
                    <a:pt x="1835" y="596"/>
                    <a:pt x="2097" y="358"/>
                    <a:pt x="2382" y="358"/>
                  </a:cubicBezTo>
                  <a:close/>
                  <a:moveTo>
                    <a:pt x="3930" y="1501"/>
                  </a:moveTo>
                  <a:cubicBezTo>
                    <a:pt x="4026" y="1501"/>
                    <a:pt x="4121" y="1596"/>
                    <a:pt x="4145" y="1667"/>
                  </a:cubicBezTo>
                  <a:lnTo>
                    <a:pt x="4478" y="5763"/>
                  </a:lnTo>
                  <a:cubicBezTo>
                    <a:pt x="4407" y="5811"/>
                    <a:pt x="4407" y="5859"/>
                    <a:pt x="4383" y="5906"/>
                  </a:cubicBezTo>
                  <a:cubicBezTo>
                    <a:pt x="4359" y="5930"/>
                    <a:pt x="4287" y="5954"/>
                    <a:pt x="4240" y="5954"/>
                  </a:cubicBezTo>
                  <a:lnTo>
                    <a:pt x="572" y="5954"/>
                  </a:lnTo>
                  <a:cubicBezTo>
                    <a:pt x="525" y="5954"/>
                    <a:pt x="453" y="5930"/>
                    <a:pt x="430" y="5906"/>
                  </a:cubicBezTo>
                  <a:cubicBezTo>
                    <a:pt x="406" y="5859"/>
                    <a:pt x="358" y="5811"/>
                    <a:pt x="358" y="5763"/>
                  </a:cubicBezTo>
                  <a:lnTo>
                    <a:pt x="691" y="1667"/>
                  </a:lnTo>
                  <a:cubicBezTo>
                    <a:pt x="691" y="1596"/>
                    <a:pt x="787" y="1501"/>
                    <a:pt x="906" y="1501"/>
                  </a:cubicBezTo>
                  <a:lnTo>
                    <a:pt x="1501" y="1501"/>
                  </a:lnTo>
                  <a:lnTo>
                    <a:pt x="1501" y="1882"/>
                  </a:lnTo>
                  <a:cubicBezTo>
                    <a:pt x="1501" y="1977"/>
                    <a:pt x="1596" y="2072"/>
                    <a:pt x="1668" y="2072"/>
                  </a:cubicBezTo>
                  <a:cubicBezTo>
                    <a:pt x="1763" y="2072"/>
                    <a:pt x="1858" y="1977"/>
                    <a:pt x="1858" y="1882"/>
                  </a:cubicBezTo>
                  <a:lnTo>
                    <a:pt x="1858" y="1501"/>
                  </a:lnTo>
                  <a:lnTo>
                    <a:pt x="2978" y="1501"/>
                  </a:lnTo>
                  <a:lnTo>
                    <a:pt x="2978" y="1882"/>
                  </a:lnTo>
                  <a:cubicBezTo>
                    <a:pt x="2978" y="1977"/>
                    <a:pt x="3073" y="2072"/>
                    <a:pt x="3168" y="2072"/>
                  </a:cubicBezTo>
                  <a:cubicBezTo>
                    <a:pt x="3263" y="2072"/>
                    <a:pt x="3335" y="1977"/>
                    <a:pt x="3335" y="1882"/>
                  </a:cubicBezTo>
                  <a:lnTo>
                    <a:pt x="3335" y="1501"/>
                  </a:lnTo>
                  <a:close/>
                  <a:moveTo>
                    <a:pt x="2382" y="0"/>
                  </a:moveTo>
                  <a:cubicBezTo>
                    <a:pt x="1882" y="0"/>
                    <a:pt x="1454" y="429"/>
                    <a:pt x="1454" y="929"/>
                  </a:cubicBezTo>
                  <a:lnTo>
                    <a:pt x="1454" y="1143"/>
                  </a:lnTo>
                  <a:lnTo>
                    <a:pt x="858" y="1143"/>
                  </a:lnTo>
                  <a:cubicBezTo>
                    <a:pt x="572" y="1143"/>
                    <a:pt x="334" y="1358"/>
                    <a:pt x="334" y="1644"/>
                  </a:cubicBezTo>
                  <a:lnTo>
                    <a:pt x="1" y="5716"/>
                  </a:lnTo>
                  <a:cubicBezTo>
                    <a:pt x="1" y="5859"/>
                    <a:pt x="49" y="6025"/>
                    <a:pt x="144" y="6144"/>
                  </a:cubicBezTo>
                  <a:cubicBezTo>
                    <a:pt x="239" y="6264"/>
                    <a:pt x="382" y="6311"/>
                    <a:pt x="549" y="6311"/>
                  </a:cubicBezTo>
                  <a:lnTo>
                    <a:pt x="4192" y="6311"/>
                  </a:lnTo>
                  <a:cubicBezTo>
                    <a:pt x="4359" y="6311"/>
                    <a:pt x="4502" y="6264"/>
                    <a:pt x="4597" y="6144"/>
                  </a:cubicBezTo>
                  <a:cubicBezTo>
                    <a:pt x="4740" y="6049"/>
                    <a:pt x="4764" y="5859"/>
                    <a:pt x="4764" y="5716"/>
                  </a:cubicBezTo>
                  <a:lnTo>
                    <a:pt x="4430" y="1644"/>
                  </a:lnTo>
                  <a:cubicBezTo>
                    <a:pt x="4407" y="1382"/>
                    <a:pt x="4168" y="1143"/>
                    <a:pt x="3906" y="1143"/>
                  </a:cubicBezTo>
                  <a:lnTo>
                    <a:pt x="3311" y="1143"/>
                  </a:lnTo>
                  <a:lnTo>
                    <a:pt x="3311" y="929"/>
                  </a:lnTo>
                  <a:cubicBezTo>
                    <a:pt x="3311" y="429"/>
                    <a:pt x="2906"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8"/>
            <p:cNvSpPr/>
            <p:nvPr/>
          </p:nvSpPr>
          <p:spPr>
            <a:xfrm>
              <a:off x="5380504" y="2368112"/>
              <a:ext cx="399304" cy="236731"/>
            </a:xfrm>
            <a:custGeom>
              <a:avLst/>
              <a:gdLst/>
              <a:ahLst/>
              <a:cxnLst/>
              <a:rect l="l" t="t" r="r" b="b"/>
              <a:pathLst>
                <a:path w="11932" h="7074" extrusionOk="0">
                  <a:moveTo>
                    <a:pt x="5192" y="0"/>
                  </a:moveTo>
                  <a:cubicBezTo>
                    <a:pt x="3930" y="0"/>
                    <a:pt x="2763" y="739"/>
                    <a:pt x="2191" y="1906"/>
                  </a:cubicBezTo>
                  <a:cubicBezTo>
                    <a:pt x="953" y="2096"/>
                    <a:pt x="0" y="3168"/>
                    <a:pt x="0" y="4454"/>
                  </a:cubicBezTo>
                  <a:cubicBezTo>
                    <a:pt x="0" y="5883"/>
                    <a:pt x="1144" y="7049"/>
                    <a:pt x="2572" y="7049"/>
                  </a:cubicBezTo>
                  <a:lnTo>
                    <a:pt x="2930" y="7049"/>
                  </a:lnTo>
                  <a:cubicBezTo>
                    <a:pt x="3025" y="7049"/>
                    <a:pt x="3120" y="6954"/>
                    <a:pt x="3120" y="6859"/>
                  </a:cubicBezTo>
                  <a:cubicBezTo>
                    <a:pt x="3120" y="6764"/>
                    <a:pt x="3025" y="6692"/>
                    <a:pt x="2930" y="6692"/>
                  </a:cubicBezTo>
                  <a:lnTo>
                    <a:pt x="2572" y="6692"/>
                  </a:lnTo>
                  <a:cubicBezTo>
                    <a:pt x="1334" y="6692"/>
                    <a:pt x="358" y="5668"/>
                    <a:pt x="358" y="4454"/>
                  </a:cubicBezTo>
                  <a:cubicBezTo>
                    <a:pt x="358" y="3311"/>
                    <a:pt x="1215" y="2358"/>
                    <a:pt x="2334" y="2215"/>
                  </a:cubicBezTo>
                  <a:cubicBezTo>
                    <a:pt x="2406" y="2215"/>
                    <a:pt x="2453" y="2167"/>
                    <a:pt x="2501" y="2120"/>
                  </a:cubicBezTo>
                  <a:cubicBezTo>
                    <a:pt x="2977" y="1048"/>
                    <a:pt x="4049" y="334"/>
                    <a:pt x="5240" y="334"/>
                  </a:cubicBezTo>
                  <a:cubicBezTo>
                    <a:pt x="6264" y="334"/>
                    <a:pt x="7216" y="882"/>
                    <a:pt x="7764" y="1739"/>
                  </a:cubicBezTo>
                  <a:cubicBezTo>
                    <a:pt x="7788" y="1810"/>
                    <a:pt x="7859" y="1834"/>
                    <a:pt x="7907" y="1834"/>
                  </a:cubicBezTo>
                  <a:lnTo>
                    <a:pt x="8002" y="1834"/>
                  </a:lnTo>
                  <a:cubicBezTo>
                    <a:pt x="8597" y="1834"/>
                    <a:pt x="9121" y="2239"/>
                    <a:pt x="9288" y="2834"/>
                  </a:cubicBezTo>
                  <a:cubicBezTo>
                    <a:pt x="9307" y="2909"/>
                    <a:pt x="9340" y="2969"/>
                    <a:pt x="9399" y="2969"/>
                  </a:cubicBezTo>
                  <a:cubicBezTo>
                    <a:pt x="9415" y="2969"/>
                    <a:pt x="9434" y="2964"/>
                    <a:pt x="9455" y="2953"/>
                  </a:cubicBezTo>
                  <a:lnTo>
                    <a:pt x="9669" y="2953"/>
                  </a:lnTo>
                  <a:cubicBezTo>
                    <a:pt x="10717" y="2953"/>
                    <a:pt x="11550" y="3787"/>
                    <a:pt x="11550" y="4835"/>
                  </a:cubicBezTo>
                  <a:cubicBezTo>
                    <a:pt x="11550" y="5883"/>
                    <a:pt x="10717" y="6716"/>
                    <a:pt x="9669" y="6716"/>
                  </a:cubicBezTo>
                  <a:lnTo>
                    <a:pt x="8597" y="6716"/>
                  </a:lnTo>
                  <a:cubicBezTo>
                    <a:pt x="8502" y="6716"/>
                    <a:pt x="8407" y="6811"/>
                    <a:pt x="8407" y="6907"/>
                  </a:cubicBezTo>
                  <a:cubicBezTo>
                    <a:pt x="8407" y="6978"/>
                    <a:pt x="8502" y="7073"/>
                    <a:pt x="8597" y="7073"/>
                  </a:cubicBezTo>
                  <a:lnTo>
                    <a:pt x="9669" y="7073"/>
                  </a:lnTo>
                  <a:cubicBezTo>
                    <a:pt x="10884" y="7073"/>
                    <a:pt x="11908" y="6097"/>
                    <a:pt x="11908" y="4835"/>
                  </a:cubicBezTo>
                  <a:cubicBezTo>
                    <a:pt x="11931" y="3596"/>
                    <a:pt x="10955" y="2620"/>
                    <a:pt x="9693" y="2620"/>
                  </a:cubicBezTo>
                  <a:lnTo>
                    <a:pt x="9574" y="2620"/>
                  </a:lnTo>
                  <a:cubicBezTo>
                    <a:pt x="9336" y="1953"/>
                    <a:pt x="8717" y="1477"/>
                    <a:pt x="8002" y="1477"/>
                  </a:cubicBezTo>
                  <a:lnTo>
                    <a:pt x="7978" y="1477"/>
                  </a:lnTo>
                  <a:cubicBezTo>
                    <a:pt x="7335" y="548"/>
                    <a:pt x="6335" y="0"/>
                    <a:pt x="5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4" name="Google Shape;4544;p58"/>
          <p:cNvGrpSpPr/>
          <p:nvPr/>
        </p:nvGrpSpPr>
        <p:grpSpPr>
          <a:xfrm>
            <a:off x="7375258" y="4043950"/>
            <a:ext cx="396895" cy="267017"/>
            <a:chOff x="7375258" y="4279175"/>
            <a:chExt cx="396895" cy="267017"/>
          </a:xfrm>
        </p:grpSpPr>
        <p:sp>
          <p:nvSpPr>
            <p:cNvPr id="4545" name="Google Shape;4545;p58"/>
            <p:cNvSpPr/>
            <p:nvPr/>
          </p:nvSpPr>
          <p:spPr>
            <a:xfrm>
              <a:off x="7449349" y="4498334"/>
              <a:ext cx="23961" cy="23927"/>
            </a:xfrm>
            <a:custGeom>
              <a:avLst/>
              <a:gdLst/>
              <a:ahLst/>
              <a:cxnLst/>
              <a:rect l="l" t="t" r="r" b="b"/>
              <a:pathLst>
                <a:path w="716" h="715" extrusionOk="0">
                  <a:moveTo>
                    <a:pt x="358" y="0"/>
                  </a:moveTo>
                  <a:cubicBezTo>
                    <a:pt x="144" y="0"/>
                    <a:pt x="1" y="167"/>
                    <a:pt x="1" y="357"/>
                  </a:cubicBezTo>
                  <a:cubicBezTo>
                    <a:pt x="1" y="572"/>
                    <a:pt x="144" y="715"/>
                    <a:pt x="358" y="715"/>
                  </a:cubicBezTo>
                  <a:cubicBezTo>
                    <a:pt x="572" y="715"/>
                    <a:pt x="715" y="572"/>
                    <a:pt x="715" y="357"/>
                  </a:cubicBezTo>
                  <a:cubicBezTo>
                    <a:pt x="715" y="167"/>
                    <a:pt x="572"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8"/>
            <p:cNvSpPr/>
            <p:nvPr/>
          </p:nvSpPr>
          <p:spPr>
            <a:xfrm>
              <a:off x="7697990" y="4498334"/>
              <a:ext cx="23961" cy="23927"/>
            </a:xfrm>
            <a:custGeom>
              <a:avLst/>
              <a:gdLst/>
              <a:ahLst/>
              <a:cxnLst/>
              <a:rect l="l" t="t" r="r" b="b"/>
              <a:pathLst>
                <a:path w="716" h="715" extrusionOk="0">
                  <a:moveTo>
                    <a:pt x="358" y="0"/>
                  </a:moveTo>
                  <a:cubicBezTo>
                    <a:pt x="168" y="0"/>
                    <a:pt x="1" y="167"/>
                    <a:pt x="1" y="357"/>
                  </a:cubicBezTo>
                  <a:cubicBezTo>
                    <a:pt x="1" y="572"/>
                    <a:pt x="168" y="715"/>
                    <a:pt x="358" y="715"/>
                  </a:cubicBezTo>
                  <a:cubicBezTo>
                    <a:pt x="572" y="715"/>
                    <a:pt x="715" y="572"/>
                    <a:pt x="715" y="357"/>
                  </a:cubicBezTo>
                  <a:cubicBezTo>
                    <a:pt x="715" y="167"/>
                    <a:pt x="572"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8"/>
            <p:cNvSpPr/>
            <p:nvPr/>
          </p:nvSpPr>
          <p:spPr>
            <a:xfrm>
              <a:off x="7375258" y="4279175"/>
              <a:ext cx="396895" cy="267017"/>
            </a:xfrm>
            <a:custGeom>
              <a:avLst/>
              <a:gdLst/>
              <a:ahLst/>
              <a:cxnLst/>
              <a:rect l="l" t="t" r="r" b="b"/>
              <a:pathLst>
                <a:path w="11860" h="7979" extrusionOk="0">
                  <a:moveTo>
                    <a:pt x="3882" y="405"/>
                  </a:moveTo>
                  <a:cubicBezTo>
                    <a:pt x="4501" y="405"/>
                    <a:pt x="5120" y="524"/>
                    <a:pt x="5716" y="762"/>
                  </a:cubicBezTo>
                  <a:lnTo>
                    <a:pt x="5596" y="1024"/>
                  </a:lnTo>
                  <a:cubicBezTo>
                    <a:pt x="5573" y="1048"/>
                    <a:pt x="5573" y="1072"/>
                    <a:pt x="5549" y="1120"/>
                  </a:cubicBezTo>
                  <a:cubicBezTo>
                    <a:pt x="5001" y="905"/>
                    <a:pt x="4453" y="786"/>
                    <a:pt x="3858" y="786"/>
                  </a:cubicBezTo>
                  <a:cubicBezTo>
                    <a:pt x="3263" y="786"/>
                    <a:pt x="2691" y="905"/>
                    <a:pt x="2143" y="1120"/>
                  </a:cubicBezTo>
                  <a:lnTo>
                    <a:pt x="2000" y="762"/>
                  </a:lnTo>
                  <a:cubicBezTo>
                    <a:pt x="2596" y="524"/>
                    <a:pt x="3215" y="405"/>
                    <a:pt x="3882" y="405"/>
                  </a:cubicBezTo>
                  <a:close/>
                  <a:moveTo>
                    <a:pt x="2953" y="2072"/>
                  </a:moveTo>
                  <a:cubicBezTo>
                    <a:pt x="3072" y="2072"/>
                    <a:pt x="3167" y="2144"/>
                    <a:pt x="3167" y="2263"/>
                  </a:cubicBezTo>
                  <a:cubicBezTo>
                    <a:pt x="3167" y="2382"/>
                    <a:pt x="3072" y="2477"/>
                    <a:pt x="2953" y="2477"/>
                  </a:cubicBezTo>
                  <a:cubicBezTo>
                    <a:pt x="2834" y="2453"/>
                    <a:pt x="2739" y="2358"/>
                    <a:pt x="2739" y="2263"/>
                  </a:cubicBezTo>
                  <a:cubicBezTo>
                    <a:pt x="2739" y="2144"/>
                    <a:pt x="2834" y="2072"/>
                    <a:pt x="2953" y="2072"/>
                  </a:cubicBezTo>
                  <a:close/>
                  <a:moveTo>
                    <a:pt x="8407" y="2072"/>
                  </a:moveTo>
                  <a:lnTo>
                    <a:pt x="8859" y="3406"/>
                  </a:lnTo>
                  <a:lnTo>
                    <a:pt x="7430" y="3406"/>
                  </a:lnTo>
                  <a:cubicBezTo>
                    <a:pt x="7311" y="3406"/>
                    <a:pt x="7216" y="3310"/>
                    <a:pt x="7216" y="3191"/>
                  </a:cubicBezTo>
                  <a:lnTo>
                    <a:pt x="7216" y="2072"/>
                  </a:lnTo>
                  <a:close/>
                  <a:moveTo>
                    <a:pt x="9240" y="2072"/>
                  </a:moveTo>
                  <a:lnTo>
                    <a:pt x="9740" y="3406"/>
                  </a:lnTo>
                  <a:lnTo>
                    <a:pt x="9216" y="3406"/>
                  </a:lnTo>
                  <a:lnTo>
                    <a:pt x="8764" y="2072"/>
                  </a:lnTo>
                  <a:close/>
                  <a:moveTo>
                    <a:pt x="4239" y="3334"/>
                  </a:moveTo>
                  <a:cubicBezTo>
                    <a:pt x="4358" y="3382"/>
                    <a:pt x="4453" y="3453"/>
                    <a:pt x="4453" y="3549"/>
                  </a:cubicBezTo>
                  <a:cubicBezTo>
                    <a:pt x="4453" y="3668"/>
                    <a:pt x="4358" y="3763"/>
                    <a:pt x="4239" y="3763"/>
                  </a:cubicBezTo>
                  <a:cubicBezTo>
                    <a:pt x="4120" y="3763"/>
                    <a:pt x="4025" y="3668"/>
                    <a:pt x="4025" y="3549"/>
                  </a:cubicBezTo>
                  <a:cubicBezTo>
                    <a:pt x="4025" y="3429"/>
                    <a:pt x="4120" y="3334"/>
                    <a:pt x="4239" y="3334"/>
                  </a:cubicBezTo>
                  <a:close/>
                  <a:moveTo>
                    <a:pt x="3858" y="1167"/>
                  </a:moveTo>
                  <a:cubicBezTo>
                    <a:pt x="4382" y="1167"/>
                    <a:pt x="4930" y="1262"/>
                    <a:pt x="5406" y="1453"/>
                  </a:cubicBezTo>
                  <a:lnTo>
                    <a:pt x="4620" y="3215"/>
                  </a:lnTo>
                  <a:cubicBezTo>
                    <a:pt x="4572" y="3072"/>
                    <a:pt x="4406" y="3025"/>
                    <a:pt x="4239" y="3025"/>
                  </a:cubicBezTo>
                  <a:cubicBezTo>
                    <a:pt x="3929" y="3025"/>
                    <a:pt x="3691" y="3263"/>
                    <a:pt x="3691" y="3549"/>
                  </a:cubicBezTo>
                  <a:cubicBezTo>
                    <a:pt x="3691" y="3858"/>
                    <a:pt x="3929" y="4096"/>
                    <a:pt x="4239" y="4096"/>
                  </a:cubicBezTo>
                  <a:lnTo>
                    <a:pt x="3858" y="4977"/>
                  </a:lnTo>
                  <a:lnTo>
                    <a:pt x="2905" y="2810"/>
                  </a:lnTo>
                  <a:lnTo>
                    <a:pt x="2929" y="2810"/>
                  </a:lnTo>
                  <a:cubicBezTo>
                    <a:pt x="3215" y="2810"/>
                    <a:pt x="3453" y="2572"/>
                    <a:pt x="3453" y="2263"/>
                  </a:cubicBezTo>
                  <a:cubicBezTo>
                    <a:pt x="3453" y="1977"/>
                    <a:pt x="3215" y="1739"/>
                    <a:pt x="2929" y="1739"/>
                  </a:cubicBezTo>
                  <a:cubicBezTo>
                    <a:pt x="2739" y="1739"/>
                    <a:pt x="2596" y="1834"/>
                    <a:pt x="2501" y="1953"/>
                  </a:cubicBezTo>
                  <a:lnTo>
                    <a:pt x="2310" y="1453"/>
                  </a:lnTo>
                  <a:cubicBezTo>
                    <a:pt x="2810" y="1262"/>
                    <a:pt x="3310" y="1167"/>
                    <a:pt x="3858" y="1167"/>
                  </a:cubicBezTo>
                  <a:close/>
                  <a:moveTo>
                    <a:pt x="8645" y="1334"/>
                  </a:moveTo>
                  <a:cubicBezTo>
                    <a:pt x="8788" y="1334"/>
                    <a:pt x="8930" y="1429"/>
                    <a:pt x="9002" y="1572"/>
                  </a:cubicBezTo>
                  <a:lnTo>
                    <a:pt x="9050" y="1739"/>
                  </a:lnTo>
                  <a:lnTo>
                    <a:pt x="6978" y="1739"/>
                  </a:lnTo>
                  <a:cubicBezTo>
                    <a:pt x="6882" y="1739"/>
                    <a:pt x="6787" y="1810"/>
                    <a:pt x="6787" y="1905"/>
                  </a:cubicBezTo>
                  <a:lnTo>
                    <a:pt x="6787" y="3215"/>
                  </a:lnTo>
                  <a:cubicBezTo>
                    <a:pt x="6787" y="3525"/>
                    <a:pt x="7025" y="3763"/>
                    <a:pt x="7335" y="3763"/>
                  </a:cubicBezTo>
                  <a:lnTo>
                    <a:pt x="9883" y="3763"/>
                  </a:lnTo>
                  <a:lnTo>
                    <a:pt x="11169" y="4168"/>
                  </a:lnTo>
                  <a:cubicBezTo>
                    <a:pt x="11312" y="4239"/>
                    <a:pt x="11431" y="4382"/>
                    <a:pt x="11431" y="4525"/>
                  </a:cubicBezTo>
                  <a:lnTo>
                    <a:pt x="11431" y="4882"/>
                  </a:lnTo>
                  <a:lnTo>
                    <a:pt x="11217" y="4882"/>
                  </a:lnTo>
                  <a:cubicBezTo>
                    <a:pt x="11145" y="4882"/>
                    <a:pt x="11050" y="4977"/>
                    <a:pt x="11050" y="5073"/>
                  </a:cubicBezTo>
                  <a:cubicBezTo>
                    <a:pt x="11050" y="5144"/>
                    <a:pt x="11145" y="5239"/>
                    <a:pt x="11217" y="5239"/>
                  </a:cubicBezTo>
                  <a:lnTo>
                    <a:pt x="11431" y="5239"/>
                  </a:lnTo>
                  <a:lnTo>
                    <a:pt x="11431" y="5811"/>
                  </a:lnTo>
                  <a:lnTo>
                    <a:pt x="11502" y="5811"/>
                  </a:lnTo>
                  <a:cubicBezTo>
                    <a:pt x="11502" y="5954"/>
                    <a:pt x="11407" y="6073"/>
                    <a:pt x="11288" y="6168"/>
                  </a:cubicBezTo>
                  <a:lnTo>
                    <a:pt x="10931" y="6359"/>
                  </a:lnTo>
                  <a:cubicBezTo>
                    <a:pt x="10717" y="6025"/>
                    <a:pt x="10407" y="5811"/>
                    <a:pt x="9978" y="5811"/>
                  </a:cubicBezTo>
                  <a:cubicBezTo>
                    <a:pt x="9573" y="5811"/>
                    <a:pt x="9192" y="6049"/>
                    <a:pt x="9026" y="6382"/>
                  </a:cubicBezTo>
                  <a:lnTo>
                    <a:pt x="3525" y="6382"/>
                  </a:lnTo>
                  <a:cubicBezTo>
                    <a:pt x="3334" y="6049"/>
                    <a:pt x="2977" y="5811"/>
                    <a:pt x="2572" y="5811"/>
                  </a:cubicBezTo>
                  <a:cubicBezTo>
                    <a:pt x="2143" y="5811"/>
                    <a:pt x="1786" y="6049"/>
                    <a:pt x="1619" y="6382"/>
                  </a:cubicBezTo>
                  <a:lnTo>
                    <a:pt x="333" y="6382"/>
                  </a:lnTo>
                  <a:lnTo>
                    <a:pt x="333" y="5239"/>
                  </a:lnTo>
                  <a:lnTo>
                    <a:pt x="2953" y="5239"/>
                  </a:lnTo>
                  <a:cubicBezTo>
                    <a:pt x="3048" y="5239"/>
                    <a:pt x="3120" y="5144"/>
                    <a:pt x="3120" y="5073"/>
                  </a:cubicBezTo>
                  <a:cubicBezTo>
                    <a:pt x="3120" y="4977"/>
                    <a:pt x="3048" y="4882"/>
                    <a:pt x="2953" y="4882"/>
                  </a:cubicBezTo>
                  <a:lnTo>
                    <a:pt x="333" y="4882"/>
                  </a:lnTo>
                  <a:lnTo>
                    <a:pt x="333" y="1334"/>
                  </a:lnTo>
                  <a:lnTo>
                    <a:pt x="1881" y="1334"/>
                  </a:lnTo>
                  <a:lnTo>
                    <a:pt x="3691" y="5501"/>
                  </a:lnTo>
                  <a:cubicBezTo>
                    <a:pt x="3715" y="5573"/>
                    <a:pt x="3787" y="5620"/>
                    <a:pt x="3834" y="5620"/>
                  </a:cubicBezTo>
                  <a:cubicBezTo>
                    <a:pt x="3906" y="5620"/>
                    <a:pt x="3953" y="5597"/>
                    <a:pt x="4001" y="5501"/>
                  </a:cubicBezTo>
                  <a:lnTo>
                    <a:pt x="5811" y="1334"/>
                  </a:lnTo>
                  <a:close/>
                  <a:moveTo>
                    <a:pt x="2572" y="6168"/>
                  </a:moveTo>
                  <a:cubicBezTo>
                    <a:pt x="2977" y="6168"/>
                    <a:pt x="3310" y="6502"/>
                    <a:pt x="3310" y="6906"/>
                  </a:cubicBezTo>
                  <a:cubicBezTo>
                    <a:pt x="3310" y="7335"/>
                    <a:pt x="2977" y="7668"/>
                    <a:pt x="2572" y="7668"/>
                  </a:cubicBezTo>
                  <a:cubicBezTo>
                    <a:pt x="2143" y="7668"/>
                    <a:pt x="1834" y="7335"/>
                    <a:pt x="1834" y="6906"/>
                  </a:cubicBezTo>
                  <a:cubicBezTo>
                    <a:pt x="1834" y="6502"/>
                    <a:pt x="2143" y="6168"/>
                    <a:pt x="2572" y="6168"/>
                  </a:cubicBezTo>
                  <a:close/>
                  <a:moveTo>
                    <a:pt x="10002" y="6168"/>
                  </a:moveTo>
                  <a:cubicBezTo>
                    <a:pt x="10431" y="6168"/>
                    <a:pt x="10764" y="6502"/>
                    <a:pt x="10764" y="6906"/>
                  </a:cubicBezTo>
                  <a:cubicBezTo>
                    <a:pt x="10764" y="7335"/>
                    <a:pt x="10431" y="7668"/>
                    <a:pt x="10002" y="7668"/>
                  </a:cubicBezTo>
                  <a:cubicBezTo>
                    <a:pt x="9597" y="7668"/>
                    <a:pt x="9264" y="7335"/>
                    <a:pt x="9264" y="6906"/>
                  </a:cubicBezTo>
                  <a:cubicBezTo>
                    <a:pt x="9264" y="6502"/>
                    <a:pt x="9597" y="6168"/>
                    <a:pt x="10002" y="6168"/>
                  </a:cubicBezTo>
                  <a:close/>
                  <a:moveTo>
                    <a:pt x="3882" y="0"/>
                  </a:moveTo>
                  <a:cubicBezTo>
                    <a:pt x="3144" y="0"/>
                    <a:pt x="2429" y="167"/>
                    <a:pt x="1739" y="453"/>
                  </a:cubicBezTo>
                  <a:cubicBezTo>
                    <a:pt x="1643" y="477"/>
                    <a:pt x="1619" y="596"/>
                    <a:pt x="1643" y="691"/>
                  </a:cubicBezTo>
                  <a:lnTo>
                    <a:pt x="1762" y="929"/>
                  </a:lnTo>
                  <a:lnTo>
                    <a:pt x="357" y="929"/>
                  </a:lnTo>
                  <a:cubicBezTo>
                    <a:pt x="143" y="929"/>
                    <a:pt x="0" y="1072"/>
                    <a:pt x="0" y="1286"/>
                  </a:cubicBezTo>
                  <a:lnTo>
                    <a:pt x="0" y="6311"/>
                  </a:lnTo>
                  <a:cubicBezTo>
                    <a:pt x="0" y="6525"/>
                    <a:pt x="143" y="6668"/>
                    <a:pt x="357" y="6668"/>
                  </a:cubicBezTo>
                  <a:lnTo>
                    <a:pt x="1500" y="6668"/>
                  </a:lnTo>
                  <a:cubicBezTo>
                    <a:pt x="1500" y="6740"/>
                    <a:pt x="1453" y="6787"/>
                    <a:pt x="1453" y="6883"/>
                  </a:cubicBezTo>
                  <a:cubicBezTo>
                    <a:pt x="1453" y="7478"/>
                    <a:pt x="1977" y="7978"/>
                    <a:pt x="2572" y="7978"/>
                  </a:cubicBezTo>
                  <a:cubicBezTo>
                    <a:pt x="3167" y="7978"/>
                    <a:pt x="3667" y="7478"/>
                    <a:pt x="3667" y="6883"/>
                  </a:cubicBezTo>
                  <a:cubicBezTo>
                    <a:pt x="3667" y="6811"/>
                    <a:pt x="3667" y="6764"/>
                    <a:pt x="3644" y="6668"/>
                  </a:cubicBezTo>
                  <a:lnTo>
                    <a:pt x="8907" y="6668"/>
                  </a:lnTo>
                  <a:cubicBezTo>
                    <a:pt x="8907" y="6740"/>
                    <a:pt x="8883" y="6787"/>
                    <a:pt x="8883" y="6883"/>
                  </a:cubicBezTo>
                  <a:cubicBezTo>
                    <a:pt x="8883" y="7478"/>
                    <a:pt x="9383" y="7978"/>
                    <a:pt x="9978" y="7978"/>
                  </a:cubicBezTo>
                  <a:cubicBezTo>
                    <a:pt x="10574" y="7978"/>
                    <a:pt x="11074" y="7478"/>
                    <a:pt x="11074" y="6883"/>
                  </a:cubicBezTo>
                  <a:cubicBezTo>
                    <a:pt x="11074" y="6787"/>
                    <a:pt x="11074" y="6692"/>
                    <a:pt x="11050" y="6644"/>
                  </a:cubicBezTo>
                  <a:lnTo>
                    <a:pt x="11407" y="6454"/>
                  </a:lnTo>
                  <a:cubicBezTo>
                    <a:pt x="11645" y="6335"/>
                    <a:pt x="11836" y="6073"/>
                    <a:pt x="11836" y="5811"/>
                  </a:cubicBezTo>
                  <a:lnTo>
                    <a:pt x="11836" y="4501"/>
                  </a:lnTo>
                  <a:cubicBezTo>
                    <a:pt x="11860" y="4215"/>
                    <a:pt x="11645" y="3930"/>
                    <a:pt x="11360" y="3811"/>
                  </a:cubicBezTo>
                  <a:lnTo>
                    <a:pt x="10121" y="3406"/>
                  </a:lnTo>
                  <a:lnTo>
                    <a:pt x="9359" y="1405"/>
                  </a:lnTo>
                  <a:cubicBezTo>
                    <a:pt x="9240" y="1143"/>
                    <a:pt x="8978" y="929"/>
                    <a:pt x="8669" y="929"/>
                  </a:cubicBezTo>
                  <a:lnTo>
                    <a:pt x="6001" y="929"/>
                  </a:lnTo>
                  <a:lnTo>
                    <a:pt x="6120" y="691"/>
                  </a:lnTo>
                  <a:cubicBezTo>
                    <a:pt x="6144" y="596"/>
                    <a:pt x="6120" y="524"/>
                    <a:pt x="6025" y="453"/>
                  </a:cubicBezTo>
                  <a:cubicBezTo>
                    <a:pt x="5335" y="167"/>
                    <a:pt x="4620" y="0"/>
                    <a:pt x="3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8"/>
            <p:cNvSpPr/>
            <p:nvPr/>
          </p:nvSpPr>
          <p:spPr>
            <a:xfrm>
              <a:off x="7529864" y="4442549"/>
              <a:ext cx="205642" cy="11980"/>
            </a:xfrm>
            <a:custGeom>
              <a:avLst/>
              <a:gdLst/>
              <a:ahLst/>
              <a:cxnLst/>
              <a:rect l="l" t="t" r="r" b="b"/>
              <a:pathLst>
                <a:path w="6145" h="358" extrusionOk="0">
                  <a:moveTo>
                    <a:pt x="191" y="0"/>
                  </a:moveTo>
                  <a:cubicBezTo>
                    <a:pt x="95" y="0"/>
                    <a:pt x="0" y="95"/>
                    <a:pt x="0" y="191"/>
                  </a:cubicBezTo>
                  <a:cubicBezTo>
                    <a:pt x="0" y="286"/>
                    <a:pt x="95" y="357"/>
                    <a:pt x="191" y="357"/>
                  </a:cubicBezTo>
                  <a:lnTo>
                    <a:pt x="5954" y="357"/>
                  </a:lnTo>
                  <a:cubicBezTo>
                    <a:pt x="6049" y="357"/>
                    <a:pt x="6144" y="286"/>
                    <a:pt x="6144" y="191"/>
                  </a:cubicBezTo>
                  <a:cubicBezTo>
                    <a:pt x="6097" y="72"/>
                    <a:pt x="6049" y="0"/>
                    <a:pt x="59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8"/>
            <p:cNvSpPr/>
            <p:nvPr/>
          </p:nvSpPr>
          <p:spPr>
            <a:xfrm>
              <a:off x="7505134" y="4330777"/>
              <a:ext cx="19175" cy="17770"/>
            </a:xfrm>
            <a:custGeom>
              <a:avLst/>
              <a:gdLst/>
              <a:ahLst/>
              <a:cxnLst/>
              <a:rect l="l" t="t" r="r" b="b"/>
              <a:pathLst>
                <a:path w="573" h="531" extrusionOk="0">
                  <a:moveTo>
                    <a:pt x="349" y="0"/>
                  </a:moveTo>
                  <a:cubicBezTo>
                    <a:pt x="304" y="0"/>
                    <a:pt x="263" y="18"/>
                    <a:pt x="239" y="54"/>
                  </a:cubicBezTo>
                  <a:lnTo>
                    <a:pt x="48" y="220"/>
                  </a:lnTo>
                  <a:cubicBezTo>
                    <a:pt x="1" y="292"/>
                    <a:pt x="1" y="411"/>
                    <a:pt x="48" y="459"/>
                  </a:cubicBezTo>
                  <a:cubicBezTo>
                    <a:pt x="96" y="482"/>
                    <a:pt x="144" y="530"/>
                    <a:pt x="168" y="530"/>
                  </a:cubicBezTo>
                  <a:cubicBezTo>
                    <a:pt x="215" y="530"/>
                    <a:pt x="263" y="482"/>
                    <a:pt x="287" y="459"/>
                  </a:cubicBezTo>
                  <a:lnTo>
                    <a:pt x="477" y="292"/>
                  </a:lnTo>
                  <a:cubicBezTo>
                    <a:pt x="572" y="220"/>
                    <a:pt x="572" y="101"/>
                    <a:pt x="477" y="54"/>
                  </a:cubicBezTo>
                  <a:cubicBezTo>
                    <a:pt x="441" y="18"/>
                    <a:pt x="39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8"/>
            <p:cNvSpPr/>
            <p:nvPr/>
          </p:nvSpPr>
          <p:spPr>
            <a:xfrm>
              <a:off x="7498776" y="4361263"/>
              <a:ext cx="11980" cy="11980"/>
            </a:xfrm>
            <a:custGeom>
              <a:avLst/>
              <a:gdLst/>
              <a:ahLst/>
              <a:cxnLst/>
              <a:rect l="l" t="t" r="r" b="b"/>
              <a:pathLst>
                <a:path w="358" h="358" extrusionOk="0">
                  <a:moveTo>
                    <a:pt x="191" y="0"/>
                  </a:moveTo>
                  <a:cubicBezTo>
                    <a:pt x="96" y="0"/>
                    <a:pt x="0" y="95"/>
                    <a:pt x="0" y="167"/>
                  </a:cubicBezTo>
                  <a:cubicBezTo>
                    <a:pt x="0" y="262"/>
                    <a:pt x="96" y="357"/>
                    <a:pt x="191" y="357"/>
                  </a:cubicBezTo>
                  <a:cubicBezTo>
                    <a:pt x="286" y="357"/>
                    <a:pt x="358" y="262"/>
                    <a:pt x="358" y="167"/>
                  </a:cubicBezTo>
                  <a:cubicBezTo>
                    <a:pt x="358" y="95"/>
                    <a:pt x="28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8"/>
            <p:cNvSpPr/>
            <p:nvPr/>
          </p:nvSpPr>
          <p:spPr>
            <a:xfrm>
              <a:off x="7524276" y="4349283"/>
              <a:ext cx="11980" cy="12014"/>
            </a:xfrm>
            <a:custGeom>
              <a:avLst/>
              <a:gdLst/>
              <a:ahLst/>
              <a:cxnLst/>
              <a:rect l="l" t="t" r="r" b="b"/>
              <a:pathLst>
                <a:path w="358" h="359" extrusionOk="0">
                  <a:moveTo>
                    <a:pt x="167" y="1"/>
                  </a:moveTo>
                  <a:cubicBezTo>
                    <a:pt x="72" y="1"/>
                    <a:pt x="0" y="96"/>
                    <a:pt x="0" y="168"/>
                  </a:cubicBezTo>
                  <a:cubicBezTo>
                    <a:pt x="0" y="263"/>
                    <a:pt x="72" y="358"/>
                    <a:pt x="167" y="358"/>
                  </a:cubicBezTo>
                  <a:cubicBezTo>
                    <a:pt x="262" y="358"/>
                    <a:pt x="358" y="263"/>
                    <a:pt x="358" y="168"/>
                  </a:cubicBezTo>
                  <a:cubicBezTo>
                    <a:pt x="358" y="49"/>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2" name="Google Shape;4552;p58"/>
          <p:cNvGrpSpPr/>
          <p:nvPr/>
        </p:nvGrpSpPr>
        <p:grpSpPr>
          <a:xfrm>
            <a:off x="8029523" y="4034379"/>
            <a:ext cx="400108" cy="279767"/>
            <a:chOff x="8029523" y="4269604"/>
            <a:chExt cx="400108" cy="279767"/>
          </a:xfrm>
        </p:grpSpPr>
        <p:sp>
          <p:nvSpPr>
            <p:cNvPr id="4553" name="Google Shape;4553;p58"/>
            <p:cNvSpPr/>
            <p:nvPr/>
          </p:nvSpPr>
          <p:spPr>
            <a:xfrm>
              <a:off x="8106826" y="4500710"/>
              <a:ext cx="23961" cy="23961"/>
            </a:xfrm>
            <a:custGeom>
              <a:avLst/>
              <a:gdLst/>
              <a:ahLst/>
              <a:cxnLst/>
              <a:rect l="l" t="t" r="r" b="b"/>
              <a:pathLst>
                <a:path w="716" h="716" extrusionOk="0">
                  <a:moveTo>
                    <a:pt x="358" y="1"/>
                  </a:moveTo>
                  <a:cubicBezTo>
                    <a:pt x="144" y="1"/>
                    <a:pt x="1" y="144"/>
                    <a:pt x="1" y="358"/>
                  </a:cubicBezTo>
                  <a:cubicBezTo>
                    <a:pt x="1" y="572"/>
                    <a:pt x="144" y="715"/>
                    <a:pt x="358" y="715"/>
                  </a:cubicBezTo>
                  <a:cubicBezTo>
                    <a:pt x="572" y="715"/>
                    <a:pt x="715" y="572"/>
                    <a:pt x="715" y="358"/>
                  </a:cubicBezTo>
                  <a:cubicBezTo>
                    <a:pt x="715" y="167"/>
                    <a:pt x="572"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8"/>
            <p:cNvSpPr/>
            <p:nvPr/>
          </p:nvSpPr>
          <p:spPr>
            <a:xfrm>
              <a:off x="8355468" y="4500710"/>
              <a:ext cx="23961" cy="23961"/>
            </a:xfrm>
            <a:custGeom>
              <a:avLst/>
              <a:gdLst/>
              <a:ahLst/>
              <a:cxnLst/>
              <a:rect l="l" t="t" r="r" b="b"/>
              <a:pathLst>
                <a:path w="716" h="716" extrusionOk="0">
                  <a:moveTo>
                    <a:pt x="358" y="1"/>
                  </a:moveTo>
                  <a:cubicBezTo>
                    <a:pt x="168" y="1"/>
                    <a:pt x="1" y="144"/>
                    <a:pt x="1" y="358"/>
                  </a:cubicBezTo>
                  <a:cubicBezTo>
                    <a:pt x="1" y="572"/>
                    <a:pt x="168" y="715"/>
                    <a:pt x="358" y="715"/>
                  </a:cubicBezTo>
                  <a:cubicBezTo>
                    <a:pt x="572" y="715"/>
                    <a:pt x="715" y="572"/>
                    <a:pt x="715" y="358"/>
                  </a:cubicBezTo>
                  <a:cubicBezTo>
                    <a:pt x="715" y="167"/>
                    <a:pt x="572"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8"/>
            <p:cNvSpPr/>
            <p:nvPr/>
          </p:nvSpPr>
          <p:spPr>
            <a:xfrm>
              <a:off x="8029523" y="4269604"/>
              <a:ext cx="400108" cy="279767"/>
            </a:xfrm>
            <a:custGeom>
              <a:avLst/>
              <a:gdLst/>
              <a:ahLst/>
              <a:cxnLst/>
              <a:rect l="l" t="t" r="r" b="b"/>
              <a:pathLst>
                <a:path w="11956" h="8360" extrusionOk="0">
                  <a:moveTo>
                    <a:pt x="3978" y="381"/>
                  </a:moveTo>
                  <a:cubicBezTo>
                    <a:pt x="4168" y="381"/>
                    <a:pt x="4359" y="572"/>
                    <a:pt x="4359" y="763"/>
                  </a:cubicBezTo>
                  <a:lnTo>
                    <a:pt x="4359" y="977"/>
                  </a:lnTo>
                  <a:lnTo>
                    <a:pt x="3573" y="977"/>
                  </a:lnTo>
                  <a:lnTo>
                    <a:pt x="3573" y="763"/>
                  </a:lnTo>
                  <a:lnTo>
                    <a:pt x="3597" y="763"/>
                  </a:lnTo>
                  <a:cubicBezTo>
                    <a:pt x="3597" y="572"/>
                    <a:pt x="3763" y="381"/>
                    <a:pt x="3978" y="381"/>
                  </a:cubicBezTo>
                  <a:close/>
                  <a:moveTo>
                    <a:pt x="8503" y="2406"/>
                  </a:moveTo>
                  <a:lnTo>
                    <a:pt x="8955" y="3739"/>
                  </a:lnTo>
                  <a:lnTo>
                    <a:pt x="7526" y="3739"/>
                  </a:lnTo>
                  <a:cubicBezTo>
                    <a:pt x="7407" y="3739"/>
                    <a:pt x="7312" y="3668"/>
                    <a:pt x="7312" y="3549"/>
                  </a:cubicBezTo>
                  <a:lnTo>
                    <a:pt x="7312" y="2406"/>
                  </a:lnTo>
                  <a:close/>
                  <a:moveTo>
                    <a:pt x="9336" y="2430"/>
                  </a:moveTo>
                  <a:lnTo>
                    <a:pt x="9836" y="3787"/>
                  </a:lnTo>
                  <a:lnTo>
                    <a:pt x="9312" y="3787"/>
                  </a:lnTo>
                  <a:lnTo>
                    <a:pt x="8860" y="2430"/>
                  </a:lnTo>
                  <a:close/>
                  <a:moveTo>
                    <a:pt x="5311" y="1334"/>
                  </a:moveTo>
                  <a:lnTo>
                    <a:pt x="5645" y="5240"/>
                  </a:lnTo>
                  <a:lnTo>
                    <a:pt x="2311" y="5240"/>
                  </a:lnTo>
                  <a:lnTo>
                    <a:pt x="2644" y="1334"/>
                  </a:lnTo>
                  <a:lnTo>
                    <a:pt x="3240" y="1334"/>
                  </a:lnTo>
                  <a:lnTo>
                    <a:pt x="3240" y="1715"/>
                  </a:lnTo>
                  <a:cubicBezTo>
                    <a:pt x="3240" y="1810"/>
                    <a:pt x="3311" y="1906"/>
                    <a:pt x="3406" y="1906"/>
                  </a:cubicBezTo>
                  <a:cubicBezTo>
                    <a:pt x="3501" y="1906"/>
                    <a:pt x="3597" y="1810"/>
                    <a:pt x="3597" y="1715"/>
                  </a:cubicBezTo>
                  <a:lnTo>
                    <a:pt x="3597" y="1334"/>
                  </a:lnTo>
                  <a:lnTo>
                    <a:pt x="4359" y="1334"/>
                  </a:lnTo>
                  <a:lnTo>
                    <a:pt x="4359" y="1715"/>
                  </a:lnTo>
                  <a:cubicBezTo>
                    <a:pt x="4359" y="1810"/>
                    <a:pt x="4454" y="1906"/>
                    <a:pt x="4549" y="1906"/>
                  </a:cubicBezTo>
                  <a:cubicBezTo>
                    <a:pt x="4621" y="1906"/>
                    <a:pt x="4716" y="1810"/>
                    <a:pt x="4716" y="1715"/>
                  </a:cubicBezTo>
                  <a:lnTo>
                    <a:pt x="4716" y="1334"/>
                  </a:lnTo>
                  <a:close/>
                  <a:moveTo>
                    <a:pt x="8788" y="1715"/>
                  </a:moveTo>
                  <a:cubicBezTo>
                    <a:pt x="8931" y="1715"/>
                    <a:pt x="9098" y="1810"/>
                    <a:pt x="9146" y="1953"/>
                  </a:cubicBezTo>
                  <a:lnTo>
                    <a:pt x="9217" y="2120"/>
                  </a:lnTo>
                  <a:lnTo>
                    <a:pt x="7121" y="2120"/>
                  </a:lnTo>
                  <a:cubicBezTo>
                    <a:pt x="7026" y="2120"/>
                    <a:pt x="6955" y="2191"/>
                    <a:pt x="6955" y="2287"/>
                  </a:cubicBezTo>
                  <a:lnTo>
                    <a:pt x="6955" y="3596"/>
                  </a:lnTo>
                  <a:cubicBezTo>
                    <a:pt x="6955" y="3906"/>
                    <a:pt x="7193" y="4144"/>
                    <a:pt x="7479" y="4144"/>
                  </a:cubicBezTo>
                  <a:lnTo>
                    <a:pt x="10074" y="4144"/>
                  </a:lnTo>
                  <a:lnTo>
                    <a:pt x="11360" y="4549"/>
                  </a:lnTo>
                  <a:cubicBezTo>
                    <a:pt x="11503" y="4620"/>
                    <a:pt x="11622" y="4763"/>
                    <a:pt x="11622" y="4906"/>
                  </a:cubicBezTo>
                  <a:lnTo>
                    <a:pt x="11622" y="5240"/>
                  </a:lnTo>
                  <a:lnTo>
                    <a:pt x="11384" y="5240"/>
                  </a:lnTo>
                  <a:cubicBezTo>
                    <a:pt x="11289" y="5240"/>
                    <a:pt x="11217" y="5335"/>
                    <a:pt x="11217" y="5406"/>
                  </a:cubicBezTo>
                  <a:cubicBezTo>
                    <a:pt x="11217" y="5502"/>
                    <a:pt x="11289" y="5597"/>
                    <a:pt x="11384" y="5597"/>
                  </a:cubicBezTo>
                  <a:lnTo>
                    <a:pt x="11598" y="5597"/>
                  </a:lnTo>
                  <a:lnTo>
                    <a:pt x="11598" y="6192"/>
                  </a:lnTo>
                  <a:cubicBezTo>
                    <a:pt x="11598" y="6335"/>
                    <a:pt x="11503" y="6454"/>
                    <a:pt x="11384" y="6549"/>
                  </a:cubicBezTo>
                  <a:lnTo>
                    <a:pt x="11027" y="6716"/>
                  </a:lnTo>
                  <a:cubicBezTo>
                    <a:pt x="10813" y="6407"/>
                    <a:pt x="10503" y="6192"/>
                    <a:pt x="10074" y="6192"/>
                  </a:cubicBezTo>
                  <a:cubicBezTo>
                    <a:pt x="9669" y="6192"/>
                    <a:pt x="9288" y="6430"/>
                    <a:pt x="9122" y="6764"/>
                  </a:cubicBezTo>
                  <a:lnTo>
                    <a:pt x="3621" y="6764"/>
                  </a:lnTo>
                  <a:cubicBezTo>
                    <a:pt x="3430" y="6430"/>
                    <a:pt x="3073" y="6192"/>
                    <a:pt x="2668" y="6192"/>
                  </a:cubicBezTo>
                  <a:cubicBezTo>
                    <a:pt x="2239" y="6192"/>
                    <a:pt x="1882" y="6430"/>
                    <a:pt x="1715" y="6764"/>
                  </a:cubicBezTo>
                  <a:lnTo>
                    <a:pt x="429" y="6764"/>
                  </a:lnTo>
                  <a:lnTo>
                    <a:pt x="429" y="5621"/>
                  </a:lnTo>
                  <a:lnTo>
                    <a:pt x="1382" y="5621"/>
                  </a:lnTo>
                  <a:cubicBezTo>
                    <a:pt x="1477" y="5621"/>
                    <a:pt x="1549" y="5525"/>
                    <a:pt x="1549" y="5454"/>
                  </a:cubicBezTo>
                  <a:cubicBezTo>
                    <a:pt x="1549" y="5359"/>
                    <a:pt x="1477" y="5263"/>
                    <a:pt x="1382" y="5263"/>
                  </a:cubicBezTo>
                  <a:lnTo>
                    <a:pt x="429" y="5263"/>
                  </a:lnTo>
                  <a:lnTo>
                    <a:pt x="429" y="1715"/>
                  </a:lnTo>
                  <a:lnTo>
                    <a:pt x="2239" y="1715"/>
                  </a:lnTo>
                  <a:lnTo>
                    <a:pt x="1954" y="5240"/>
                  </a:lnTo>
                  <a:cubicBezTo>
                    <a:pt x="1954" y="5335"/>
                    <a:pt x="1977" y="5454"/>
                    <a:pt x="2025" y="5502"/>
                  </a:cubicBezTo>
                  <a:cubicBezTo>
                    <a:pt x="2096" y="5573"/>
                    <a:pt x="2216" y="5621"/>
                    <a:pt x="2311" y="5621"/>
                  </a:cubicBezTo>
                  <a:lnTo>
                    <a:pt x="5597" y="5621"/>
                  </a:lnTo>
                  <a:cubicBezTo>
                    <a:pt x="5692" y="5621"/>
                    <a:pt x="5811" y="5597"/>
                    <a:pt x="5883" y="5502"/>
                  </a:cubicBezTo>
                  <a:cubicBezTo>
                    <a:pt x="5931" y="5454"/>
                    <a:pt x="5954" y="5311"/>
                    <a:pt x="5954" y="5240"/>
                  </a:cubicBezTo>
                  <a:lnTo>
                    <a:pt x="5669" y="1715"/>
                  </a:lnTo>
                  <a:close/>
                  <a:moveTo>
                    <a:pt x="2668" y="6549"/>
                  </a:moveTo>
                  <a:cubicBezTo>
                    <a:pt x="3073" y="6549"/>
                    <a:pt x="3406" y="6883"/>
                    <a:pt x="3406" y="7288"/>
                  </a:cubicBezTo>
                  <a:cubicBezTo>
                    <a:pt x="3406" y="7669"/>
                    <a:pt x="3073" y="8026"/>
                    <a:pt x="2668" y="8026"/>
                  </a:cubicBezTo>
                  <a:cubicBezTo>
                    <a:pt x="2239" y="8026"/>
                    <a:pt x="1930" y="7692"/>
                    <a:pt x="1930" y="7288"/>
                  </a:cubicBezTo>
                  <a:cubicBezTo>
                    <a:pt x="1930" y="6883"/>
                    <a:pt x="2239" y="6549"/>
                    <a:pt x="2668" y="6549"/>
                  </a:cubicBezTo>
                  <a:close/>
                  <a:moveTo>
                    <a:pt x="10098" y="6549"/>
                  </a:moveTo>
                  <a:cubicBezTo>
                    <a:pt x="10527" y="6549"/>
                    <a:pt x="10860" y="6883"/>
                    <a:pt x="10860" y="7288"/>
                  </a:cubicBezTo>
                  <a:cubicBezTo>
                    <a:pt x="10860" y="7669"/>
                    <a:pt x="10527" y="8026"/>
                    <a:pt x="10098" y="8026"/>
                  </a:cubicBezTo>
                  <a:cubicBezTo>
                    <a:pt x="9693" y="8026"/>
                    <a:pt x="9360" y="7692"/>
                    <a:pt x="9360" y="7288"/>
                  </a:cubicBezTo>
                  <a:cubicBezTo>
                    <a:pt x="9360" y="6883"/>
                    <a:pt x="9693" y="6549"/>
                    <a:pt x="10098" y="6549"/>
                  </a:cubicBezTo>
                  <a:close/>
                  <a:moveTo>
                    <a:pt x="3906" y="0"/>
                  </a:moveTo>
                  <a:cubicBezTo>
                    <a:pt x="3501" y="0"/>
                    <a:pt x="3168" y="334"/>
                    <a:pt x="3168" y="739"/>
                  </a:cubicBezTo>
                  <a:lnTo>
                    <a:pt x="3168" y="953"/>
                  </a:lnTo>
                  <a:lnTo>
                    <a:pt x="2573" y="953"/>
                  </a:lnTo>
                  <a:cubicBezTo>
                    <a:pt x="2406" y="953"/>
                    <a:pt x="2239" y="1096"/>
                    <a:pt x="2216" y="1286"/>
                  </a:cubicBezTo>
                  <a:lnTo>
                    <a:pt x="2216" y="1310"/>
                  </a:lnTo>
                  <a:lnTo>
                    <a:pt x="358" y="1310"/>
                  </a:lnTo>
                  <a:cubicBezTo>
                    <a:pt x="167" y="1310"/>
                    <a:pt x="1" y="1453"/>
                    <a:pt x="1" y="1667"/>
                  </a:cubicBezTo>
                  <a:lnTo>
                    <a:pt x="1" y="6692"/>
                  </a:lnTo>
                  <a:cubicBezTo>
                    <a:pt x="1" y="6907"/>
                    <a:pt x="167" y="7050"/>
                    <a:pt x="358" y="7050"/>
                  </a:cubicBezTo>
                  <a:lnTo>
                    <a:pt x="1501" y="7050"/>
                  </a:lnTo>
                  <a:cubicBezTo>
                    <a:pt x="1501" y="7097"/>
                    <a:pt x="1477" y="7169"/>
                    <a:pt x="1477" y="7264"/>
                  </a:cubicBezTo>
                  <a:cubicBezTo>
                    <a:pt x="1477" y="7859"/>
                    <a:pt x="1977" y="8359"/>
                    <a:pt x="2573" y="8359"/>
                  </a:cubicBezTo>
                  <a:cubicBezTo>
                    <a:pt x="3168" y="8359"/>
                    <a:pt x="3668" y="7859"/>
                    <a:pt x="3668" y="7264"/>
                  </a:cubicBezTo>
                  <a:cubicBezTo>
                    <a:pt x="3668" y="7192"/>
                    <a:pt x="3668" y="7145"/>
                    <a:pt x="3644" y="7050"/>
                  </a:cubicBezTo>
                  <a:lnTo>
                    <a:pt x="9003" y="7050"/>
                  </a:lnTo>
                  <a:cubicBezTo>
                    <a:pt x="9003" y="7097"/>
                    <a:pt x="8979" y="7169"/>
                    <a:pt x="8979" y="7264"/>
                  </a:cubicBezTo>
                  <a:cubicBezTo>
                    <a:pt x="8979" y="7859"/>
                    <a:pt x="9479" y="8359"/>
                    <a:pt x="10074" y="8359"/>
                  </a:cubicBezTo>
                  <a:cubicBezTo>
                    <a:pt x="10670" y="8359"/>
                    <a:pt x="11170" y="7859"/>
                    <a:pt x="11170" y="7264"/>
                  </a:cubicBezTo>
                  <a:cubicBezTo>
                    <a:pt x="11170" y="7169"/>
                    <a:pt x="11170" y="7073"/>
                    <a:pt x="11146" y="7026"/>
                  </a:cubicBezTo>
                  <a:lnTo>
                    <a:pt x="11503" y="6835"/>
                  </a:lnTo>
                  <a:cubicBezTo>
                    <a:pt x="11741" y="6716"/>
                    <a:pt x="11932" y="6454"/>
                    <a:pt x="11932" y="6192"/>
                  </a:cubicBezTo>
                  <a:lnTo>
                    <a:pt x="11932" y="4882"/>
                  </a:lnTo>
                  <a:cubicBezTo>
                    <a:pt x="11956" y="4573"/>
                    <a:pt x="11741" y="4287"/>
                    <a:pt x="11456" y="4192"/>
                  </a:cubicBezTo>
                  <a:lnTo>
                    <a:pt x="10217" y="3787"/>
                  </a:lnTo>
                  <a:lnTo>
                    <a:pt x="9455" y="1787"/>
                  </a:lnTo>
                  <a:cubicBezTo>
                    <a:pt x="9336" y="1525"/>
                    <a:pt x="9074" y="1310"/>
                    <a:pt x="8764" y="1310"/>
                  </a:cubicBezTo>
                  <a:lnTo>
                    <a:pt x="5621" y="1310"/>
                  </a:lnTo>
                  <a:lnTo>
                    <a:pt x="5621" y="1286"/>
                  </a:lnTo>
                  <a:cubicBezTo>
                    <a:pt x="5573" y="1096"/>
                    <a:pt x="5430" y="953"/>
                    <a:pt x="5264" y="953"/>
                  </a:cubicBezTo>
                  <a:lnTo>
                    <a:pt x="4668" y="953"/>
                  </a:lnTo>
                  <a:lnTo>
                    <a:pt x="4668" y="739"/>
                  </a:lnTo>
                  <a:cubicBezTo>
                    <a:pt x="4668" y="334"/>
                    <a:pt x="4335" y="0"/>
                    <a:pt x="39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8"/>
            <p:cNvSpPr/>
            <p:nvPr/>
          </p:nvSpPr>
          <p:spPr>
            <a:xfrm>
              <a:off x="8243897" y="4444925"/>
              <a:ext cx="149087" cy="11980"/>
            </a:xfrm>
            <a:custGeom>
              <a:avLst/>
              <a:gdLst/>
              <a:ahLst/>
              <a:cxnLst/>
              <a:rect l="l" t="t" r="r" b="b"/>
              <a:pathLst>
                <a:path w="4455" h="358" extrusionOk="0">
                  <a:moveTo>
                    <a:pt x="191" y="1"/>
                  </a:moveTo>
                  <a:cubicBezTo>
                    <a:pt x="96" y="1"/>
                    <a:pt x="1" y="96"/>
                    <a:pt x="1" y="167"/>
                  </a:cubicBezTo>
                  <a:cubicBezTo>
                    <a:pt x="1" y="263"/>
                    <a:pt x="96" y="358"/>
                    <a:pt x="191" y="358"/>
                  </a:cubicBezTo>
                  <a:lnTo>
                    <a:pt x="4264" y="358"/>
                  </a:lnTo>
                  <a:cubicBezTo>
                    <a:pt x="4359" y="358"/>
                    <a:pt x="4454" y="263"/>
                    <a:pt x="4454" y="167"/>
                  </a:cubicBezTo>
                  <a:cubicBezTo>
                    <a:pt x="4407" y="96"/>
                    <a:pt x="4359" y="1"/>
                    <a:pt x="4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7" name="Google Shape;4557;p58"/>
          <p:cNvGrpSpPr/>
          <p:nvPr/>
        </p:nvGrpSpPr>
        <p:grpSpPr>
          <a:xfrm>
            <a:off x="1379050" y="3389516"/>
            <a:ext cx="416065" cy="303026"/>
            <a:chOff x="1379050" y="3624741"/>
            <a:chExt cx="416065" cy="303026"/>
          </a:xfrm>
        </p:grpSpPr>
        <p:sp>
          <p:nvSpPr>
            <p:cNvPr id="4558" name="Google Shape;4558;p58"/>
            <p:cNvSpPr/>
            <p:nvPr/>
          </p:nvSpPr>
          <p:spPr>
            <a:xfrm>
              <a:off x="1379050" y="3624741"/>
              <a:ext cx="323607" cy="303026"/>
            </a:xfrm>
            <a:custGeom>
              <a:avLst/>
              <a:gdLst/>
              <a:ahLst/>
              <a:cxnLst/>
              <a:rect l="l" t="t" r="r" b="b"/>
              <a:pathLst>
                <a:path w="9670" h="9055" extrusionOk="0">
                  <a:moveTo>
                    <a:pt x="2073" y="267"/>
                  </a:moveTo>
                  <a:cubicBezTo>
                    <a:pt x="2192" y="314"/>
                    <a:pt x="2263" y="362"/>
                    <a:pt x="2335" y="457"/>
                  </a:cubicBezTo>
                  <a:lnTo>
                    <a:pt x="3621" y="2696"/>
                  </a:lnTo>
                  <a:cubicBezTo>
                    <a:pt x="3692" y="2839"/>
                    <a:pt x="3668" y="3005"/>
                    <a:pt x="3549" y="3124"/>
                  </a:cubicBezTo>
                  <a:lnTo>
                    <a:pt x="3335" y="3339"/>
                  </a:lnTo>
                  <a:lnTo>
                    <a:pt x="2216" y="1386"/>
                  </a:lnTo>
                  <a:cubicBezTo>
                    <a:pt x="2168" y="1322"/>
                    <a:pt x="2120" y="1291"/>
                    <a:pt x="2066" y="1291"/>
                  </a:cubicBezTo>
                  <a:cubicBezTo>
                    <a:pt x="2038" y="1291"/>
                    <a:pt x="2009" y="1299"/>
                    <a:pt x="1977" y="1314"/>
                  </a:cubicBezTo>
                  <a:cubicBezTo>
                    <a:pt x="1882" y="1386"/>
                    <a:pt x="1858" y="1457"/>
                    <a:pt x="1906" y="1553"/>
                  </a:cubicBezTo>
                  <a:lnTo>
                    <a:pt x="3097" y="3601"/>
                  </a:lnTo>
                  <a:lnTo>
                    <a:pt x="2978" y="3720"/>
                  </a:lnTo>
                  <a:cubicBezTo>
                    <a:pt x="2740" y="3958"/>
                    <a:pt x="2716" y="4363"/>
                    <a:pt x="2930" y="4625"/>
                  </a:cubicBezTo>
                  <a:cubicBezTo>
                    <a:pt x="3192" y="4982"/>
                    <a:pt x="3525" y="5315"/>
                    <a:pt x="3859" y="5625"/>
                  </a:cubicBezTo>
                  <a:cubicBezTo>
                    <a:pt x="4168" y="5958"/>
                    <a:pt x="4526" y="6268"/>
                    <a:pt x="4859" y="6554"/>
                  </a:cubicBezTo>
                  <a:cubicBezTo>
                    <a:pt x="4980" y="6652"/>
                    <a:pt x="5131" y="6701"/>
                    <a:pt x="5282" y="6701"/>
                  </a:cubicBezTo>
                  <a:cubicBezTo>
                    <a:pt x="5459" y="6701"/>
                    <a:pt x="5636" y="6634"/>
                    <a:pt x="5764" y="6506"/>
                  </a:cubicBezTo>
                  <a:lnTo>
                    <a:pt x="5859" y="6411"/>
                  </a:lnTo>
                  <a:lnTo>
                    <a:pt x="6264" y="6649"/>
                  </a:lnTo>
                  <a:cubicBezTo>
                    <a:pt x="6288" y="6673"/>
                    <a:pt x="6312" y="6673"/>
                    <a:pt x="6359" y="6673"/>
                  </a:cubicBezTo>
                  <a:cubicBezTo>
                    <a:pt x="6407" y="6673"/>
                    <a:pt x="6478" y="6649"/>
                    <a:pt x="6502" y="6577"/>
                  </a:cubicBezTo>
                  <a:cubicBezTo>
                    <a:pt x="6574" y="6506"/>
                    <a:pt x="6526" y="6411"/>
                    <a:pt x="6455" y="6339"/>
                  </a:cubicBezTo>
                  <a:lnTo>
                    <a:pt x="6097" y="6149"/>
                  </a:lnTo>
                  <a:lnTo>
                    <a:pt x="6336" y="5911"/>
                  </a:lnTo>
                  <a:cubicBezTo>
                    <a:pt x="6411" y="5835"/>
                    <a:pt x="6505" y="5788"/>
                    <a:pt x="6601" y="5788"/>
                  </a:cubicBezTo>
                  <a:cubicBezTo>
                    <a:pt x="6656" y="5788"/>
                    <a:pt x="6712" y="5804"/>
                    <a:pt x="6764" y="5839"/>
                  </a:cubicBezTo>
                  <a:lnTo>
                    <a:pt x="9003" y="7125"/>
                  </a:lnTo>
                  <a:cubicBezTo>
                    <a:pt x="9098" y="7173"/>
                    <a:pt x="9193" y="7268"/>
                    <a:pt x="9193" y="7387"/>
                  </a:cubicBezTo>
                  <a:cubicBezTo>
                    <a:pt x="9312" y="7578"/>
                    <a:pt x="9265" y="7697"/>
                    <a:pt x="9193" y="7768"/>
                  </a:cubicBezTo>
                  <a:lnTo>
                    <a:pt x="9098" y="7863"/>
                  </a:lnTo>
                  <a:lnTo>
                    <a:pt x="7193" y="6768"/>
                  </a:lnTo>
                  <a:cubicBezTo>
                    <a:pt x="7160" y="6743"/>
                    <a:pt x="7126" y="6733"/>
                    <a:pt x="7095" y="6733"/>
                  </a:cubicBezTo>
                  <a:cubicBezTo>
                    <a:pt x="7037" y="6733"/>
                    <a:pt x="6986" y="6769"/>
                    <a:pt x="6955" y="6816"/>
                  </a:cubicBezTo>
                  <a:cubicBezTo>
                    <a:pt x="6883" y="6911"/>
                    <a:pt x="6907" y="7006"/>
                    <a:pt x="7002" y="7054"/>
                  </a:cubicBezTo>
                  <a:lnTo>
                    <a:pt x="8812" y="8102"/>
                  </a:lnTo>
                  <a:lnTo>
                    <a:pt x="8503" y="8435"/>
                  </a:lnTo>
                  <a:cubicBezTo>
                    <a:pt x="8335" y="8602"/>
                    <a:pt x="8079" y="8686"/>
                    <a:pt x="7760" y="8686"/>
                  </a:cubicBezTo>
                  <a:cubicBezTo>
                    <a:pt x="7400" y="8686"/>
                    <a:pt x="6959" y="8579"/>
                    <a:pt x="6478" y="8363"/>
                  </a:cubicBezTo>
                  <a:cubicBezTo>
                    <a:pt x="5478" y="7959"/>
                    <a:pt x="4383" y="7173"/>
                    <a:pt x="3383" y="6173"/>
                  </a:cubicBezTo>
                  <a:cubicBezTo>
                    <a:pt x="2359" y="5149"/>
                    <a:pt x="1596" y="4077"/>
                    <a:pt x="1168" y="3077"/>
                  </a:cubicBezTo>
                  <a:cubicBezTo>
                    <a:pt x="787" y="2148"/>
                    <a:pt x="763" y="1410"/>
                    <a:pt x="1120" y="1052"/>
                  </a:cubicBezTo>
                  <a:lnTo>
                    <a:pt x="1430" y="719"/>
                  </a:lnTo>
                  <a:lnTo>
                    <a:pt x="1549" y="933"/>
                  </a:lnTo>
                  <a:cubicBezTo>
                    <a:pt x="1596" y="981"/>
                    <a:pt x="1644" y="1029"/>
                    <a:pt x="1716" y="1029"/>
                  </a:cubicBezTo>
                  <a:cubicBezTo>
                    <a:pt x="1739" y="1029"/>
                    <a:pt x="1763" y="1029"/>
                    <a:pt x="1787" y="981"/>
                  </a:cubicBezTo>
                  <a:cubicBezTo>
                    <a:pt x="1882" y="933"/>
                    <a:pt x="1906" y="838"/>
                    <a:pt x="1858" y="743"/>
                  </a:cubicBezTo>
                  <a:lnTo>
                    <a:pt x="1668" y="457"/>
                  </a:lnTo>
                  <a:lnTo>
                    <a:pt x="1739" y="386"/>
                  </a:lnTo>
                  <a:cubicBezTo>
                    <a:pt x="1787" y="338"/>
                    <a:pt x="1906" y="267"/>
                    <a:pt x="2001" y="267"/>
                  </a:cubicBezTo>
                  <a:close/>
                  <a:moveTo>
                    <a:pt x="2143" y="1"/>
                  </a:moveTo>
                  <a:cubicBezTo>
                    <a:pt x="1934" y="1"/>
                    <a:pt x="1748" y="91"/>
                    <a:pt x="1620" y="219"/>
                  </a:cubicBezTo>
                  <a:lnTo>
                    <a:pt x="953" y="862"/>
                  </a:lnTo>
                  <a:cubicBezTo>
                    <a:pt x="1" y="1815"/>
                    <a:pt x="1001" y="4291"/>
                    <a:pt x="3192" y="6458"/>
                  </a:cubicBezTo>
                  <a:cubicBezTo>
                    <a:pt x="4835" y="8102"/>
                    <a:pt x="6621" y="9054"/>
                    <a:pt x="7812" y="9054"/>
                  </a:cubicBezTo>
                  <a:cubicBezTo>
                    <a:pt x="8241" y="9054"/>
                    <a:pt x="8550" y="8935"/>
                    <a:pt x="8836" y="8697"/>
                  </a:cubicBezTo>
                  <a:lnTo>
                    <a:pt x="9479" y="8054"/>
                  </a:lnTo>
                  <a:cubicBezTo>
                    <a:pt x="9598" y="7863"/>
                    <a:pt x="9670" y="7625"/>
                    <a:pt x="9622" y="7411"/>
                  </a:cubicBezTo>
                  <a:cubicBezTo>
                    <a:pt x="9598" y="7173"/>
                    <a:pt x="9479" y="7006"/>
                    <a:pt x="9265" y="6887"/>
                  </a:cubicBezTo>
                  <a:lnTo>
                    <a:pt x="7050" y="5601"/>
                  </a:lnTo>
                  <a:cubicBezTo>
                    <a:pt x="6925" y="5543"/>
                    <a:pt x="6791" y="5513"/>
                    <a:pt x="6663" y="5513"/>
                  </a:cubicBezTo>
                  <a:cubicBezTo>
                    <a:pt x="6474" y="5513"/>
                    <a:pt x="6296" y="5578"/>
                    <a:pt x="6169" y="5720"/>
                  </a:cubicBezTo>
                  <a:lnTo>
                    <a:pt x="5621" y="6292"/>
                  </a:lnTo>
                  <a:cubicBezTo>
                    <a:pt x="5558" y="6354"/>
                    <a:pt x="5475" y="6384"/>
                    <a:pt x="5394" y="6384"/>
                  </a:cubicBezTo>
                  <a:cubicBezTo>
                    <a:pt x="5321" y="6384"/>
                    <a:pt x="5249" y="6360"/>
                    <a:pt x="5192" y="6315"/>
                  </a:cubicBezTo>
                  <a:cubicBezTo>
                    <a:pt x="4859" y="6053"/>
                    <a:pt x="4502" y="5744"/>
                    <a:pt x="4216" y="5434"/>
                  </a:cubicBezTo>
                  <a:cubicBezTo>
                    <a:pt x="3883" y="5101"/>
                    <a:pt x="3597" y="4768"/>
                    <a:pt x="3311" y="4434"/>
                  </a:cubicBezTo>
                  <a:cubicBezTo>
                    <a:pt x="3216" y="4315"/>
                    <a:pt x="3216" y="4148"/>
                    <a:pt x="3335" y="4029"/>
                  </a:cubicBezTo>
                  <a:lnTo>
                    <a:pt x="3906" y="3458"/>
                  </a:lnTo>
                  <a:cubicBezTo>
                    <a:pt x="4145" y="3220"/>
                    <a:pt x="4192" y="2862"/>
                    <a:pt x="4026" y="2600"/>
                  </a:cubicBezTo>
                  <a:lnTo>
                    <a:pt x="2740" y="362"/>
                  </a:lnTo>
                  <a:cubicBezTo>
                    <a:pt x="2620" y="148"/>
                    <a:pt x="2454" y="28"/>
                    <a:pt x="2216" y="5"/>
                  </a:cubicBezTo>
                  <a:cubicBezTo>
                    <a:pt x="2191" y="2"/>
                    <a:pt x="2167" y="1"/>
                    <a:pt x="2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8"/>
            <p:cNvSpPr/>
            <p:nvPr/>
          </p:nvSpPr>
          <p:spPr>
            <a:xfrm>
              <a:off x="1527298" y="3653554"/>
              <a:ext cx="62178" cy="130748"/>
            </a:xfrm>
            <a:custGeom>
              <a:avLst/>
              <a:gdLst/>
              <a:ahLst/>
              <a:cxnLst/>
              <a:rect l="l" t="t" r="r" b="b"/>
              <a:pathLst>
                <a:path w="1858" h="3907" extrusionOk="0">
                  <a:moveTo>
                    <a:pt x="905" y="1"/>
                  </a:moveTo>
                  <a:cubicBezTo>
                    <a:pt x="405" y="1"/>
                    <a:pt x="0" y="430"/>
                    <a:pt x="0" y="930"/>
                  </a:cubicBezTo>
                  <a:cubicBezTo>
                    <a:pt x="0" y="1025"/>
                    <a:pt x="72" y="1120"/>
                    <a:pt x="167" y="1120"/>
                  </a:cubicBezTo>
                  <a:cubicBezTo>
                    <a:pt x="262" y="1120"/>
                    <a:pt x="358" y="1025"/>
                    <a:pt x="358" y="930"/>
                  </a:cubicBezTo>
                  <a:cubicBezTo>
                    <a:pt x="358" y="596"/>
                    <a:pt x="620" y="358"/>
                    <a:pt x="905" y="358"/>
                  </a:cubicBezTo>
                  <a:cubicBezTo>
                    <a:pt x="1239" y="358"/>
                    <a:pt x="1477" y="644"/>
                    <a:pt x="1477" y="930"/>
                  </a:cubicBezTo>
                  <a:cubicBezTo>
                    <a:pt x="1477" y="1406"/>
                    <a:pt x="1191" y="1716"/>
                    <a:pt x="834" y="2097"/>
                  </a:cubicBezTo>
                  <a:cubicBezTo>
                    <a:pt x="429" y="2501"/>
                    <a:pt x="0" y="2978"/>
                    <a:pt x="0" y="3740"/>
                  </a:cubicBezTo>
                  <a:cubicBezTo>
                    <a:pt x="0" y="3811"/>
                    <a:pt x="72" y="3907"/>
                    <a:pt x="167" y="3907"/>
                  </a:cubicBezTo>
                  <a:lnTo>
                    <a:pt x="1667" y="3907"/>
                  </a:lnTo>
                  <a:cubicBezTo>
                    <a:pt x="1739" y="3907"/>
                    <a:pt x="1834" y="3811"/>
                    <a:pt x="1834" y="3740"/>
                  </a:cubicBezTo>
                  <a:cubicBezTo>
                    <a:pt x="1858" y="3645"/>
                    <a:pt x="1786" y="3549"/>
                    <a:pt x="1691" y="3549"/>
                  </a:cubicBezTo>
                  <a:lnTo>
                    <a:pt x="381" y="3549"/>
                  </a:lnTo>
                  <a:cubicBezTo>
                    <a:pt x="429" y="3049"/>
                    <a:pt x="762" y="2692"/>
                    <a:pt x="1096" y="2335"/>
                  </a:cubicBezTo>
                  <a:cubicBezTo>
                    <a:pt x="1453" y="1954"/>
                    <a:pt x="1834" y="1525"/>
                    <a:pt x="1834" y="930"/>
                  </a:cubicBezTo>
                  <a:cubicBezTo>
                    <a:pt x="1834" y="430"/>
                    <a:pt x="1429"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8"/>
            <p:cNvSpPr/>
            <p:nvPr/>
          </p:nvSpPr>
          <p:spPr>
            <a:xfrm>
              <a:off x="1596637" y="3653554"/>
              <a:ext cx="67767" cy="129945"/>
            </a:xfrm>
            <a:custGeom>
              <a:avLst/>
              <a:gdLst/>
              <a:ahLst/>
              <a:cxnLst/>
              <a:rect l="l" t="t" r="r" b="b"/>
              <a:pathLst>
                <a:path w="2025" h="3883" extrusionOk="0">
                  <a:moveTo>
                    <a:pt x="572" y="1"/>
                  </a:moveTo>
                  <a:cubicBezTo>
                    <a:pt x="477" y="1"/>
                    <a:pt x="381" y="72"/>
                    <a:pt x="357" y="168"/>
                  </a:cubicBezTo>
                  <a:lnTo>
                    <a:pt x="0" y="2740"/>
                  </a:lnTo>
                  <a:cubicBezTo>
                    <a:pt x="0" y="2811"/>
                    <a:pt x="0" y="2835"/>
                    <a:pt x="24" y="2882"/>
                  </a:cubicBezTo>
                  <a:cubicBezTo>
                    <a:pt x="72" y="2930"/>
                    <a:pt x="119" y="2954"/>
                    <a:pt x="143" y="2954"/>
                  </a:cubicBezTo>
                  <a:lnTo>
                    <a:pt x="1286" y="2954"/>
                  </a:lnTo>
                  <a:lnTo>
                    <a:pt x="1286" y="3692"/>
                  </a:lnTo>
                  <a:cubicBezTo>
                    <a:pt x="1286" y="3787"/>
                    <a:pt x="1381" y="3883"/>
                    <a:pt x="1453" y="3883"/>
                  </a:cubicBezTo>
                  <a:cubicBezTo>
                    <a:pt x="1548" y="3883"/>
                    <a:pt x="1643" y="3787"/>
                    <a:pt x="1643" y="3692"/>
                  </a:cubicBezTo>
                  <a:lnTo>
                    <a:pt x="1643" y="2954"/>
                  </a:lnTo>
                  <a:lnTo>
                    <a:pt x="1858" y="2954"/>
                  </a:lnTo>
                  <a:cubicBezTo>
                    <a:pt x="1929" y="2954"/>
                    <a:pt x="2024" y="2859"/>
                    <a:pt x="2024" y="2787"/>
                  </a:cubicBezTo>
                  <a:cubicBezTo>
                    <a:pt x="2024" y="2692"/>
                    <a:pt x="1929" y="2621"/>
                    <a:pt x="1858" y="2621"/>
                  </a:cubicBezTo>
                  <a:lnTo>
                    <a:pt x="1643" y="2621"/>
                  </a:lnTo>
                  <a:lnTo>
                    <a:pt x="1643" y="191"/>
                  </a:lnTo>
                  <a:cubicBezTo>
                    <a:pt x="1643" y="96"/>
                    <a:pt x="1548" y="1"/>
                    <a:pt x="1453" y="1"/>
                  </a:cubicBezTo>
                  <a:cubicBezTo>
                    <a:pt x="1381" y="1"/>
                    <a:pt x="1286" y="96"/>
                    <a:pt x="1286" y="191"/>
                  </a:cubicBezTo>
                  <a:lnTo>
                    <a:pt x="1286" y="2621"/>
                  </a:lnTo>
                  <a:lnTo>
                    <a:pt x="357" y="2621"/>
                  </a:lnTo>
                  <a:lnTo>
                    <a:pt x="715" y="215"/>
                  </a:lnTo>
                  <a:cubicBezTo>
                    <a:pt x="715" y="120"/>
                    <a:pt x="667" y="25"/>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8"/>
            <p:cNvSpPr/>
            <p:nvPr/>
          </p:nvSpPr>
          <p:spPr>
            <a:xfrm>
              <a:off x="1739296" y="3655161"/>
              <a:ext cx="55820" cy="129141"/>
            </a:xfrm>
            <a:custGeom>
              <a:avLst/>
              <a:gdLst/>
              <a:ahLst/>
              <a:cxnLst/>
              <a:rect l="l" t="t" r="r" b="b"/>
              <a:pathLst>
                <a:path w="1668" h="3859" extrusionOk="0">
                  <a:moveTo>
                    <a:pt x="167" y="1"/>
                  </a:moveTo>
                  <a:cubicBezTo>
                    <a:pt x="95" y="1"/>
                    <a:pt x="0" y="72"/>
                    <a:pt x="0" y="167"/>
                  </a:cubicBezTo>
                  <a:cubicBezTo>
                    <a:pt x="0" y="263"/>
                    <a:pt x="95" y="358"/>
                    <a:pt x="167" y="358"/>
                  </a:cubicBezTo>
                  <a:lnTo>
                    <a:pt x="1238" y="358"/>
                  </a:lnTo>
                  <a:lnTo>
                    <a:pt x="214" y="3644"/>
                  </a:lnTo>
                  <a:cubicBezTo>
                    <a:pt x="167" y="3739"/>
                    <a:pt x="238" y="3835"/>
                    <a:pt x="333" y="3859"/>
                  </a:cubicBezTo>
                  <a:lnTo>
                    <a:pt x="381" y="3859"/>
                  </a:lnTo>
                  <a:cubicBezTo>
                    <a:pt x="452" y="3859"/>
                    <a:pt x="524" y="3811"/>
                    <a:pt x="572" y="3739"/>
                  </a:cubicBezTo>
                  <a:lnTo>
                    <a:pt x="1667" y="191"/>
                  </a:lnTo>
                  <a:cubicBezTo>
                    <a:pt x="1667" y="143"/>
                    <a:pt x="1667" y="72"/>
                    <a:pt x="1643" y="48"/>
                  </a:cubicBezTo>
                  <a:cubicBezTo>
                    <a:pt x="1596" y="1"/>
                    <a:pt x="1548" y="1"/>
                    <a:pt x="1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8"/>
            <p:cNvSpPr/>
            <p:nvPr/>
          </p:nvSpPr>
          <p:spPr>
            <a:xfrm>
              <a:off x="1670727" y="3635818"/>
              <a:ext cx="56623" cy="166823"/>
            </a:xfrm>
            <a:custGeom>
              <a:avLst/>
              <a:gdLst/>
              <a:ahLst/>
              <a:cxnLst/>
              <a:rect l="l" t="t" r="r" b="b"/>
              <a:pathLst>
                <a:path w="1692" h="4985" extrusionOk="0">
                  <a:moveTo>
                    <a:pt x="1500" y="1"/>
                  </a:moveTo>
                  <a:cubicBezTo>
                    <a:pt x="1423" y="1"/>
                    <a:pt x="1354" y="47"/>
                    <a:pt x="1335" y="126"/>
                  </a:cubicBezTo>
                  <a:lnTo>
                    <a:pt x="25" y="4770"/>
                  </a:lnTo>
                  <a:cubicBezTo>
                    <a:pt x="1" y="4865"/>
                    <a:pt x="49" y="4937"/>
                    <a:pt x="144" y="4984"/>
                  </a:cubicBezTo>
                  <a:lnTo>
                    <a:pt x="191" y="4984"/>
                  </a:lnTo>
                  <a:cubicBezTo>
                    <a:pt x="287" y="4984"/>
                    <a:pt x="358" y="4913"/>
                    <a:pt x="382" y="4865"/>
                  </a:cubicBezTo>
                  <a:lnTo>
                    <a:pt x="1668" y="221"/>
                  </a:lnTo>
                  <a:cubicBezTo>
                    <a:pt x="1692" y="126"/>
                    <a:pt x="1620" y="31"/>
                    <a:pt x="1549" y="7"/>
                  </a:cubicBezTo>
                  <a:cubicBezTo>
                    <a:pt x="1533" y="3"/>
                    <a:pt x="1516" y="1"/>
                    <a:pt x="1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3" name="Google Shape;4563;p58"/>
          <p:cNvGrpSpPr/>
          <p:nvPr/>
        </p:nvGrpSpPr>
        <p:grpSpPr>
          <a:xfrm>
            <a:off x="2054867" y="3337847"/>
            <a:ext cx="397698" cy="397732"/>
            <a:chOff x="2054867" y="3573072"/>
            <a:chExt cx="397698" cy="397732"/>
          </a:xfrm>
        </p:grpSpPr>
        <p:sp>
          <p:nvSpPr>
            <p:cNvPr id="4564" name="Google Shape;4564;p58"/>
            <p:cNvSpPr/>
            <p:nvPr/>
          </p:nvSpPr>
          <p:spPr>
            <a:xfrm>
              <a:off x="2054867" y="3573072"/>
              <a:ext cx="397698" cy="397732"/>
            </a:xfrm>
            <a:custGeom>
              <a:avLst/>
              <a:gdLst/>
              <a:ahLst/>
              <a:cxnLst/>
              <a:rect l="l" t="t" r="r" b="b"/>
              <a:pathLst>
                <a:path w="11884" h="11885" extrusionOk="0">
                  <a:moveTo>
                    <a:pt x="5121" y="6550"/>
                  </a:moveTo>
                  <a:cubicBezTo>
                    <a:pt x="5192" y="6645"/>
                    <a:pt x="5264" y="6693"/>
                    <a:pt x="5335" y="6764"/>
                  </a:cubicBezTo>
                  <a:lnTo>
                    <a:pt x="4763" y="7336"/>
                  </a:lnTo>
                  <a:lnTo>
                    <a:pt x="4549" y="7121"/>
                  </a:lnTo>
                  <a:lnTo>
                    <a:pt x="5121" y="6550"/>
                  </a:lnTo>
                  <a:close/>
                  <a:moveTo>
                    <a:pt x="7978" y="358"/>
                  </a:moveTo>
                  <a:cubicBezTo>
                    <a:pt x="9955" y="358"/>
                    <a:pt x="11527" y="1930"/>
                    <a:pt x="11527" y="3906"/>
                  </a:cubicBezTo>
                  <a:cubicBezTo>
                    <a:pt x="11527" y="5859"/>
                    <a:pt x="9931" y="7455"/>
                    <a:pt x="7978" y="7455"/>
                  </a:cubicBezTo>
                  <a:cubicBezTo>
                    <a:pt x="6026" y="7455"/>
                    <a:pt x="4430" y="5859"/>
                    <a:pt x="4430" y="3906"/>
                  </a:cubicBezTo>
                  <a:cubicBezTo>
                    <a:pt x="4430" y="1930"/>
                    <a:pt x="6026" y="358"/>
                    <a:pt x="7978" y="358"/>
                  </a:cubicBezTo>
                  <a:close/>
                  <a:moveTo>
                    <a:pt x="4144" y="7216"/>
                  </a:moveTo>
                  <a:lnTo>
                    <a:pt x="4668" y="7740"/>
                  </a:lnTo>
                  <a:cubicBezTo>
                    <a:pt x="4684" y="7732"/>
                    <a:pt x="4695" y="7730"/>
                    <a:pt x="4700" y="7730"/>
                  </a:cubicBezTo>
                  <a:cubicBezTo>
                    <a:pt x="4711" y="7730"/>
                    <a:pt x="4700" y="7740"/>
                    <a:pt x="4668" y="7740"/>
                  </a:cubicBezTo>
                  <a:lnTo>
                    <a:pt x="4287" y="8121"/>
                  </a:lnTo>
                  <a:lnTo>
                    <a:pt x="3739" y="7597"/>
                  </a:lnTo>
                  <a:lnTo>
                    <a:pt x="4144" y="7216"/>
                  </a:lnTo>
                  <a:close/>
                  <a:moveTo>
                    <a:pt x="3525" y="7836"/>
                  </a:moveTo>
                  <a:lnTo>
                    <a:pt x="4049" y="8360"/>
                  </a:lnTo>
                  <a:lnTo>
                    <a:pt x="1025" y="11408"/>
                  </a:lnTo>
                  <a:cubicBezTo>
                    <a:pt x="953" y="11455"/>
                    <a:pt x="834" y="11527"/>
                    <a:pt x="739" y="11527"/>
                  </a:cubicBezTo>
                  <a:cubicBezTo>
                    <a:pt x="667" y="11527"/>
                    <a:pt x="548" y="11503"/>
                    <a:pt x="477" y="11408"/>
                  </a:cubicBezTo>
                  <a:cubicBezTo>
                    <a:pt x="429" y="11336"/>
                    <a:pt x="358" y="11217"/>
                    <a:pt x="358" y="11146"/>
                  </a:cubicBezTo>
                  <a:cubicBezTo>
                    <a:pt x="358" y="11051"/>
                    <a:pt x="382" y="10931"/>
                    <a:pt x="477" y="10860"/>
                  </a:cubicBezTo>
                  <a:lnTo>
                    <a:pt x="3525" y="7836"/>
                  </a:lnTo>
                  <a:close/>
                  <a:moveTo>
                    <a:pt x="7978" y="1"/>
                  </a:moveTo>
                  <a:cubicBezTo>
                    <a:pt x="5835" y="1"/>
                    <a:pt x="4073" y="1763"/>
                    <a:pt x="4073" y="3906"/>
                  </a:cubicBezTo>
                  <a:cubicBezTo>
                    <a:pt x="4073" y="4787"/>
                    <a:pt x="4382" y="5621"/>
                    <a:pt x="4883" y="6288"/>
                  </a:cubicBezTo>
                  <a:lnTo>
                    <a:pt x="4287" y="6883"/>
                  </a:lnTo>
                  <a:cubicBezTo>
                    <a:pt x="4249" y="6860"/>
                    <a:pt x="4206" y="6849"/>
                    <a:pt x="4162" y="6849"/>
                  </a:cubicBezTo>
                  <a:cubicBezTo>
                    <a:pt x="4069" y="6849"/>
                    <a:pt x="3971" y="6897"/>
                    <a:pt x="3906" y="6978"/>
                  </a:cubicBezTo>
                  <a:lnTo>
                    <a:pt x="215" y="10670"/>
                  </a:lnTo>
                  <a:cubicBezTo>
                    <a:pt x="72" y="10812"/>
                    <a:pt x="1" y="10979"/>
                    <a:pt x="1" y="11170"/>
                  </a:cubicBezTo>
                  <a:cubicBezTo>
                    <a:pt x="1" y="11384"/>
                    <a:pt x="96" y="11551"/>
                    <a:pt x="215" y="11670"/>
                  </a:cubicBezTo>
                  <a:cubicBezTo>
                    <a:pt x="358" y="11813"/>
                    <a:pt x="548" y="11884"/>
                    <a:pt x="715" y="11884"/>
                  </a:cubicBezTo>
                  <a:cubicBezTo>
                    <a:pt x="929" y="11884"/>
                    <a:pt x="1096" y="11789"/>
                    <a:pt x="1215" y="11670"/>
                  </a:cubicBezTo>
                  <a:lnTo>
                    <a:pt x="4906" y="7979"/>
                  </a:lnTo>
                  <a:cubicBezTo>
                    <a:pt x="5025" y="7859"/>
                    <a:pt x="5025" y="7717"/>
                    <a:pt x="5002" y="7597"/>
                  </a:cubicBezTo>
                  <a:lnTo>
                    <a:pt x="5597" y="7002"/>
                  </a:lnTo>
                  <a:cubicBezTo>
                    <a:pt x="6240" y="7502"/>
                    <a:pt x="7097" y="7812"/>
                    <a:pt x="7978" y="7812"/>
                  </a:cubicBezTo>
                  <a:cubicBezTo>
                    <a:pt x="10122" y="7812"/>
                    <a:pt x="11884" y="6050"/>
                    <a:pt x="11884" y="3906"/>
                  </a:cubicBezTo>
                  <a:cubicBezTo>
                    <a:pt x="11884" y="1763"/>
                    <a:pt x="10122" y="1"/>
                    <a:pt x="7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8"/>
            <p:cNvSpPr/>
            <p:nvPr/>
          </p:nvSpPr>
          <p:spPr>
            <a:xfrm>
              <a:off x="2222223" y="3614936"/>
              <a:ext cx="199284" cy="188508"/>
            </a:xfrm>
            <a:custGeom>
              <a:avLst/>
              <a:gdLst/>
              <a:ahLst/>
              <a:cxnLst/>
              <a:rect l="l" t="t" r="r" b="b"/>
              <a:pathLst>
                <a:path w="5955" h="5633" extrusionOk="0">
                  <a:moveTo>
                    <a:pt x="1670" y="0"/>
                  </a:moveTo>
                  <a:cubicBezTo>
                    <a:pt x="1639" y="0"/>
                    <a:pt x="1606" y="11"/>
                    <a:pt x="1572" y="36"/>
                  </a:cubicBezTo>
                  <a:cubicBezTo>
                    <a:pt x="596" y="536"/>
                    <a:pt x="1" y="1560"/>
                    <a:pt x="1" y="2655"/>
                  </a:cubicBezTo>
                  <a:cubicBezTo>
                    <a:pt x="1" y="4298"/>
                    <a:pt x="1334" y="5632"/>
                    <a:pt x="2977" y="5632"/>
                  </a:cubicBezTo>
                  <a:cubicBezTo>
                    <a:pt x="4621" y="5632"/>
                    <a:pt x="5954" y="4298"/>
                    <a:pt x="5954" y="2655"/>
                  </a:cubicBezTo>
                  <a:cubicBezTo>
                    <a:pt x="5954" y="1560"/>
                    <a:pt x="5335" y="536"/>
                    <a:pt x="4382" y="36"/>
                  </a:cubicBezTo>
                  <a:cubicBezTo>
                    <a:pt x="4354" y="14"/>
                    <a:pt x="4325" y="5"/>
                    <a:pt x="4297" y="5"/>
                  </a:cubicBezTo>
                  <a:cubicBezTo>
                    <a:pt x="4234" y="5"/>
                    <a:pt x="4177" y="50"/>
                    <a:pt x="4144" y="83"/>
                  </a:cubicBezTo>
                  <a:cubicBezTo>
                    <a:pt x="4073" y="179"/>
                    <a:pt x="4144" y="274"/>
                    <a:pt x="4192" y="321"/>
                  </a:cubicBezTo>
                  <a:cubicBezTo>
                    <a:pt x="5049" y="774"/>
                    <a:pt x="5597" y="1679"/>
                    <a:pt x="5597" y="2655"/>
                  </a:cubicBezTo>
                  <a:cubicBezTo>
                    <a:pt x="5597" y="4084"/>
                    <a:pt x="4430" y="5275"/>
                    <a:pt x="2977" y="5275"/>
                  </a:cubicBezTo>
                  <a:cubicBezTo>
                    <a:pt x="1549" y="5275"/>
                    <a:pt x="358" y="4108"/>
                    <a:pt x="358" y="2655"/>
                  </a:cubicBezTo>
                  <a:cubicBezTo>
                    <a:pt x="358" y="1679"/>
                    <a:pt x="882" y="798"/>
                    <a:pt x="1763" y="321"/>
                  </a:cubicBezTo>
                  <a:cubicBezTo>
                    <a:pt x="1834" y="274"/>
                    <a:pt x="1882" y="179"/>
                    <a:pt x="1811" y="83"/>
                  </a:cubicBezTo>
                  <a:cubicBezTo>
                    <a:pt x="1779" y="37"/>
                    <a:pt x="1728" y="0"/>
                    <a:pt x="16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8"/>
            <p:cNvSpPr/>
            <p:nvPr/>
          </p:nvSpPr>
          <p:spPr>
            <a:xfrm>
              <a:off x="2266061" y="3604161"/>
              <a:ext cx="111606" cy="155445"/>
            </a:xfrm>
            <a:custGeom>
              <a:avLst/>
              <a:gdLst/>
              <a:ahLst/>
              <a:cxnLst/>
              <a:rect l="l" t="t" r="r" b="b"/>
              <a:pathLst>
                <a:path w="3335" h="4645" extrusionOk="0">
                  <a:moveTo>
                    <a:pt x="1667" y="358"/>
                  </a:moveTo>
                  <a:cubicBezTo>
                    <a:pt x="1882" y="358"/>
                    <a:pt x="2048" y="524"/>
                    <a:pt x="2048" y="739"/>
                  </a:cubicBezTo>
                  <a:lnTo>
                    <a:pt x="2048" y="1120"/>
                  </a:lnTo>
                  <a:lnTo>
                    <a:pt x="1286" y="1120"/>
                  </a:lnTo>
                  <a:lnTo>
                    <a:pt x="1286" y="739"/>
                  </a:lnTo>
                  <a:cubicBezTo>
                    <a:pt x="1286" y="524"/>
                    <a:pt x="1453" y="358"/>
                    <a:pt x="1667" y="358"/>
                  </a:cubicBezTo>
                  <a:close/>
                  <a:moveTo>
                    <a:pt x="2834" y="1453"/>
                  </a:moveTo>
                  <a:lnTo>
                    <a:pt x="2977" y="4287"/>
                  </a:lnTo>
                  <a:lnTo>
                    <a:pt x="381" y="4287"/>
                  </a:lnTo>
                  <a:lnTo>
                    <a:pt x="572" y="1477"/>
                  </a:lnTo>
                  <a:lnTo>
                    <a:pt x="953" y="1477"/>
                  </a:lnTo>
                  <a:lnTo>
                    <a:pt x="953" y="1691"/>
                  </a:lnTo>
                  <a:cubicBezTo>
                    <a:pt x="953" y="1787"/>
                    <a:pt x="1048" y="1882"/>
                    <a:pt x="1143" y="1882"/>
                  </a:cubicBezTo>
                  <a:cubicBezTo>
                    <a:pt x="1215" y="1882"/>
                    <a:pt x="1310" y="1787"/>
                    <a:pt x="1310" y="1691"/>
                  </a:cubicBezTo>
                  <a:lnTo>
                    <a:pt x="1310" y="1453"/>
                  </a:lnTo>
                  <a:lnTo>
                    <a:pt x="2096" y="1453"/>
                  </a:lnTo>
                  <a:lnTo>
                    <a:pt x="2096" y="1667"/>
                  </a:lnTo>
                  <a:cubicBezTo>
                    <a:pt x="2096" y="1763"/>
                    <a:pt x="2168" y="1834"/>
                    <a:pt x="2263" y="1834"/>
                  </a:cubicBezTo>
                  <a:cubicBezTo>
                    <a:pt x="2358" y="1834"/>
                    <a:pt x="2429" y="1763"/>
                    <a:pt x="2429" y="1667"/>
                  </a:cubicBezTo>
                  <a:lnTo>
                    <a:pt x="2429" y="1453"/>
                  </a:lnTo>
                  <a:close/>
                  <a:moveTo>
                    <a:pt x="1667" y="0"/>
                  </a:moveTo>
                  <a:cubicBezTo>
                    <a:pt x="1239" y="0"/>
                    <a:pt x="929" y="334"/>
                    <a:pt x="929" y="739"/>
                  </a:cubicBezTo>
                  <a:lnTo>
                    <a:pt x="929" y="1120"/>
                  </a:lnTo>
                  <a:lnTo>
                    <a:pt x="548" y="1120"/>
                  </a:lnTo>
                  <a:cubicBezTo>
                    <a:pt x="358" y="1120"/>
                    <a:pt x="191" y="1286"/>
                    <a:pt x="191" y="1453"/>
                  </a:cubicBezTo>
                  <a:lnTo>
                    <a:pt x="0" y="4263"/>
                  </a:lnTo>
                  <a:cubicBezTo>
                    <a:pt x="0" y="4335"/>
                    <a:pt x="24" y="4454"/>
                    <a:pt x="96" y="4525"/>
                  </a:cubicBezTo>
                  <a:cubicBezTo>
                    <a:pt x="143" y="4573"/>
                    <a:pt x="239" y="4644"/>
                    <a:pt x="358" y="4644"/>
                  </a:cubicBezTo>
                  <a:lnTo>
                    <a:pt x="2953" y="4644"/>
                  </a:lnTo>
                  <a:cubicBezTo>
                    <a:pt x="3049" y="4644"/>
                    <a:pt x="3168" y="4597"/>
                    <a:pt x="3215" y="4525"/>
                  </a:cubicBezTo>
                  <a:cubicBezTo>
                    <a:pt x="3311" y="4430"/>
                    <a:pt x="3334" y="4335"/>
                    <a:pt x="3334" y="4263"/>
                  </a:cubicBezTo>
                  <a:lnTo>
                    <a:pt x="3168" y="1453"/>
                  </a:lnTo>
                  <a:cubicBezTo>
                    <a:pt x="3168" y="1286"/>
                    <a:pt x="2977" y="1120"/>
                    <a:pt x="2811" y="1120"/>
                  </a:cubicBezTo>
                  <a:lnTo>
                    <a:pt x="2406" y="1120"/>
                  </a:lnTo>
                  <a:lnTo>
                    <a:pt x="2406" y="739"/>
                  </a:lnTo>
                  <a:cubicBezTo>
                    <a:pt x="2406" y="334"/>
                    <a:pt x="2096" y="0"/>
                    <a:pt x="1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 name="Google Shape;4567;p58"/>
          <p:cNvGrpSpPr/>
          <p:nvPr/>
        </p:nvGrpSpPr>
        <p:grpSpPr>
          <a:xfrm>
            <a:off x="2792826" y="3337847"/>
            <a:ext cx="284551" cy="397729"/>
            <a:chOff x="2792826" y="3573072"/>
            <a:chExt cx="284551" cy="397729"/>
          </a:xfrm>
        </p:grpSpPr>
        <p:sp>
          <p:nvSpPr>
            <p:cNvPr id="4568" name="Google Shape;4568;p58"/>
            <p:cNvSpPr/>
            <p:nvPr/>
          </p:nvSpPr>
          <p:spPr>
            <a:xfrm>
              <a:off x="2792826" y="3573072"/>
              <a:ext cx="216820" cy="318018"/>
            </a:xfrm>
            <a:custGeom>
              <a:avLst/>
              <a:gdLst/>
              <a:ahLst/>
              <a:cxnLst/>
              <a:rect l="l" t="t" r="r" b="b"/>
              <a:pathLst>
                <a:path w="6479" h="9503" extrusionOk="0">
                  <a:moveTo>
                    <a:pt x="3311" y="358"/>
                  </a:moveTo>
                  <a:cubicBezTo>
                    <a:pt x="3930" y="358"/>
                    <a:pt x="4454" y="858"/>
                    <a:pt x="4454" y="1501"/>
                  </a:cubicBezTo>
                  <a:lnTo>
                    <a:pt x="4454" y="1692"/>
                  </a:lnTo>
                  <a:lnTo>
                    <a:pt x="2168" y="1692"/>
                  </a:lnTo>
                  <a:lnTo>
                    <a:pt x="2168" y="1668"/>
                  </a:lnTo>
                  <a:lnTo>
                    <a:pt x="2168" y="1501"/>
                  </a:lnTo>
                  <a:cubicBezTo>
                    <a:pt x="2168" y="858"/>
                    <a:pt x="2692" y="358"/>
                    <a:pt x="3311" y="358"/>
                  </a:cubicBezTo>
                  <a:close/>
                  <a:moveTo>
                    <a:pt x="2001" y="2573"/>
                  </a:moveTo>
                  <a:cubicBezTo>
                    <a:pt x="2120" y="2596"/>
                    <a:pt x="2216" y="2692"/>
                    <a:pt x="2216" y="2763"/>
                  </a:cubicBezTo>
                  <a:cubicBezTo>
                    <a:pt x="2216" y="2882"/>
                    <a:pt x="2120" y="2977"/>
                    <a:pt x="2001" y="2977"/>
                  </a:cubicBezTo>
                  <a:cubicBezTo>
                    <a:pt x="1882" y="2977"/>
                    <a:pt x="1787" y="2882"/>
                    <a:pt x="1787" y="2763"/>
                  </a:cubicBezTo>
                  <a:cubicBezTo>
                    <a:pt x="1787" y="2644"/>
                    <a:pt x="1882" y="2573"/>
                    <a:pt x="2001" y="2573"/>
                  </a:cubicBezTo>
                  <a:close/>
                  <a:moveTo>
                    <a:pt x="4597" y="2573"/>
                  </a:moveTo>
                  <a:cubicBezTo>
                    <a:pt x="4716" y="2596"/>
                    <a:pt x="4811" y="2692"/>
                    <a:pt x="4811" y="2763"/>
                  </a:cubicBezTo>
                  <a:cubicBezTo>
                    <a:pt x="4811" y="2882"/>
                    <a:pt x="4716" y="2977"/>
                    <a:pt x="4597" y="2977"/>
                  </a:cubicBezTo>
                  <a:cubicBezTo>
                    <a:pt x="4478" y="2977"/>
                    <a:pt x="4383" y="2882"/>
                    <a:pt x="4383" y="2763"/>
                  </a:cubicBezTo>
                  <a:cubicBezTo>
                    <a:pt x="4383" y="2644"/>
                    <a:pt x="4478" y="2573"/>
                    <a:pt x="4597" y="2573"/>
                  </a:cubicBezTo>
                  <a:close/>
                  <a:moveTo>
                    <a:pt x="3311" y="1"/>
                  </a:moveTo>
                  <a:cubicBezTo>
                    <a:pt x="2501" y="1"/>
                    <a:pt x="1834" y="668"/>
                    <a:pt x="1834" y="1501"/>
                  </a:cubicBezTo>
                  <a:lnTo>
                    <a:pt x="1834" y="1692"/>
                  </a:lnTo>
                  <a:lnTo>
                    <a:pt x="882" y="1692"/>
                  </a:lnTo>
                  <a:cubicBezTo>
                    <a:pt x="572" y="1692"/>
                    <a:pt x="334" y="1930"/>
                    <a:pt x="334" y="2215"/>
                  </a:cubicBezTo>
                  <a:lnTo>
                    <a:pt x="1" y="8907"/>
                  </a:lnTo>
                  <a:cubicBezTo>
                    <a:pt x="1" y="9050"/>
                    <a:pt x="72" y="9193"/>
                    <a:pt x="144" y="9312"/>
                  </a:cubicBezTo>
                  <a:cubicBezTo>
                    <a:pt x="239" y="9431"/>
                    <a:pt x="382" y="9503"/>
                    <a:pt x="549" y="9503"/>
                  </a:cubicBezTo>
                  <a:lnTo>
                    <a:pt x="3692" y="9503"/>
                  </a:lnTo>
                  <a:cubicBezTo>
                    <a:pt x="3787" y="9503"/>
                    <a:pt x="3883" y="9407"/>
                    <a:pt x="3883" y="9312"/>
                  </a:cubicBezTo>
                  <a:cubicBezTo>
                    <a:pt x="3883" y="9217"/>
                    <a:pt x="3787" y="9145"/>
                    <a:pt x="3692" y="9145"/>
                  </a:cubicBezTo>
                  <a:lnTo>
                    <a:pt x="549" y="9145"/>
                  </a:lnTo>
                  <a:cubicBezTo>
                    <a:pt x="477" y="9145"/>
                    <a:pt x="429" y="9098"/>
                    <a:pt x="382" y="9074"/>
                  </a:cubicBezTo>
                  <a:cubicBezTo>
                    <a:pt x="358" y="9050"/>
                    <a:pt x="334" y="8979"/>
                    <a:pt x="334" y="8931"/>
                  </a:cubicBezTo>
                  <a:lnTo>
                    <a:pt x="668" y="2239"/>
                  </a:lnTo>
                  <a:cubicBezTo>
                    <a:pt x="668" y="2120"/>
                    <a:pt x="763" y="2049"/>
                    <a:pt x="882" y="2049"/>
                  </a:cubicBezTo>
                  <a:lnTo>
                    <a:pt x="1834" y="2049"/>
                  </a:lnTo>
                  <a:lnTo>
                    <a:pt x="1834" y="2287"/>
                  </a:lnTo>
                  <a:cubicBezTo>
                    <a:pt x="1620" y="2358"/>
                    <a:pt x="1477" y="2549"/>
                    <a:pt x="1477" y="2787"/>
                  </a:cubicBezTo>
                  <a:cubicBezTo>
                    <a:pt x="1477" y="3097"/>
                    <a:pt x="1715" y="3335"/>
                    <a:pt x="2001" y="3335"/>
                  </a:cubicBezTo>
                  <a:cubicBezTo>
                    <a:pt x="2311" y="3335"/>
                    <a:pt x="2549" y="3097"/>
                    <a:pt x="2549" y="2787"/>
                  </a:cubicBezTo>
                  <a:cubicBezTo>
                    <a:pt x="2549" y="2549"/>
                    <a:pt x="2382" y="2358"/>
                    <a:pt x="2192" y="2287"/>
                  </a:cubicBezTo>
                  <a:lnTo>
                    <a:pt x="2192" y="2049"/>
                  </a:lnTo>
                  <a:lnTo>
                    <a:pt x="4454" y="2049"/>
                  </a:lnTo>
                  <a:lnTo>
                    <a:pt x="4454" y="2287"/>
                  </a:lnTo>
                  <a:cubicBezTo>
                    <a:pt x="4240" y="2358"/>
                    <a:pt x="4097" y="2549"/>
                    <a:pt x="4097" y="2787"/>
                  </a:cubicBezTo>
                  <a:cubicBezTo>
                    <a:pt x="4097" y="3097"/>
                    <a:pt x="4335" y="3335"/>
                    <a:pt x="4621" y="3335"/>
                  </a:cubicBezTo>
                  <a:cubicBezTo>
                    <a:pt x="4930" y="3335"/>
                    <a:pt x="5169" y="3097"/>
                    <a:pt x="5169" y="2787"/>
                  </a:cubicBezTo>
                  <a:cubicBezTo>
                    <a:pt x="5169" y="2549"/>
                    <a:pt x="5002" y="2358"/>
                    <a:pt x="4811" y="2287"/>
                  </a:cubicBezTo>
                  <a:lnTo>
                    <a:pt x="4811" y="2049"/>
                  </a:lnTo>
                  <a:lnTo>
                    <a:pt x="5764" y="2049"/>
                  </a:lnTo>
                  <a:cubicBezTo>
                    <a:pt x="5883" y="2049"/>
                    <a:pt x="5931" y="2144"/>
                    <a:pt x="5954" y="2239"/>
                  </a:cubicBezTo>
                  <a:lnTo>
                    <a:pt x="6121" y="5240"/>
                  </a:lnTo>
                  <a:cubicBezTo>
                    <a:pt x="6121" y="5335"/>
                    <a:pt x="6193" y="5430"/>
                    <a:pt x="6288" y="5430"/>
                  </a:cubicBezTo>
                  <a:cubicBezTo>
                    <a:pt x="6383" y="5430"/>
                    <a:pt x="6478" y="5335"/>
                    <a:pt x="6478" y="5240"/>
                  </a:cubicBezTo>
                  <a:lnTo>
                    <a:pt x="6288" y="2215"/>
                  </a:lnTo>
                  <a:cubicBezTo>
                    <a:pt x="6288" y="1906"/>
                    <a:pt x="6026" y="1692"/>
                    <a:pt x="5740" y="1692"/>
                  </a:cubicBezTo>
                  <a:lnTo>
                    <a:pt x="4811" y="1692"/>
                  </a:lnTo>
                  <a:lnTo>
                    <a:pt x="4811" y="1501"/>
                  </a:lnTo>
                  <a:cubicBezTo>
                    <a:pt x="4811" y="691"/>
                    <a:pt x="4144" y="1"/>
                    <a:pt x="3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8"/>
            <p:cNvSpPr/>
            <p:nvPr/>
          </p:nvSpPr>
          <p:spPr>
            <a:xfrm>
              <a:off x="2926718" y="3765125"/>
              <a:ext cx="150659" cy="205676"/>
            </a:xfrm>
            <a:custGeom>
              <a:avLst/>
              <a:gdLst/>
              <a:ahLst/>
              <a:cxnLst/>
              <a:rect l="l" t="t" r="r" b="b"/>
              <a:pathLst>
                <a:path w="4502" h="6146" extrusionOk="0">
                  <a:moveTo>
                    <a:pt x="2276" y="356"/>
                  </a:moveTo>
                  <a:cubicBezTo>
                    <a:pt x="2750" y="356"/>
                    <a:pt x="3236" y="545"/>
                    <a:pt x="3573" y="882"/>
                  </a:cubicBezTo>
                  <a:cubicBezTo>
                    <a:pt x="3954" y="1239"/>
                    <a:pt x="4121" y="1716"/>
                    <a:pt x="4121" y="2216"/>
                  </a:cubicBezTo>
                  <a:cubicBezTo>
                    <a:pt x="4168" y="3073"/>
                    <a:pt x="3716" y="3668"/>
                    <a:pt x="3263" y="4240"/>
                  </a:cubicBezTo>
                  <a:cubicBezTo>
                    <a:pt x="2930" y="4692"/>
                    <a:pt x="2620" y="5097"/>
                    <a:pt x="2525" y="5597"/>
                  </a:cubicBezTo>
                  <a:cubicBezTo>
                    <a:pt x="2501" y="5716"/>
                    <a:pt x="2406" y="5788"/>
                    <a:pt x="2287" y="5788"/>
                  </a:cubicBezTo>
                  <a:cubicBezTo>
                    <a:pt x="2168" y="5788"/>
                    <a:pt x="2072" y="5693"/>
                    <a:pt x="2049" y="5574"/>
                  </a:cubicBezTo>
                  <a:cubicBezTo>
                    <a:pt x="1930" y="5073"/>
                    <a:pt x="1644" y="4645"/>
                    <a:pt x="1310" y="4240"/>
                  </a:cubicBezTo>
                  <a:cubicBezTo>
                    <a:pt x="906" y="3740"/>
                    <a:pt x="525" y="3216"/>
                    <a:pt x="453" y="2573"/>
                  </a:cubicBezTo>
                  <a:cubicBezTo>
                    <a:pt x="358" y="2025"/>
                    <a:pt x="525" y="1477"/>
                    <a:pt x="858" y="1049"/>
                  </a:cubicBezTo>
                  <a:cubicBezTo>
                    <a:pt x="1191" y="644"/>
                    <a:pt x="1668" y="406"/>
                    <a:pt x="2192" y="358"/>
                  </a:cubicBezTo>
                  <a:cubicBezTo>
                    <a:pt x="2219" y="357"/>
                    <a:pt x="2248" y="356"/>
                    <a:pt x="2276" y="356"/>
                  </a:cubicBezTo>
                  <a:close/>
                  <a:moveTo>
                    <a:pt x="2168" y="1"/>
                  </a:moveTo>
                  <a:cubicBezTo>
                    <a:pt x="1549" y="49"/>
                    <a:pt x="977" y="334"/>
                    <a:pt x="596" y="811"/>
                  </a:cubicBezTo>
                  <a:cubicBezTo>
                    <a:pt x="167" y="1311"/>
                    <a:pt x="1" y="1978"/>
                    <a:pt x="96" y="2597"/>
                  </a:cubicBezTo>
                  <a:cubicBezTo>
                    <a:pt x="215" y="3335"/>
                    <a:pt x="620" y="3930"/>
                    <a:pt x="1001" y="4430"/>
                  </a:cubicBezTo>
                  <a:cubicBezTo>
                    <a:pt x="1310" y="4859"/>
                    <a:pt x="1596" y="5240"/>
                    <a:pt x="1691" y="5669"/>
                  </a:cubicBezTo>
                  <a:cubicBezTo>
                    <a:pt x="1763" y="5931"/>
                    <a:pt x="2001" y="6145"/>
                    <a:pt x="2263" y="6145"/>
                  </a:cubicBezTo>
                  <a:cubicBezTo>
                    <a:pt x="2525" y="6145"/>
                    <a:pt x="2763" y="5931"/>
                    <a:pt x="2835" y="5669"/>
                  </a:cubicBezTo>
                  <a:cubicBezTo>
                    <a:pt x="2906" y="5240"/>
                    <a:pt x="3216" y="4859"/>
                    <a:pt x="3501" y="4430"/>
                  </a:cubicBezTo>
                  <a:cubicBezTo>
                    <a:pt x="3954" y="3835"/>
                    <a:pt x="4454" y="3192"/>
                    <a:pt x="4454" y="2240"/>
                  </a:cubicBezTo>
                  <a:cubicBezTo>
                    <a:pt x="4502" y="1644"/>
                    <a:pt x="4263" y="1049"/>
                    <a:pt x="3811" y="644"/>
                  </a:cubicBezTo>
                  <a:cubicBezTo>
                    <a:pt x="3358" y="215"/>
                    <a:pt x="2787" y="1"/>
                    <a:pt x="2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8"/>
            <p:cNvSpPr/>
            <p:nvPr/>
          </p:nvSpPr>
          <p:spPr>
            <a:xfrm>
              <a:off x="2953824" y="3791428"/>
              <a:ext cx="99659" cy="99659"/>
            </a:xfrm>
            <a:custGeom>
              <a:avLst/>
              <a:gdLst/>
              <a:ahLst/>
              <a:cxnLst/>
              <a:rect l="l" t="t" r="r" b="b"/>
              <a:pathLst>
                <a:path w="2978" h="2978" extrusionOk="0">
                  <a:moveTo>
                    <a:pt x="1477" y="334"/>
                  </a:moveTo>
                  <a:cubicBezTo>
                    <a:pt x="2096" y="334"/>
                    <a:pt x="2620" y="834"/>
                    <a:pt x="2620" y="1454"/>
                  </a:cubicBezTo>
                  <a:cubicBezTo>
                    <a:pt x="2620" y="2073"/>
                    <a:pt x="2096" y="2597"/>
                    <a:pt x="1477" y="2597"/>
                  </a:cubicBezTo>
                  <a:cubicBezTo>
                    <a:pt x="858" y="2597"/>
                    <a:pt x="334" y="2073"/>
                    <a:pt x="334" y="1454"/>
                  </a:cubicBezTo>
                  <a:cubicBezTo>
                    <a:pt x="334" y="834"/>
                    <a:pt x="858" y="334"/>
                    <a:pt x="1477" y="334"/>
                  </a:cubicBezTo>
                  <a:close/>
                  <a:moveTo>
                    <a:pt x="1477" y="1"/>
                  </a:moveTo>
                  <a:cubicBezTo>
                    <a:pt x="667" y="1"/>
                    <a:pt x="0" y="644"/>
                    <a:pt x="0" y="1477"/>
                  </a:cubicBezTo>
                  <a:cubicBezTo>
                    <a:pt x="0" y="2287"/>
                    <a:pt x="643" y="2978"/>
                    <a:pt x="1477" y="2978"/>
                  </a:cubicBezTo>
                  <a:cubicBezTo>
                    <a:pt x="2286" y="2978"/>
                    <a:pt x="2977" y="2311"/>
                    <a:pt x="2977" y="1477"/>
                  </a:cubicBezTo>
                  <a:cubicBezTo>
                    <a:pt x="2929" y="644"/>
                    <a:pt x="2286" y="1"/>
                    <a:pt x="1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1" name="Google Shape;4571;p58"/>
          <p:cNvGrpSpPr/>
          <p:nvPr/>
        </p:nvGrpSpPr>
        <p:grpSpPr>
          <a:xfrm>
            <a:off x="3358678" y="3368132"/>
            <a:ext cx="398501" cy="335554"/>
            <a:chOff x="3358678" y="3603357"/>
            <a:chExt cx="398501" cy="335554"/>
          </a:xfrm>
        </p:grpSpPr>
        <p:sp>
          <p:nvSpPr>
            <p:cNvPr id="4572" name="Google Shape;4572;p58"/>
            <p:cNvSpPr/>
            <p:nvPr/>
          </p:nvSpPr>
          <p:spPr>
            <a:xfrm>
              <a:off x="3384948" y="3628054"/>
              <a:ext cx="12014" cy="12014"/>
            </a:xfrm>
            <a:custGeom>
              <a:avLst/>
              <a:gdLst/>
              <a:ahLst/>
              <a:cxnLst/>
              <a:rect l="l" t="t" r="r" b="b"/>
              <a:pathLst>
                <a:path w="359" h="359" extrusionOk="0">
                  <a:moveTo>
                    <a:pt x="168" y="1"/>
                  </a:moveTo>
                  <a:cubicBezTo>
                    <a:pt x="96" y="1"/>
                    <a:pt x="1" y="96"/>
                    <a:pt x="1" y="168"/>
                  </a:cubicBezTo>
                  <a:cubicBezTo>
                    <a:pt x="1" y="263"/>
                    <a:pt x="96" y="358"/>
                    <a:pt x="168" y="358"/>
                  </a:cubicBezTo>
                  <a:cubicBezTo>
                    <a:pt x="263" y="358"/>
                    <a:pt x="358" y="263"/>
                    <a:pt x="358" y="168"/>
                  </a:cubicBezTo>
                  <a:cubicBezTo>
                    <a:pt x="358" y="96"/>
                    <a:pt x="263"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8"/>
            <p:cNvSpPr/>
            <p:nvPr/>
          </p:nvSpPr>
          <p:spPr>
            <a:xfrm>
              <a:off x="3421625" y="3628054"/>
              <a:ext cx="11980" cy="12014"/>
            </a:xfrm>
            <a:custGeom>
              <a:avLst/>
              <a:gdLst/>
              <a:ahLst/>
              <a:cxnLst/>
              <a:rect l="l" t="t" r="r" b="b"/>
              <a:pathLst>
                <a:path w="358" h="359" extrusionOk="0">
                  <a:moveTo>
                    <a:pt x="191" y="1"/>
                  </a:moveTo>
                  <a:cubicBezTo>
                    <a:pt x="96" y="1"/>
                    <a:pt x="0" y="96"/>
                    <a:pt x="0" y="168"/>
                  </a:cubicBezTo>
                  <a:cubicBezTo>
                    <a:pt x="0" y="263"/>
                    <a:pt x="96" y="358"/>
                    <a:pt x="191" y="358"/>
                  </a:cubicBezTo>
                  <a:cubicBezTo>
                    <a:pt x="262" y="358"/>
                    <a:pt x="358" y="263"/>
                    <a:pt x="358" y="168"/>
                  </a:cubicBezTo>
                  <a:cubicBezTo>
                    <a:pt x="358" y="96"/>
                    <a:pt x="310"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8"/>
            <p:cNvSpPr/>
            <p:nvPr/>
          </p:nvSpPr>
          <p:spPr>
            <a:xfrm>
              <a:off x="3404089" y="3628054"/>
              <a:ext cx="11980" cy="12014"/>
            </a:xfrm>
            <a:custGeom>
              <a:avLst/>
              <a:gdLst/>
              <a:ahLst/>
              <a:cxnLst/>
              <a:rect l="l" t="t" r="r" b="b"/>
              <a:pathLst>
                <a:path w="358" h="359" extrusionOk="0">
                  <a:moveTo>
                    <a:pt x="167" y="1"/>
                  </a:moveTo>
                  <a:cubicBezTo>
                    <a:pt x="72" y="1"/>
                    <a:pt x="0" y="96"/>
                    <a:pt x="0" y="168"/>
                  </a:cubicBezTo>
                  <a:cubicBezTo>
                    <a:pt x="0" y="263"/>
                    <a:pt x="72" y="358"/>
                    <a:pt x="167" y="358"/>
                  </a:cubicBezTo>
                  <a:cubicBezTo>
                    <a:pt x="262" y="358"/>
                    <a:pt x="358" y="263"/>
                    <a:pt x="358" y="168"/>
                  </a:cubicBezTo>
                  <a:cubicBezTo>
                    <a:pt x="310" y="96"/>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8"/>
            <p:cNvSpPr/>
            <p:nvPr/>
          </p:nvSpPr>
          <p:spPr>
            <a:xfrm>
              <a:off x="3664678" y="3628054"/>
              <a:ext cx="67800" cy="12014"/>
            </a:xfrm>
            <a:custGeom>
              <a:avLst/>
              <a:gdLst/>
              <a:ahLst/>
              <a:cxnLst/>
              <a:rect l="l" t="t" r="r" b="b"/>
              <a:pathLst>
                <a:path w="2026" h="359" extrusionOk="0">
                  <a:moveTo>
                    <a:pt x="191" y="1"/>
                  </a:moveTo>
                  <a:cubicBezTo>
                    <a:pt x="96" y="1"/>
                    <a:pt x="1" y="96"/>
                    <a:pt x="1" y="168"/>
                  </a:cubicBezTo>
                  <a:cubicBezTo>
                    <a:pt x="1" y="263"/>
                    <a:pt x="96" y="358"/>
                    <a:pt x="191" y="358"/>
                  </a:cubicBezTo>
                  <a:lnTo>
                    <a:pt x="1858" y="358"/>
                  </a:lnTo>
                  <a:cubicBezTo>
                    <a:pt x="1930" y="358"/>
                    <a:pt x="2025" y="263"/>
                    <a:pt x="2025" y="168"/>
                  </a:cubicBezTo>
                  <a:cubicBezTo>
                    <a:pt x="2025" y="96"/>
                    <a:pt x="1930" y="1"/>
                    <a:pt x="1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8"/>
            <p:cNvSpPr/>
            <p:nvPr/>
          </p:nvSpPr>
          <p:spPr>
            <a:xfrm>
              <a:off x="3446322" y="3628054"/>
              <a:ext cx="205642" cy="12014"/>
            </a:xfrm>
            <a:custGeom>
              <a:avLst/>
              <a:gdLst/>
              <a:ahLst/>
              <a:cxnLst/>
              <a:rect l="l" t="t" r="r" b="b"/>
              <a:pathLst>
                <a:path w="6145" h="359" extrusionOk="0">
                  <a:moveTo>
                    <a:pt x="191" y="1"/>
                  </a:moveTo>
                  <a:cubicBezTo>
                    <a:pt x="96" y="1"/>
                    <a:pt x="1" y="96"/>
                    <a:pt x="1" y="168"/>
                  </a:cubicBezTo>
                  <a:cubicBezTo>
                    <a:pt x="1" y="263"/>
                    <a:pt x="96" y="358"/>
                    <a:pt x="191" y="358"/>
                  </a:cubicBezTo>
                  <a:lnTo>
                    <a:pt x="5954" y="358"/>
                  </a:lnTo>
                  <a:cubicBezTo>
                    <a:pt x="6050" y="358"/>
                    <a:pt x="6145" y="263"/>
                    <a:pt x="6145" y="168"/>
                  </a:cubicBezTo>
                  <a:cubicBezTo>
                    <a:pt x="6145" y="96"/>
                    <a:pt x="6050" y="1"/>
                    <a:pt x="5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8"/>
            <p:cNvSpPr/>
            <p:nvPr/>
          </p:nvSpPr>
          <p:spPr>
            <a:xfrm>
              <a:off x="3358678" y="3603357"/>
              <a:ext cx="398501" cy="335554"/>
            </a:xfrm>
            <a:custGeom>
              <a:avLst/>
              <a:gdLst/>
              <a:ahLst/>
              <a:cxnLst/>
              <a:rect l="l" t="t" r="r" b="b"/>
              <a:pathLst>
                <a:path w="11908" h="10027" extrusionOk="0">
                  <a:moveTo>
                    <a:pt x="11169" y="334"/>
                  </a:moveTo>
                  <a:cubicBezTo>
                    <a:pt x="11383" y="334"/>
                    <a:pt x="11550" y="525"/>
                    <a:pt x="11550" y="739"/>
                  </a:cubicBezTo>
                  <a:lnTo>
                    <a:pt x="11550" y="1477"/>
                  </a:lnTo>
                  <a:lnTo>
                    <a:pt x="11002" y="1477"/>
                  </a:lnTo>
                  <a:cubicBezTo>
                    <a:pt x="10907" y="1477"/>
                    <a:pt x="10812" y="1572"/>
                    <a:pt x="10812" y="1668"/>
                  </a:cubicBezTo>
                  <a:cubicBezTo>
                    <a:pt x="10812" y="1739"/>
                    <a:pt x="10907" y="1834"/>
                    <a:pt x="11002" y="1834"/>
                  </a:cubicBezTo>
                  <a:lnTo>
                    <a:pt x="11550" y="1834"/>
                  </a:lnTo>
                  <a:lnTo>
                    <a:pt x="11550" y="9288"/>
                  </a:lnTo>
                  <a:cubicBezTo>
                    <a:pt x="11550" y="9479"/>
                    <a:pt x="11383" y="9669"/>
                    <a:pt x="11169" y="9669"/>
                  </a:cubicBezTo>
                  <a:lnTo>
                    <a:pt x="762" y="9669"/>
                  </a:lnTo>
                  <a:cubicBezTo>
                    <a:pt x="548" y="9669"/>
                    <a:pt x="357" y="9479"/>
                    <a:pt x="357" y="9288"/>
                  </a:cubicBezTo>
                  <a:lnTo>
                    <a:pt x="357" y="1834"/>
                  </a:lnTo>
                  <a:lnTo>
                    <a:pt x="10216" y="1834"/>
                  </a:lnTo>
                  <a:cubicBezTo>
                    <a:pt x="10312" y="1834"/>
                    <a:pt x="10407" y="1739"/>
                    <a:pt x="10407" y="1668"/>
                  </a:cubicBezTo>
                  <a:cubicBezTo>
                    <a:pt x="10407" y="1572"/>
                    <a:pt x="10312" y="1477"/>
                    <a:pt x="10216" y="1477"/>
                  </a:cubicBezTo>
                  <a:lnTo>
                    <a:pt x="357" y="1477"/>
                  </a:lnTo>
                  <a:lnTo>
                    <a:pt x="357" y="739"/>
                  </a:lnTo>
                  <a:cubicBezTo>
                    <a:pt x="357" y="525"/>
                    <a:pt x="548" y="334"/>
                    <a:pt x="762" y="334"/>
                  </a:cubicBezTo>
                  <a:close/>
                  <a:moveTo>
                    <a:pt x="762" y="1"/>
                  </a:moveTo>
                  <a:cubicBezTo>
                    <a:pt x="333" y="1"/>
                    <a:pt x="0" y="310"/>
                    <a:pt x="0" y="739"/>
                  </a:cubicBezTo>
                  <a:lnTo>
                    <a:pt x="0" y="9288"/>
                  </a:lnTo>
                  <a:cubicBezTo>
                    <a:pt x="0" y="9693"/>
                    <a:pt x="333" y="10026"/>
                    <a:pt x="762" y="10026"/>
                  </a:cubicBezTo>
                  <a:lnTo>
                    <a:pt x="11169" y="10026"/>
                  </a:lnTo>
                  <a:cubicBezTo>
                    <a:pt x="11574" y="10026"/>
                    <a:pt x="11907" y="9693"/>
                    <a:pt x="11907" y="9288"/>
                  </a:cubicBezTo>
                  <a:lnTo>
                    <a:pt x="11907" y="739"/>
                  </a:lnTo>
                  <a:cubicBezTo>
                    <a:pt x="11907" y="310"/>
                    <a:pt x="11598" y="1"/>
                    <a:pt x="11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8"/>
            <p:cNvSpPr/>
            <p:nvPr/>
          </p:nvSpPr>
          <p:spPr>
            <a:xfrm>
              <a:off x="3391339" y="3689428"/>
              <a:ext cx="185731" cy="161803"/>
            </a:xfrm>
            <a:custGeom>
              <a:avLst/>
              <a:gdLst/>
              <a:ahLst/>
              <a:cxnLst/>
              <a:rect l="l" t="t" r="r" b="b"/>
              <a:pathLst>
                <a:path w="5550" h="4835" extrusionOk="0">
                  <a:moveTo>
                    <a:pt x="4359" y="358"/>
                  </a:moveTo>
                  <a:lnTo>
                    <a:pt x="5073" y="1501"/>
                  </a:lnTo>
                  <a:lnTo>
                    <a:pt x="501" y="1501"/>
                  </a:lnTo>
                  <a:lnTo>
                    <a:pt x="1215" y="358"/>
                  </a:lnTo>
                  <a:close/>
                  <a:moveTo>
                    <a:pt x="1286" y="1858"/>
                  </a:moveTo>
                  <a:cubicBezTo>
                    <a:pt x="1263" y="2096"/>
                    <a:pt x="1048" y="2239"/>
                    <a:pt x="810" y="2239"/>
                  </a:cubicBezTo>
                  <a:cubicBezTo>
                    <a:pt x="572" y="2239"/>
                    <a:pt x="381" y="2096"/>
                    <a:pt x="334" y="1858"/>
                  </a:cubicBezTo>
                  <a:close/>
                  <a:moveTo>
                    <a:pt x="2596" y="1858"/>
                  </a:moveTo>
                  <a:cubicBezTo>
                    <a:pt x="2549" y="2096"/>
                    <a:pt x="2358" y="2239"/>
                    <a:pt x="2120" y="2239"/>
                  </a:cubicBezTo>
                  <a:cubicBezTo>
                    <a:pt x="1882" y="2239"/>
                    <a:pt x="1715" y="2072"/>
                    <a:pt x="1644" y="1858"/>
                  </a:cubicBezTo>
                  <a:close/>
                  <a:moveTo>
                    <a:pt x="3906" y="1858"/>
                  </a:moveTo>
                  <a:cubicBezTo>
                    <a:pt x="3882" y="2096"/>
                    <a:pt x="3668" y="2239"/>
                    <a:pt x="3430" y="2239"/>
                  </a:cubicBezTo>
                  <a:cubicBezTo>
                    <a:pt x="3168" y="2239"/>
                    <a:pt x="3001" y="2096"/>
                    <a:pt x="2953" y="1858"/>
                  </a:cubicBezTo>
                  <a:close/>
                  <a:moveTo>
                    <a:pt x="5192" y="1858"/>
                  </a:moveTo>
                  <a:cubicBezTo>
                    <a:pt x="5168" y="2096"/>
                    <a:pt x="4954" y="2239"/>
                    <a:pt x="4716" y="2239"/>
                  </a:cubicBezTo>
                  <a:cubicBezTo>
                    <a:pt x="4478" y="2239"/>
                    <a:pt x="4311" y="2072"/>
                    <a:pt x="4239" y="1858"/>
                  </a:cubicBezTo>
                  <a:close/>
                  <a:moveTo>
                    <a:pt x="4097" y="2263"/>
                  </a:moveTo>
                  <a:lnTo>
                    <a:pt x="4097" y="3525"/>
                  </a:lnTo>
                  <a:lnTo>
                    <a:pt x="3311" y="3525"/>
                  </a:lnTo>
                  <a:lnTo>
                    <a:pt x="3311" y="2596"/>
                  </a:lnTo>
                  <a:lnTo>
                    <a:pt x="3430" y="2596"/>
                  </a:lnTo>
                  <a:cubicBezTo>
                    <a:pt x="3716" y="2596"/>
                    <a:pt x="3954" y="2477"/>
                    <a:pt x="4097" y="2263"/>
                  </a:cubicBezTo>
                  <a:close/>
                  <a:moveTo>
                    <a:pt x="1453" y="2311"/>
                  </a:moveTo>
                  <a:cubicBezTo>
                    <a:pt x="1596" y="2501"/>
                    <a:pt x="1834" y="2620"/>
                    <a:pt x="2096" y="2620"/>
                  </a:cubicBezTo>
                  <a:cubicBezTo>
                    <a:pt x="2168" y="2596"/>
                    <a:pt x="2191" y="2596"/>
                    <a:pt x="2215" y="2596"/>
                  </a:cubicBezTo>
                  <a:lnTo>
                    <a:pt x="2215" y="3549"/>
                  </a:lnTo>
                  <a:lnTo>
                    <a:pt x="1453" y="3549"/>
                  </a:lnTo>
                  <a:lnTo>
                    <a:pt x="1453" y="2311"/>
                  </a:lnTo>
                  <a:close/>
                  <a:moveTo>
                    <a:pt x="2787" y="2311"/>
                  </a:moveTo>
                  <a:cubicBezTo>
                    <a:pt x="2834" y="2358"/>
                    <a:pt x="2906" y="2406"/>
                    <a:pt x="3001" y="2477"/>
                  </a:cubicBezTo>
                  <a:lnTo>
                    <a:pt x="3001" y="3739"/>
                  </a:lnTo>
                  <a:cubicBezTo>
                    <a:pt x="3001" y="3811"/>
                    <a:pt x="3073" y="3906"/>
                    <a:pt x="3168" y="3906"/>
                  </a:cubicBezTo>
                  <a:lnTo>
                    <a:pt x="4263" y="3906"/>
                  </a:lnTo>
                  <a:cubicBezTo>
                    <a:pt x="4359" y="3906"/>
                    <a:pt x="4454" y="3811"/>
                    <a:pt x="4454" y="3739"/>
                  </a:cubicBezTo>
                  <a:lnTo>
                    <a:pt x="4454" y="2549"/>
                  </a:lnTo>
                  <a:cubicBezTo>
                    <a:pt x="4549" y="2573"/>
                    <a:pt x="4620" y="2596"/>
                    <a:pt x="4740" y="2596"/>
                  </a:cubicBezTo>
                  <a:lnTo>
                    <a:pt x="4859" y="2596"/>
                  </a:lnTo>
                  <a:lnTo>
                    <a:pt x="4859" y="4478"/>
                  </a:lnTo>
                  <a:lnTo>
                    <a:pt x="691" y="4478"/>
                  </a:lnTo>
                  <a:lnTo>
                    <a:pt x="691" y="2596"/>
                  </a:lnTo>
                  <a:lnTo>
                    <a:pt x="810" y="2596"/>
                  </a:lnTo>
                  <a:cubicBezTo>
                    <a:pt x="905" y="2596"/>
                    <a:pt x="1024" y="2573"/>
                    <a:pt x="1120" y="2549"/>
                  </a:cubicBezTo>
                  <a:lnTo>
                    <a:pt x="1120" y="3739"/>
                  </a:lnTo>
                  <a:cubicBezTo>
                    <a:pt x="1120" y="3811"/>
                    <a:pt x="1215" y="3906"/>
                    <a:pt x="1286" y="3906"/>
                  </a:cubicBezTo>
                  <a:lnTo>
                    <a:pt x="2406" y="3906"/>
                  </a:lnTo>
                  <a:cubicBezTo>
                    <a:pt x="2477" y="3906"/>
                    <a:pt x="2572" y="3811"/>
                    <a:pt x="2572" y="3739"/>
                  </a:cubicBezTo>
                  <a:lnTo>
                    <a:pt x="2572" y="2477"/>
                  </a:lnTo>
                  <a:cubicBezTo>
                    <a:pt x="2668" y="2430"/>
                    <a:pt x="2715" y="2358"/>
                    <a:pt x="2787" y="2311"/>
                  </a:cubicBezTo>
                  <a:close/>
                  <a:moveTo>
                    <a:pt x="1120" y="1"/>
                  </a:moveTo>
                  <a:cubicBezTo>
                    <a:pt x="1048" y="1"/>
                    <a:pt x="1001" y="48"/>
                    <a:pt x="977" y="96"/>
                  </a:cubicBezTo>
                  <a:lnTo>
                    <a:pt x="48" y="1596"/>
                  </a:lnTo>
                  <a:cubicBezTo>
                    <a:pt x="0" y="1620"/>
                    <a:pt x="0" y="1644"/>
                    <a:pt x="0" y="1668"/>
                  </a:cubicBezTo>
                  <a:lnTo>
                    <a:pt x="0" y="1763"/>
                  </a:lnTo>
                  <a:cubicBezTo>
                    <a:pt x="0" y="2072"/>
                    <a:pt x="167" y="2311"/>
                    <a:pt x="358" y="2453"/>
                  </a:cubicBezTo>
                  <a:lnTo>
                    <a:pt x="358" y="4478"/>
                  </a:lnTo>
                  <a:cubicBezTo>
                    <a:pt x="286" y="4478"/>
                    <a:pt x="191" y="4573"/>
                    <a:pt x="191" y="4644"/>
                  </a:cubicBezTo>
                  <a:cubicBezTo>
                    <a:pt x="191" y="4740"/>
                    <a:pt x="286" y="4835"/>
                    <a:pt x="358" y="4835"/>
                  </a:cubicBezTo>
                  <a:lnTo>
                    <a:pt x="5192" y="4835"/>
                  </a:lnTo>
                  <a:cubicBezTo>
                    <a:pt x="5287" y="4835"/>
                    <a:pt x="5359" y="4740"/>
                    <a:pt x="5359" y="4644"/>
                  </a:cubicBezTo>
                  <a:cubicBezTo>
                    <a:pt x="5359" y="4573"/>
                    <a:pt x="5287" y="4478"/>
                    <a:pt x="5192" y="4478"/>
                  </a:cubicBezTo>
                  <a:lnTo>
                    <a:pt x="5192" y="2477"/>
                  </a:lnTo>
                  <a:cubicBezTo>
                    <a:pt x="5406" y="2334"/>
                    <a:pt x="5549" y="2072"/>
                    <a:pt x="5549" y="1763"/>
                  </a:cubicBezTo>
                  <a:lnTo>
                    <a:pt x="5549" y="1668"/>
                  </a:lnTo>
                  <a:cubicBezTo>
                    <a:pt x="5549" y="1644"/>
                    <a:pt x="5549" y="1620"/>
                    <a:pt x="5525" y="1596"/>
                  </a:cubicBezTo>
                  <a:lnTo>
                    <a:pt x="4597" y="96"/>
                  </a:lnTo>
                  <a:cubicBezTo>
                    <a:pt x="4573" y="48"/>
                    <a:pt x="4501" y="1"/>
                    <a:pt x="4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8"/>
            <p:cNvSpPr/>
            <p:nvPr/>
          </p:nvSpPr>
          <p:spPr>
            <a:xfrm>
              <a:off x="3596142" y="3691035"/>
              <a:ext cx="123586" cy="42266"/>
            </a:xfrm>
            <a:custGeom>
              <a:avLst/>
              <a:gdLst/>
              <a:ahLst/>
              <a:cxnLst/>
              <a:rect l="l" t="t" r="r" b="b"/>
              <a:pathLst>
                <a:path w="3693" h="1263" extrusionOk="0">
                  <a:moveTo>
                    <a:pt x="3359" y="357"/>
                  </a:moveTo>
                  <a:lnTo>
                    <a:pt x="3359" y="881"/>
                  </a:lnTo>
                  <a:lnTo>
                    <a:pt x="382" y="881"/>
                  </a:lnTo>
                  <a:lnTo>
                    <a:pt x="382" y="357"/>
                  </a:lnTo>
                  <a:close/>
                  <a:moveTo>
                    <a:pt x="358" y="0"/>
                  </a:moveTo>
                  <a:cubicBezTo>
                    <a:pt x="144" y="0"/>
                    <a:pt x="1" y="143"/>
                    <a:pt x="1" y="357"/>
                  </a:cubicBezTo>
                  <a:lnTo>
                    <a:pt x="1" y="905"/>
                  </a:lnTo>
                  <a:cubicBezTo>
                    <a:pt x="1" y="1120"/>
                    <a:pt x="144" y="1262"/>
                    <a:pt x="358" y="1262"/>
                  </a:cubicBezTo>
                  <a:lnTo>
                    <a:pt x="3335" y="1262"/>
                  </a:lnTo>
                  <a:cubicBezTo>
                    <a:pt x="3549" y="1262"/>
                    <a:pt x="3692" y="1120"/>
                    <a:pt x="3692" y="905"/>
                  </a:cubicBezTo>
                  <a:lnTo>
                    <a:pt x="3692" y="357"/>
                  </a:lnTo>
                  <a:cubicBezTo>
                    <a:pt x="3692" y="143"/>
                    <a:pt x="3549" y="0"/>
                    <a:pt x="3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8"/>
            <p:cNvSpPr/>
            <p:nvPr/>
          </p:nvSpPr>
          <p:spPr>
            <a:xfrm>
              <a:off x="3596142" y="3746820"/>
              <a:ext cx="98856" cy="35105"/>
            </a:xfrm>
            <a:custGeom>
              <a:avLst/>
              <a:gdLst/>
              <a:ahLst/>
              <a:cxnLst/>
              <a:rect l="l" t="t" r="r" b="b"/>
              <a:pathLst>
                <a:path w="2954" h="1049" extrusionOk="0">
                  <a:moveTo>
                    <a:pt x="2620" y="357"/>
                  </a:moveTo>
                  <a:lnTo>
                    <a:pt x="2620" y="715"/>
                  </a:lnTo>
                  <a:lnTo>
                    <a:pt x="382" y="715"/>
                  </a:lnTo>
                  <a:lnTo>
                    <a:pt x="382" y="357"/>
                  </a:lnTo>
                  <a:close/>
                  <a:moveTo>
                    <a:pt x="358" y="0"/>
                  </a:moveTo>
                  <a:cubicBezTo>
                    <a:pt x="144" y="0"/>
                    <a:pt x="1" y="143"/>
                    <a:pt x="1" y="357"/>
                  </a:cubicBezTo>
                  <a:lnTo>
                    <a:pt x="1" y="691"/>
                  </a:lnTo>
                  <a:cubicBezTo>
                    <a:pt x="1" y="905"/>
                    <a:pt x="144" y="1048"/>
                    <a:pt x="358" y="1048"/>
                  </a:cubicBezTo>
                  <a:lnTo>
                    <a:pt x="2597" y="1048"/>
                  </a:lnTo>
                  <a:cubicBezTo>
                    <a:pt x="2787" y="1048"/>
                    <a:pt x="2954" y="905"/>
                    <a:pt x="2954" y="691"/>
                  </a:cubicBezTo>
                  <a:lnTo>
                    <a:pt x="2954" y="357"/>
                  </a:lnTo>
                  <a:cubicBezTo>
                    <a:pt x="2954" y="143"/>
                    <a:pt x="2787" y="0"/>
                    <a:pt x="2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8"/>
            <p:cNvSpPr/>
            <p:nvPr/>
          </p:nvSpPr>
          <p:spPr>
            <a:xfrm>
              <a:off x="3596945" y="3802606"/>
              <a:ext cx="23961" cy="11980"/>
            </a:xfrm>
            <a:custGeom>
              <a:avLst/>
              <a:gdLst/>
              <a:ahLst/>
              <a:cxnLst/>
              <a:rect l="l" t="t" r="r" b="b"/>
              <a:pathLst>
                <a:path w="716" h="358" extrusionOk="0">
                  <a:moveTo>
                    <a:pt x="191" y="0"/>
                  </a:moveTo>
                  <a:cubicBezTo>
                    <a:pt x="96" y="0"/>
                    <a:pt x="1" y="72"/>
                    <a:pt x="1" y="167"/>
                  </a:cubicBezTo>
                  <a:cubicBezTo>
                    <a:pt x="1" y="262"/>
                    <a:pt x="96" y="357"/>
                    <a:pt x="191" y="357"/>
                  </a:cubicBezTo>
                  <a:lnTo>
                    <a:pt x="548" y="357"/>
                  </a:lnTo>
                  <a:cubicBezTo>
                    <a:pt x="620" y="357"/>
                    <a:pt x="715" y="262"/>
                    <a:pt x="715" y="167"/>
                  </a:cubicBezTo>
                  <a:cubicBezTo>
                    <a:pt x="715" y="72"/>
                    <a:pt x="620"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8"/>
            <p:cNvSpPr/>
            <p:nvPr/>
          </p:nvSpPr>
          <p:spPr>
            <a:xfrm>
              <a:off x="3633623" y="3802606"/>
              <a:ext cx="62178" cy="11980"/>
            </a:xfrm>
            <a:custGeom>
              <a:avLst/>
              <a:gdLst/>
              <a:ahLst/>
              <a:cxnLst/>
              <a:rect l="l" t="t" r="r" b="b"/>
              <a:pathLst>
                <a:path w="1858" h="358" extrusionOk="0">
                  <a:moveTo>
                    <a:pt x="191" y="0"/>
                  </a:moveTo>
                  <a:cubicBezTo>
                    <a:pt x="95" y="0"/>
                    <a:pt x="0" y="72"/>
                    <a:pt x="0" y="167"/>
                  </a:cubicBezTo>
                  <a:cubicBezTo>
                    <a:pt x="0" y="262"/>
                    <a:pt x="95" y="357"/>
                    <a:pt x="191" y="357"/>
                  </a:cubicBezTo>
                  <a:lnTo>
                    <a:pt x="1667" y="357"/>
                  </a:lnTo>
                  <a:cubicBezTo>
                    <a:pt x="1762" y="357"/>
                    <a:pt x="1858" y="262"/>
                    <a:pt x="1858" y="167"/>
                  </a:cubicBezTo>
                  <a:cubicBezTo>
                    <a:pt x="1834" y="72"/>
                    <a:pt x="1762" y="0"/>
                    <a:pt x="1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8"/>
            <p:cNvSpPr/>
            <p:nvPr/>
          </p:nvSpPr>
          <p:spPr>
            <a:xfrm>
              <a:off x="3633623" y="3827302"/>
              <a:ext cx="49428" cy="11980"/>
            </a:xfrm>
            <a:custGeom>
              <a:avLst/>
              <a:gdLst/>
              <a:ahLst/>
              <a:cxnLst/>
              <a:rect l="l" t="t" r="r" b="b"/>
              <a:pathLst>
                <a:path w="1477" h="358" extrusionOk="0">
                  <a:moveTo>
                    <a:pt x="191" y="0"/>
                  </a:moveTo>
                  <a:cubicBezTo>
                    <a:pt x="95" y="0"/>
                    <a:pt x="0" y="96"/>
                    <a:pt x="0" y="167"/>
                  </a:cubicBezTo>
                  <a:cubicBezTo>
                    <a:pt x="0" y="262"/>
                    <a:pt x="95" y="358"/>
                    <a:pt x="191" y="358"/>
                  </a:cubicBezTo>
                  <a:lnTo>
                    <a:pt x="1286" y="358"/>
                  </a:lnTo>
                  <a:cubicBezTo>
                    <a:pt x="1381" y="358"/>
                    <a:pt x="1477" y="262"/>
                    <a:pt x="1477" y="167"/>
                  </a:cubicBezTo>
                  <a:cubicBezTo>
                    <a:pt x="1477" y="96"/>
                    <a:pt x="1381"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8"/>
            <p:cNvSpPr/>
            <p:nvPr/>
          </p:nvSpPr>
          <p:spPr>
            <a:xfrm>
              <a:off x="3440733" y="3888676"/>
              <a:ext cx="67800" cy="11980"/>
            </a:xfrm>
            <a:custGeom>
              <a:avLst/>
              <a:gdLst/>
              <a:ahLst/>
              <a:cxnLst/>
              <a:rect l="l" t="t" r="r" b="b"/>
              <a:pathLst>
                <a:path w="2026" h="358" extrusionOk="0">
                  <a:moveTo>
                    <a:pt x="168" y="0"/>
                  </a:moveTo>
                  <a:cubicBezTo>
                    <a:pt x="96" y="0"/>
                    <a:pt x="1" y="95"/>
                    <a:pt x="1" y="191"/>
                  </a:cubicBezTo>
                  <a:cubicBezTo>
                    <a:pt x="1" y="286"/>
                    <a:pt x="96" y="357"/>
                    <a:pt x="168" y="357"/>
                  </a:cubicBezTo>
                  <a:lnTo>
                    <a:pt x="1835" y="357"/>
                  </a:lnTo>
                  <a:cubicBezTo>
                    <a:pt x="1930" y="357"/>
                    <a:pt x="2025" y="286"/>
                    <a:pt x="2025" y="191"/>
                  </a:cubicBezTo>
                  <a:cubicBezTo>
                    <a:pt x="2025" y="95"/>
                    <a:pt x="1930" y="0"/>
                    <a:pt x="1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8"/>
            <p:cNvSpPr/>
            <p:nvPr/>
          </p:nvSpPr>
          <p:spPr>
            <a:xfrm>
              <a:off x="3440733" y="3863946"/>
              <a:ext cx="92497" cy="12014"/>
            </a:xfrm>
            <a:custGeom>
              <a:avLst/>
              <a:gdLst/>
              <a:ahLst/>
              <a:cxnLst/>
              <a:rect l="l" t="t" r="r" b="b"/>
              <a:pathLst>
                <a:path w="2764" h="359" extrusionOk="0">
                  <a:moveTo>
                    <a:pt x="168" y="1"/>
                  </a:moveTo>
                  <a:cubicBezTo>
                    <a:pt x="96" y="1"/>
                    <a:pt x="1" y="96"/>
                    <a:pt x="1" y="191"/>
                  </a:cubicBezTo>
                  <a:cubicBezTo>
                    <a:pt x="1" y="263"/>
                    <a:pt x="96" y="358"/>
                    <a:pt x="168" y="358"/>
                  </a:cubicBezTo>
                  <a:lnTo>
                    <a:pt x="2597" y="358"/>
                  </a:lnTo>
                  <a:cubicBezTo>
                    <a:pt x="2668" y="358"/>
                    <a:pt x="2763" y="263"/>
                    <a:pt x="2763" y="191"/>
                  </a:cubicBezTo>
                  <a:cubicBezTo>
                    <a:pt x="2763" y="96"/>
                    <a:pt x="2668" y="1"/>
                    <a:pt x="2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8"/>
            <p:cNvSpPr/>
            <p:nvPr/>
          </p:nvSpPr>
          <p:spPr>
            <a:xfrm>
              <a:off x="3596945" y="3863946"/>
              <a:ext cx="123553" cy="12014"/>
            </a:xfrm>
            <a:custGeom>
              <a:avLst/>
              <a:gdLst/>
              <a:ahLst/>
              <a:cxnLst/>
              <a:rect l="l" t="t" r="r" b="b"/>
              <a:pathLst>
                <a:path w="3692" h="359" extrusionOk="0">
                  <a:moveTo>
                    <a:pt x="191" y="1"/>
                  </a:moveTo>
                  <a:cubicBezTo>
                    <a:pt x="96" y="1"/>
                    <a:pt x="1" y="96"/>
                    <a:pt x="1" y="191"/>
                  </a:cubicBezTo>
                  <a:cubicBezTo>
                    <a:pt x="1" y="263"/>
                    <a:pt x="96" y="358"/>
                    <a:pt x="191" y="358"/>
                  </a:cubicBezTo>
                  <a:lnTo>
                    <a:pt x="3525" y="358"/>
                  </a:lnTo>
                  <a:cubicBezTo>
                    <a:pt x="3597" y="358"/>
                    <a:pt x="3692" y="263"/>
                    <a:pt x="3692" y="191"/>
                  </a:cubicBezTo>
                  <a:cubicBezTo>
                    <a:pt x="3668" y="96"/>
                    <a:pt x="3597" y="1"/>
                    <a:pt x="3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8"/>
            <p:cNvSpPr/>
            <p:nvPr/>
          </p:nvSpPr>
          <p:spPr>
            <a:xfrm>
              <a:off x="3596945" y="3888676"/>
              <a:ext cx="123553" cy="11980"/>
            </a:xfrm>
            <a:custGeom>
              <a:avLst/>
              <a:gdLst/>
              <a:ahLst/>
              <a:cxnLst/>
              <a:rect l="l" t="t" r="r" b="b"/>
              <a:pathLst>
                <a:path w="3692" h="358" extrusionOk="0">
                  <a:moveTo>
                    <a:pt x="191" y="0"/>
                  </a:moveTo>
                  <a:cubicBezTo>
                    <a:pt x="96" y="0"/>
                    <a:pt x="1" y="95"/>
                    <a:pt x="1" y="191"/>
                  </a:cubicBezTo>
                  <a:cubicBezTo>
                    <a:pt x="1" y="286"/>
                    <a:pt x="96" y="357"/>
                    <a:pt x="191" y="357"/>
                  </a:cubicBezTo>
                  <a:lnTo>
                    <a:pt x="3525" y="357"/>
                  </a:lnTo>
                  <a:cubicBezTo>
                    <a:pt x="3597" y="357"/>
                    <a:pt x="3692" y="286"/>
                    <a:pt x="3692" y="191"/>
                  </a:cubicBezTo>
                  <a:cubicBezTo>
                    <a:pt x="3668" y="95"/>
                    <a:pt x="3597" y="0"/>
                    <a:pt x="3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8"/>
            <p:cNvSpPr/>
            <p:nvPr/>
          </p:nvSpPr>
          <p:spPr>
            <a:xfrm>
              <a:off x="3404089" y="3863946"/>
              <a:ext cx="23927" cy="12014"/>
            </a:xfrm>
            <a:custGeom>
              <a:avLst/>
              <a:gdLst/>
              <a:ahLst/>
              <a:cxnLst/>
              <a:rect l="l" t="t" r="r" b="b"/>
              <a:pathLst>
                <a:path w="715" h="359" extrusionOk="0">
                  <a:moveTo>
                    <a:pt x="167" y="1"/>
                  </a:moveTo>
                  <a:cubicBezTo>
                    <a:pt x="72" y="1"/>
                    <a:pt x="0" y="96"/>
                    <a:pt x="0" y="191"/>
                  </a:cubicBezTo>
                  <a:cubicBezTo>
                    <a:pt x="0" y="263"/>
                    <a:pt x="72" y="358"/>
                    <a:pt x="167" y="358"/>
                  </a:cubicBezTo>
                  <a:lnTo>
                    <a:pt x="524" y="358"/>
                  </a:lnTo>
                  <a:cubicBezTo>
                    <a:pt x="620" y="358"/>
                    <a:pt x="715" y="263"/>
                    <a:pt x="715" y="191"/>
                  </a:cubicBezTo>
                  <a:cubicBezTo>
                    <a:pt x="715" y="96"/>
                    <a:pt x="620"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8"/>
            <p:cNvSpPr/>
            <p:nvPr/>
          </p:nvSpPr>
          <p:spPr>
            <a:xfrm>
              <a:off x="3404089" y="3888676"/>
              <a:ext cx="23927" cy="11980"/>
            </a:xfrm>
            <a:custGeom>
              <a:avLst/>
              <a:gdLst/>
              <a:ahLst/>
              <a:cxnLst/>
              <a:rect l="l" t="t" r="r" b="b"/>
              <a:pathLst>
                <a:path w="715" h="358" extrusionOk="0">
                  <a:moveTo>
                    <a:pt x="167" y="0"/>
                  </a:moveTo>
                  <a:cubicBezTo>
                    <a:pt x="72" y="0"/>
                    <a:pt x="0" y="95"/>
                    <a:pt x="0" y="191"/>
                  </a:cubicBezTo>
                  <a:cubicBezTo>
                    <a:pt x="0" y="286"/>
                    <a:pt x="72" y="357"/>
                    <a:pt x="167" y="357"/>
                  </a:cubicBezTo>
                  <a:lnTo>
                    <a:pt x="524" y="357"/>
                  </a:lnTo>
                  <a:cubicBezTo>
                    <a:pt x="620" y="357"/>
                    <a:pt x="715" y="286"/>
                    <a:pt x="715" y="191"/>
                  </a:cubicBezTo>
                  <a:cubicBezTo>
                    <a:pt x="715" y="95"/>
                    <a:pt x="620"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8"/>
            <p:cNvSpPr/>
            <p:nvPr/>
          </p:nvSpPr>
          <p:spPr>
            <a:xfrm>
              <a:off x="3596945" y="3827302"/>
              <a:ext cx="23961" cy="11980"/>
            </a:xfrm>
            <a:custGeom>
              <a:avLst/>
              <a:gdLst/>
              <a:ahLst/>
              <a:cxnLst/>
              <a:rect l="l" t="t" r="r" b="b"/>
              <a:pathLst>
                <a:path w="716" h="358" extrusionOk="0">
                  <a:moveTo>
                    <a:pt x="191" y="0"/>
                  </a:moveTo>
                  <a:cubicBezTo>
                    <a:pt x="96" y="0"/>
                    <a:pt x="1" y="96"/>
                    <a:pt x="1" y="167"/>
                  </a:cubicBezTo>
                  <a:cubicBezTo>
                    <a:pt x="1" y="262"/>
                    <a:pt x="96" y="358"/>
                    <a:pt x="191" y="358"/>
                  </a:cubicBezTo>
                  <a:lnTo>
                    <a:pt x="548" y="358"/>
                  </a:lnTo>
                  <a:cubicBezTo>
                    <a:pt x="620" y="358"/>
                    <a:pt x="715" y="262"/>
                    <a:pt x="715" y="167"/>
                  </a:cubicBezTo>
                  <a:cubicBezTo>
                    <a:pt x="715" y="96"/>
                    <a:pt x="620"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1" name="Google Shape;4591;p58"/>
          <p:cNvGrpSpPr/>
          <p:nvPr/>
        </p:nvGrpSpPr>
        <p:grpSpPr>
          <a:xfrm>
            <a:off x="4056150" y="3368267"/>
            <a:ext cx="398513" cy="335563"/>
            <a:chOff x="4045086" y="3323189"/>
            <a:chExt cx="404664" cy="340743"/>
          </a:xfrm>
        </p:grpSpPr>
        <p:sp>
          <p:nvSpPr>
            <p:cNvPr id="4592" name="Google Shape;4592;p58"/>
            <p:cNvSpPr/>
            <p:nvPr/>
          </p:nvSpPr>
          <p:spPr>
            <a:xfrm>
              <a:off x="4071796" y="3348268"/>
              <a:ext cx="12166" cy="12200"/>
            </a:xfrm>
            <a:custGeom>
              <a:avLst/>
              <a:gdLst/>
              <a:ahLst/>
              <a:cxnLst/>
              <a:rect l="l" t="t" r="r" b="b"/>
              <a:pathLst>
                <a:path w="358" h="359" extrusionOk="0">
                  <a:moveTo>
                    <a:pt x="167" y="1"/>
                  </a:moveTo>
                  <a:cubicBezTo>
                    <a:pt x="96" y="1"/>
                    <a:pt x="1" y="96"/>
                    <a:pt x="1" y="168"/>
                  </a:cubicBezTo>
                  <a:cubicBezTo>
                    <a:pt x="1" y="263"/>
                    <a:pt x="96" y="358"/>
                    <a:pt x="167" y="358"/>
                  </a:cubicBezTo>
                  <a:cubicBezTo>
                    <a:pt x="263" y="358"/>
                    <a:pt x="358" y="263"/>
                    <a:pt x="358" y="168"/>
                  </a:cubicBezTo>
                  <a:cubicBezTo>
                    <a:pt x="358" y="96"/>
                    <a:pt x="263"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8"/>
            <p:cNvSpPr/>
            <p:nvPr/>
          </p:nvSpPr>
          <p:spPr>
            <a:xfrm>
              <a:off x="4109041" y="3348268"/>
              <a:ext cx="12166" cy="12200"/>
            </a:xfrm>
            <a:custGeom>
              <a:avLst/>
              <a:gdLst/>
              <a:ahLst/>
              <a:cxnLst/>
              <a:rect l="l" t="t" r="r" b="b"/>
              <a:pathLst>
                <a:path w="358" h="359" extrusionOk="0">
                  <a:moveTo>
                    <a:pt x="191" y="1"/>
                  </a:moveTo>
                  <a:cubicBezTo>
                    <a:pt x="95" y="1"/>
                    <a:pt x="0" y="96"/>
                    <a:pt x="0" y="168"/>
                  </a:cubicBezTo>
                  <a:cubicBezTo>
                    <a:pt x="0" y="263"/>
                    <a:pt x="95" y="358"/>
                    <a:pt x="191" y="358"/>
                  </a:cubicBezTo>
                  <a:cubicBezTo>
                    <a:pt x="262" y="358"/>
                    <a:pt x="357" y="263"/>
                    <a:pt x="357" y="168"/>
                  </a:cubicBezTo>
                  <a:cubicBezTo>
                    <a:pt x="357" y="96"/>
                    <a:pt x="310"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8"/>
            <p:cNvSpPr/>
            <p:nvPr/>
          </p:nvSpPr>
          <p:spPr>
            <a:xfrm>
              <a:off x="4091234" y="3348268"/>
              <a:ext cx="12166" cy="12200"/>
            </a:xfrm>
            <a:custGeom>
              <a:avLst/>
              <a:gdLst/>
              <a:ahLst/>
              <a:cxnLst/>
              <a:rect l="l" t="t" r="r" b="b"/>
              <a:pathLst>
                <a:path w="358" h="359" extrusionOk="0">
                  <a:moveTo>
                    <a:pt x="167" y="1"/>
                  </a:moveTo>
                  <a:cubicBezTo>
                    <a:pt x="72" y="1"/>
                    <a:pt x="0" y="96"/>
                    <a:pt x="0" y="168"/>
                  </a:cubicBezTo>
                  <a:cubicBezTo>
                    <a:pt x="0" y="263"/>
                    <a:pt x="72" y="358"/>
                    <a:pt x="167" y="358"/>
                  </a:cubicBezTo>
                  <a:cubicBezTo>
                    <a:pt x="262" y="358"/>
                    <a:pt x="357" y="263"/>
                    <a:pt x="357" y="168"/>
                  </a:cubicBezTo>
                  <a:cubicBezTo>
                    <a:pt x="310" y="96"/>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8"/>
            <p:cNvSpPr/>
            <p:nvPr/>
          </p:nvSpPr>
          <p:spPr>
            <a:xfrm>
              <a:off x="4355856" y="3348268"/>
              <a:ext cx="68815" cy="12200"/>
            </a:xfrm>
            <a:custGeom>
              <a:avLst/>
              <a:gdLst/>
              <a:ahLst/>
              <a:cxnLst/>
              <a:rect l="l" t="t" r="r" b="b"/>
              <a:pathLst>
                <a:path w="2025" h="359" extrusionOk="0">
                  <a:moveTo>
                    <a:pt x="191" y="1"/>
                  </a:moveTo>
                  <a:cubicBezTo>
                    <a:pt x="96" y="1"/>
                    <a:pt x="0" y="96"/>
                    <a:pt x="0" y="168"/>
                  </a:cubicBezTo>
                  <a:cubicBezTo>
                    <a:pt x="0" y="263"/>
                    <a:pt x="96" y="358"/>
                    <a:pt x="191" y="358"/>
                  </a:cubicBezTo>
                  <a:lnTo>
                    <a:pt x="1858" y="358"/>
                  </a:lnTo>
                  <a:cubicBezTo>
                    <a:pt x="1929" y="358"/>
                    <a:pt x="2025" y="263"/>
                    <a:pt x="2025" y="168"/>
                  </a:cubicBezTo>
                  <a:cubicBezTo>
                    <a:pt x="2025" y="96"/>
                    <a:pt x="1929" y="1"/>
                    <a:pt x="1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8"/>
            <p:cNvSpPr/>
            <p:nvPr/>
          </p:nvSpPr>
          <p:spPr>
            <a:xfrm>
              <a:off x="4134120" y="3348268"/>
              <a:ext cx="208822" cy="12200"/>
            </a:xfrm>
            <a:custGeom>
              <a:avLst/>
              <a:gdLst/>
              <a:ahLst/>
              <a:cxnLst/>
              <a:rect l="l" t="t" r="r" b="b"/>
              <a:pathLst>
                <a:path w="6145" h="359" extrusionOk="0">
                  <a:moveTo>
                    <a:pt x="191" y="1"/>
                  </a:moveTo>
                  <a:cubicBezTo>
                    <a:pt x="96" y="1"/>
                    <a:pt x="0" y="96"/>
                    <a:pt x="0" y="168"/>
                  </a:cubicBezTo>
                  <a:cubicBezTo>
                    <a:pt x="0" y="263"/>
                    <a:pt x="96" y="358"/>
                    <a:pt x="191" y="358"/>
                  </a:cubicBezTo>
                  <a:lnTo>
                    <a:pt x="5954" y="358"/>
                  </a:lnTo>
                  <a:cubicBezTo>
                    <a:pt x="6049" y="358"/>
                    <a:pt x="6144" y="263"/>
                    <a:pt x="6144" y="168"/>
                  </a:cubicBezTo>
                  <a:cubicBezTo>
                    <a:pt x="6144" y="96"/>
                    <a:pt x="6049" y="1"/>
                    <a:pt x="5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8"/>
            <p:cNvSpPr/>
            <p:nvPr/>
          </p:nvSpPr>
          <p:spPr>
            <a:xfrm>
              <a:off x="4045086" y="3323189"/>
              <a:ext cx="404664" cy="340743"/>
            </a:xfrm>
            <a:custGeom>
              <a:avLst/>
              <a:gdLst/>
              <a:ahLst/>
              <a:cxnLst/>
              <a:rect l="l" t="t" r="r" b="b"/>
              <a:pathLst>
                <a:path w="11908" h="10027" extrusionOk="0">
                  <a:moveTo>
                    <a:pt x="11170" y="334"/>
                  </a:moveTo>
                  <a:cubicBezTo>
                    <a:pt x="11384" y="334"/>
                    <a:pt x="11551" y="525"/>
                    <a:pt x="11551" y="739"/>
                  </a:cubicBezTo>
                  <a:lnTo>
                    <a:pt x="11551" y="1477"/>
                  </a:lnTo>
                  <a:lnTo>
                    <a:pt x="11003" y="1477"/>
                  </a:lnTo>
                  <a:cubicBezTo>
                    <a:pt x="10908" y="1477"/>
                    <a:pt x="10813" y="1572"/>
                    <a:pt x="10813" y="1668"/>
                  </a:cubicBezTo>
                  <a:cubicBezTo>
                    <a:pt x="10813" y="1739"/>
                    <a:pt x="10908" y="1834"/>
                    <a:pt x="11003" y="1834"/>
                  </a:cubicBezTo>
                  <a:lnTo>
                    <a:pt x="11551" y="1834"/>
                  </a:lnTo>
                  <a:lnTo>
                    <a:pt x="11551" y="9288"/>
                  </a:lnTo>
                  <a:cubicBezTo>
                    <a:pt x="11551" y="9479"/>
                    <a:pt x="11384" y="9669"/>
                    <a:pt x="11170" y="9669"/>
                  </a:cubicBezTo>
                  <a:lnTo>
                    <a:pt x="763" y="9669"/>
                  </a:lnTo>
                  <a:cubicBezTo>
                    <a:pt x="548" y="9669"/>
                    <a:pt x="358" y="9479"/>
                    <a:pt x="358" y="9288"/>
                  </a:cubicBezTo>
                  <a:lnTo>
                    <a:pt x="358" y="1834"/>
                  </a:lnTo>
                  <a:lnTo>
                    <a:pt x="10217" y="1834"/>
                  </a:lnTo>
                  <a:cubicBezTo>
                    <a:pt x="10312" y="1834"/>
                    <a:pt x="10408" y="1739"/>
                    <a:pt x="10408" y="1668"/>
                  </a:cubicBezTo>
                  <a:cubicBezTo>
                    <a:pt x="10408" y="1572"/>
                    <a:pt x="10312" y="1477"/>
                    <a:pt x="10217" y="1477"/>
                  </a:cubicBezTo>
                  <a:lnTo>
                    <a:pt x="358" y="1477"/>
                  </a:lnTo>
                  <a:lnTo>
                    <a:pt x="358" y="739"/>
                  </a:lnTo>
                  <a:cubicBezTo>
                    <a:pt x="358" y="525"/>
                    <a:pt x="548" y="334"/>
                    <a:pt x="763" y="334"/>
                  </a:cubicBezTo>
                  <a:close/>
                  <a:moveTo>
                    <a:pt x="763" y="1"/>
                  </a:moveTo>
                  <a:cubicBezTo>
                    <a:pt x="334" y="1"/>
                    <a:pt x="1" y="310"/>
                    <a:pt x="1" y="739"/>
                  </a:cubicBezTo>
                  <a:lnTo>
                    <a:pt x="1" y="9288"/>
                  </a:lnTo>
                  <a:cubicBezTo>
                    <a:pt x="1" y="9693"/>
                    <a:pt x="334" y="10026"/>
                    <a:pt x="763" y="10026"/>
                  </a:cubicBezTo>
                  <a:lnTo>
                    <a:pt x="11170" y="10026"/>
                  </a:lnTo>
                  <a:cubicBezTo>
                    <a:pt x="11575" y="10026"/>
                    <a:pt x="11908" y="9693"/>
                    <a:pt x="11908" y="9288"/>
                  </a:cubicBezTo>
                  <a:lnTo>
                    <a:pt x="11908" y="739"/>
                  </a:lnTo>
                  <a:cubicBezTo>
                    <a:pt x="11908" y="310"/>
                    <a:pt x="11598" y="1"/>
                    <a:pt x="11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8"/>
            <p:cNvSpPr/>
            <p:nvPr/>
          </p:nvSpPr>
          <p:spPr>
            <a:xfrm>
              <a:off x="4148665" y="3417864"/>
              <a:ext cx="199953" cy="201550"/>
            </a:xfrm>
            <a:custGeom>
              <a:avLst/>
              <a:gdLst/>
              <a:ahLst/>
              <a:cxnLst/>
              <a:rect l="l" t="t" r="r" b="b"/>
              <a:pathLst>
                <a:path w="5884" h="5931" extrusionOk="0">
                  <a:moveTo>
                    <a:pt x="2933" y="346"/>
                  </a:moveTo>
                  <a:cubicBezTo>
                    <a:pt x="3264" y="346"/>
                    <a:pt x="3597" y="358"/>
                    <a:pt x="3930" y="382"/>
                  </a:cubicBezTo>
                  <a:cubicBezTo>
                    <a:pt x="3692" y="739"/>
                    <a:pt x="3359" y="1144"/>
                    <a:pt x="2954" y="1382"/>
                  </a:cubicBezTo>
                  <a:cubicBezTo>
                    <a:pt x="2525" y="1144"/>
                    <a:pt x="2192" y="739"/>
                    <a:pt x="1954" y="382"/>
                  </a:cubicBezTo>
                  <a:cubicBezTo>
                    <a:pt x="2275" y="358"/>
                    <a:pt x="2603" y="346"/>
                    <a:pt x="2933" y="346"/>
                  </a:cubicBezTo>
                  <a:close/>
                  <a:moveTo>
                    <a:pt x="4335" y="430"/>
                  </a:moveTo>
                  <a:cubicBezTo>
                    <a:pt x="4550" y="453"/>
                    <a:pt x="4788" y="477"/>
                    <a:pt x="5002" y="501"/>
                  </a:cubicBezTo>
                  <a:cubicBezTo>
                    <a:pt x="5145" y="549"/>
                    <a:pt x="5264" y="668"/>
                    <a:pt x="5335" y="811"/>
                  </a:cubicBezTo>
                  <a:lnTo>
                    <a:pt x="5502" y="1787"/>
                  </a:lnTo>
                  <a:lnTo>
                    <a:pt x="4764" y="2144"/>
                  </a:lnTo>
                  <a:lnTo>
                    <a:pt x="4764" y="1668"/>
                  </a:lnTo>
                  <a:cubicBezTo>
                    <a:pt x="4764" y="1573"/>
                    <a:pt x="4669" y="1501"/>
                    <a:pt x="4573" y="1501"/>
                  </a:cubicBezTo>
                  <a:cubicBezTo>
                    <a:pt x="4502" y="1501"/>
                    <a:pt x="4407" y="1573"/>
                    <a:pt x="4407" y="1668"/>
                  </a:cubicBezTo>
                  <a:lnTo>
                    <a:pt x="4407" y="5550"/>
                  </a:lnTo>
                  <a:lnTo>
                    <a:pt x="1430" y="5550"/>
                  </a:lnTo>
                  <a:lnTo>
                    <a:pt x="1430" y="1668"/>
                  </a:lnTo>
                  <a:cubicBezTo>
                    <a:pt x="1430" y="1573"/>
                    <a:pt x="1335" y="1501"/>
                    <a:pt x="1239" y="1501"/>
                  </a:cubicBezTo>
                  <a:cubicBezTo>
                    <a:pt x="1144" y="1501"/>
                    <a:pt x="1073" y="1573"/>
                    <a:pt x="1073" y="1668"/>
                  </a:cubicBezTo>
                  <a:lnTo>
                    <a:pt x="1073" y="2144"/>
                  </a:lnTo>
                  <a:lnTo>
                    <a:pt x="311" y="1787"/>
                  </a:lnTo>
                  <a:lnTo>
                    <a:pt x="549" y="811"/>
                  </a:lnTo>
                  <a:cubicBezTo>
                    <a:pt x="596" y="668"/>
                    <a:pt x="715" y="549"/>
                    <a:pt x="882" y="501"/>
                  </a:cubicBezTo>
                  <a:cubicBezTo>
                    <a:pt x="1096" y="477"/>
                    <a:pt x="1335" y="453"/>
                    <a:pt x="1549" y="430"/>
                  </a:cubicBezTo>
                  <a:cubicBezTo>
                    <a:pt x="1811" y="834"/>
                    <a:pt x="2192" y="1382"/>
                    <a:pt x="2763" y="1668"/>
                  </a:cubicBezTo>
                  <a:cubicBezTo>
                    <a:pt x="2835" y="1692"/>
                    <a:pt x="2883" y="1692"/>
                    <a:pt x="2954" y="1692"/>
                  </a:cubicBezTo>
                  <a:cubicBezTo>
                    <a:pt x="3002" y="1692"/>
                    <a:pt x="3073" y="1668"/>
                    <a:pt x="3121" y="1668"/>
                  </a:cubicBezTo>
                  <a:cubicBezTo>
                    <a:pt x="3692" y="1335"/>
                    <a:pt x="4073" y="834"/>
                    <a:pt x="4335" y="430"/>
                  </a:cubicBezTo>
                  <a:close/>
                  <a:moveTo>
                    <a:pt x="2960" y="1"/>
                  </a:moveTo>
                  <a:cubicBezTo>
                    <a:pt x="2263" y="1"/>
                    <a:pt x="1561" y="49"/>
                    <a:pt x="858" y="144"/>
                  </a:cubicBezTo>
                  <a:cubicBezTo>
                    <a:pt x="573" y="215"/>
                    <a:pt x="334" y="406"/>
                    <a:pt x="263" y="692"/>
                  </a:cubicBezTo>
                  <a:lnTo>
                    <a:pt x="25" y="1668"/>
                  </a:lnTo>
                  <a:cubicBezTo>
                    <a:pt x="1" y="1858"/>
                    <a:pt x="49" y="2001"/>
                    <a:pt x="215" y="2097"/>
                  </a:cubicBezTo>
                  <a:lnTo>
                    <a:pt x="1096" y="2525"/>
                  </a:lnTo>
                  <a:lnTo>
                    <a:pt x="1096" y="5573"/>
                  </a:lnTo>
                  <a:cubicBezTo>
                    <a:pt x="1096" y="5764"/>
                    <a:pt x="1239" y="5931"/>
                    <a:pt x="1454" y="5931"/>
                  </a:cubicBezTo>
                  <a:lnTo>
                    <a:pt x="4430" y="5931"/>
                  </a:lnTo>
                  <a:cubicBezTo>
                    <a:pt x="4645" y="5931"/>
                    <a:pt x="4788" y="5764"/>
                    <a:pt x="4788" y="5573"/>
                  </a:cubicBezTo>
                  <a:lnTo>
                    <a:pt x="4788" y="2525"/>
                  </a:lnTo>
                  <a:lnTo>
                    <a:pt x="5693" y="2097"/>
                  </a:lnTo>
                  <a:cubicBezTo>
                    <a:pt x="5812" y="2025"/>
                    <a:pt x="5883" y="1858"/>
                    <a:pt x="5859" y="1668"/>
                  </a:cubicBezTo>
                  <a:lnTo>
                    <a:pt x="5621" y="692"/>
                  </a:lnTo>
                  <a:cubicBezTo>
                    <a:pt x="5574" y="382"/>
                    <a:pt x="5335" y="191"/>
                    <a:pt x="5026" y="144"/>
                  </a:cubicBezTo>
                  <a:cubicBezTo>
                    <a:pt x="4347" y="49"/>
                    <a:pt x="3657" y="1"/>
                    <a:pt x="29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8"/>
            <p:cNvSpPr/>
            <p:nvPr/>
          </p:nvSpPr>
          <p:spPr>
            <a:xfrm>
              <a:off x="4084744" y="3481412"/>
              <a:ext cx="43735" cy="74082"/>
            </a:xfrm>
            <a:custGeom>
              <a:avLst/>
              <a:gdLst/>
              <a:ahLst/>
              <a:cxnLst/>
              <a:rect l="l" t="t" r="r" b="b"/>
              <a:pathLst>
                <a:path w="1287" h="2180" extrusionOk="0">
                  <a:moveTo>
                    <a:pt x="1105" y="0"/>
                  </a:moveTo>
                  <a:cubicBezTo>
                    <a:pt x="1060" y="0"/>
                    <a:pt x="1013" y="12"/>
                    <a:pt x="977" y="36"/>
                  </a:cubicBezTo>
                  <a:lnTo>
                    <a:pt x="48" y="965"/>
                  </a:lnTo>
                  <a:cubicBezTo>
                    <a:pt x="1" y="1012"/>
                    <a:pt x="1" y="1132"/>
                    <a:pt x="48" y="1203"/>
                  </a:cubicBezTo>
                  <a:lnTo>
                    <a:pt x="977" y="2132"/>
                  </a:lnTo>
                  <a:cubicBezTo>
                    <a:pt x="1025" y="2156"/>
                    <a:pt x="1072" y="2179"/>
                    <a:pt x="1096" y="2179"/>
                  </a:cubicBezTo>
                  <a:cubicBezTo>
                    <a:pt x="1144" y="2179"/>
                    <a:pt x="1191" y="2156"/>
                    <a:pt x="1215" y="2132"/>
                  </a:cubicBezTo>
                  <a:cubicBezTo>
                    <a:pt x="1287" y="2060"/>
                    <a:pt x="1287" y="1941"/>
                    <a:pt x="1215" y="1894"/>
                  </a:cubicBezTo>
                  <a:lnTo>
                    <a:pt x="429" y="1084"/>
                  </a:lnTo>
                  <a:lnTo>
                    <a:pt x="1215" y="274"/>
                  </a:lnTo>
                  <a:cubicBezTo>
                    <a:pt x="1287" y="227"/>
                    <a:pt x="1287" y="108"/>
                    <a:pt x="1215" y="36"/>
                  </a:cubicBezTo>
                  <a:cubicBezTo>
                    <a:pt x="1191" y="12"/>
                    <a:pt x="1150" y="0"/>
                    <a:pt x="1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8"/>
            <p:cNvSpPr/>
            <p:nvPr/>
          </p:nvSpPr>
          <p:spPr>
            <a:xfrm>
              <a:off x="4367988" y="3481412"/>
              <a:ext cx="44551" cy="74082"/>
            </a:xfrm>
            <a:custGeom>
              <a:avLst/>
              <a:gdLst/>
              <a:ahLst/>
              <a:cxnLst/>
              <a:rect l="l" t="t" r="r" b="b"/>
              <a:pathLst>
                <a:path w="1311" h="2180" extrusionOk="0">
                  <a:moveTo>
                    <a:pt x="206" y="0"/>
                  </a:moveTo>
                  <a:cubicBezTo>
                    <a:pt x="161" y="0"/>
                    <a:pt x="120" y="12"/>
                    <a:pt x="96" y="36"/>
                  </a:cubicBezTo>
                  <a:cubicBezTo>
                    <a:pt x="25" y="84"/>
                    <a:pt x="25" y="227"/>
                    <a:pt x="96" y="274"/>
                  </a:cubicBezTo>
                  <a:lnTo>
                    <a:pt x="882" y="1084"/>
                  </a:lnTo>
                  <a:lnTo>
                    <a:pt x="72" y="1894"/>
                  </a:lnTo>
                  <a:cubicBezTo>
                    <a:pt x="1" y="1941"/>
                    <a:pt x="1" y="2060"/>
                    <a:pt x="72" y="2132"/>
                  </a:cubicBezTo>
                  <a:cubicBezTo>
                    <a:pt x="96" y="2156"/>
                    <a:pt x="144" y="2179"/>
                    <a:pt x="191" y="2179"/>
                  </a:cubicBezTo>
                  <a:cubicBezTo>
                    <a:pt x="215" y="2179"/>
                    <a:pt x="263" y="2156"/>
                    <a:pt x="286" y="2132"/>
                  </a:cubicBezTo>
                  <a:lnTo>
                    <a:pt x="1215" y="1203"/>
                  </a:lnTo>
                  <a:cubicBezTo>
                    <a:pt x="1311" y="1132"/>
                    <a:pt x="1311" y="1012"/>
                    <a:pt x="1263" y="965"/>
                  </a:cubicBezTo>
                  <a:lnTo>
                    <a:pt x="334" y="36"/>
                  </a:lnTo>
                  <a:cubicBezTo>
                    <a:pt x="298" y="12"/>
                    <a:pt x="251"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1" name="Google Shape;4601;p58"/>
          <p:cNvGrpSpPr/>
          <p:nvPr/>
        </p:nvGrpSpPr>
        <p:grpSpPr>
          <a:xfrm>
            <a:off x="4724633" y="3368132"/>
            <a:ext cx="397695" cy="346695"/>
            <a:chOff x="4724633" y="3603357"/>
            <a:chExt cx="397695" cy="346695"/>
          </a:xfrm>
        </p:grpSpPr>
        <p:sp>
          <p:nvSpPr>
            <p:cNvPr id="4602" name="Google Shape;4602;p58"/>
            <p:cNvSpPr/>
            <p:nvPr/>
          </p:nvSpPr>
          <p:spPr>
            <a:xfrm>
              <a:off x="4936597" y="3764356"/>
              <a:ext cx="185731" cy="185697"/>
            </a:xfrm>
            <a:custGeom>
              <a:avLst/>
              <a:gdLst/>
              <a:ahLst/>
              <a:cxnLst/>
              <a:rect l="l" t="t" r="r" b="b"/>
              <a:pathLst>
                <a:path w="5550" h="5549" extrusionOk="0">
                  <a:moveTo>
                    <a:pt x="2787" y="334"/>
                  </a:moveTo>
                  <a:cubicBezTo>
                    <a:pt x="4121" y="334"/>
                    <a:pt x="5216" y="1429"/>
                    <a:pt x="5216" y="2763"/>
                  </a:cubicBezTo>
                  <a:cubicBezTo>
                    <a:pt x="5192" y="4144"/>
                    <a:pt x="4121" y="5215"/>
                    <a:pt x="2787" y="5215"/>
                  </a:cubicBezTo>
                  <a:cubicBezTo>
                    <a:pt x="1430" y="5215"/>
                    <a:pt x="334" y="4120"/>
                    <a:pt x="334" y="2763"/>
                  </a:cubicBezTo>
                  <a:cubicBezTo>
                    <a:pt x="334" y="1429"/>
                    <a:pt x="1430" y="334"/>
                    <a:pt x="2787" y="334"/>
                  </a:cubicBezTo>
                  <a:close/>
                  <a:moveTo>
                    <a:pt x="2787" y="0"/>
                  </a:moveTo>
                  <a:cubicBezTo>
                    <a:pt x="1263" y="0"/>
                    <a:pt x="1" y="1262"/>
                    <a:pt x="1" y="2763"/>
                  </a:cubicBezTo>
                  <a:cubicBezTo>
                    <a:pt x="1" y="4287"/>
                    <a:pt x="1263" y="5549"/>
                    <a:pt x="2787" y="5549"/>
                  </a:cubicBezTo>
                  <a:cubicBezTo>
                    <a:pt x="4287" y="5549"/>
                    <a:pt x="5550" y="4287"/>
                    <a:pt x="5550" y="2763"/>
                  </a:cubicBezTo>
                  <a:cubicBezTo>
                    <a:pt x="5550" y="1262"/>
                    <a:pt x="4287" y="0"/>
                    <a:pt x="2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8"/>
            <p:cNvSpPr/>
            <p:nvPr/>
          </p:nvSpPr>
          <p:spPr>
            <a:xfrm>
              <a:off x="4724633" y="3603357"/>
              <a:ext cx="310823" cy="260625"/>
            </a:xfrm>
            <a:custGeom>
              <a:avLst/>
              <a:gdLst/>
              <a:ahLst/>
              <a:cxnLst/>
              <a:rect l="l" t="t" r="r" b="b"/>
              <a:pathLst>
                <a:path w="9288" h="7788" extrusionOk="0">
                  <a:moveTo>
                    <a:pt x="738" y="1"/>
                  </a:moveTo>
                  <a:cubicBezTo>
                    <a:pt x="333" y="1"/>
                    <a:pt x="0" y="310"/>
                    <a:pt x="0" y="739"/>
                  </a:cubicBezTo>
                  <a:lnTo>
                    <a:pt x="0" y="7050"/>
                  </a:lnTo>
                  <a:cubicBezTo>
                    <a:pt x="0" y="7455"/>
                    <a:pt x="333" y="7788"/>
                    <a:pt x="738" y="7788"/>
                  </a:cubicBezTo>
                  <a:lnTo>
                    <a:pt x="5787" y="7788"/>
                  </a:lnTo>
                  <a:cubicBezTo>
                    <a:pt x="5858" y="7788"/>
                    <a:pt x="5954" y="7693"/>
                    <a:pt x="5954" y="7621"/>
                  </a:cubicBezTo>
                  <a:cubicBezTo>
                    <a:pt x="5954" y="7526"/>
                    <a:pt x="5858" y="7431"/>
                    <a:pt x="5787" y="7431"/>
                  </a:cubicBezTo>
                  <a:lnTo>
                    <a:pt x="738" y="7431"/>
                  </a:lnTo>
                  <a:cubicBezTo>
                    <a:pt x="548" y="7431"/>
                    <a:pt x="357" y="7240"/>
                    <a:pt x="357" y="7050"/>
                  </a:cubicBezTo>
                  <a:lnTo>
                    <a:pt x="357" y="1834"/>
                  </a:lnTo>
                  <a:lnTo>
                    <a:pt x="7621" y="1834"/>
                  </a:lnTo>
                  <a:cubicBezTo>
                    <a:pt x="7716" y="1834"/>
                    <a:pt x="7811" y="1739"/>
                    <a:pt x="7811" y="1644"/>
                  </a:cubicBezTo>
                  <a:cubicBezTo>
                    <a:pt x="7811" y="1572"/>
                    <a:pt x="7716" y="1477"/>
                    <a:pt x="7621" y="1477"/>
                  </a:cubicBezTo>
                  <a:lnTo>
                    <a:pt x="357" y="1477"/>
                  </a:lnTo>
                  <a:lnTo>
                    <a:pt x="357" y="739"/>
                  </a:lnTo>
                  <a:cubicBezTo>
                    <a:pt x="357" y="525"/>
                    <a:pt x="548" y="334"/>
                    <a:pt x="738" y="334"/>
                  </a:cubicBezTo>
                  <a:lnTo>
                    <a:pt x="8549" y="334"/>
                  </a:lnTo>
                  <a:cubicBezTo>
                    <a:pt x="8764" y="334"/>
                    <a:pt x="8931" y="525"/>
                    <a:pt x="8931" y="739"/>
                  </a:cubicBezTo>
                  <a:lnTo>
                    <a:pt x="8931" y="1477"/>
                  </a:lnTo>
                  <a:lnTo>
                    <a:pt x="8359" y="1477"/>
                  </a:lnTo>
                  <a:cubicBezTo>
                    <a:pt x="8288" y="1477"/>
                    <a:pt x="8192" y="1572"/>
                    <a:pt x="8192" y="1644"/>
                  </a:cubicBezTo>
                  <a:cubicBezTo>
                    <a:pt x="8192" y="1739"/>
                    <a:pt x="8264" y="1834"/>
                    <a:pt x="8359" y="1834"/>
                  </a:cubicBezTo>
                  <a:lnTo>
                    <a:pt x="8931" y="1834"/>
                  </a:lnTo>
                  <a:lnTo>
                    <a:pt x="8931" y="4263"/>
                  </a:lnTo>
                  <a:cubicBezTo>
                    <a:pt x="8931" y="4359"/>
                    <a:pt x="9026" y="4454"/>
                    <a:pt x="9121" y="4454"/>
                  </a:cubicBezTo>
                  <a:cubicBezTo>
                    <a:pt x="9192" y="4454"/>
                    <a:pt x="9288" y="4359"/>
                    <a:pt x="9288" y="4263"/>
                  </a:cubicBezTo>
                  <a:lnTo>
                    <a:pt x="9288" y="739"/>
                  </a:lnTo>
                  <a:cubicBezTo>
                    <a:pt x="9288" y="310"/>
                    <a:pt x="8931" y="1"/>
                    <a:pt x="8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8"/>
            <p:cNvSpPr/>
            <p:nvPr/>
          </p:nvSpPr>
          <p:spPr>
            <a:xfrm>
              <a:off x="4749330" y="3628054"/>
              <a:ext cx="11980" cy="12014"/>
            </a:xfrm>
            <a:custGeom>
              <a:avLst/>
              <a:gdLst/>
              <a:ahLst/>
              <a:cxnLst/>
              <a:rect l="l" t="t" r="r" b="b"/>
              <a:pathLst>
                <a:path w="358" h="359" extrusionOk="0">
                  <a:moveTo>
                    <a:pt x="191" y="1"/>
                  </a:moveTo>
                  <a:cubicBezTo>
                    <a:pt x="96" y="1"/>
                    <a:pt x="0" y="96"/>
                    <a:pt x="0" y="168"/>
                  </a:cubicBezTo>
                  <a:cubicBezTo>
                    <a:pt x="0" y="263"/>
                    <a:pt x="96" y="358"/>
                    <a:pt x="191" y="358"/>
                  </a:cubicBezTo>
                  <a:cubicBezTo>
                    <a:pt x="286" y="358"/>
                    <a:pt x="358" y="263"/>
                    <a:pt x="358" y="168"/>
                  </a:cubicBezTo>
                  <a:cubicBezTo>
                    <a:pt x="358" y="96"/>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8"/>
            <p:cNvSpPr/>
            <p:nvPr/>
          </p:nvSpPr>
          <p:spPr>
            <a:xfrm>
              <a:off x="4786777" y="3628054"/>
              <a:ext cx="11980" cy="12014"/>
            </a:xfrm>
            <a:custGeom>
              <a:avLst/>
              <a:gdLst/>
              <a:ahLst/>
              <a:cxnLst/>
              <a:rect l="l" t="t" r="r" b="b"/>
              <a:pathLst>
                <a:path w="358" h="359" extrusionOk="0">
                  <a:moveTo>
                    <a:pt x="167" y="1"/>
                  </a:moveTo>
                  <a:cubicBezTo>
                    <a:pt x="72" y="1"/>
                    <a:pt x="1" y="96"/>
                    <a:pt x="1" y="168"/>
                  </a:cubicBezTo>
                  <a:cubicBezTo>
                    <a:pt x="1" y="263"/>
                    <a:pt x="72" y="358"/>
                    <a:pt x="167" y="358"/>
                  </a:cubicBezTo>
                  <a:cubicBezTo>
                    <a:pt x="263" y="358"/>
                    <a:pt x="358" y="263"/>
                    <a:pt x="358" y="168"/>
                  </a:cubicBezTo>
                  <a:cubicBezTo>
                    <a:pt x="358" y="96"/>
                    <a:pt x="28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8"/>
            <p:cNvSpPr/>
            <p:nvPr/>
          </p:nvSpPr>
          <p:spPr>
            <a:xfrm>
              <a:off x="4768438" y="3628054"/>
              <a:ext cx="12014" cy="12014"/>
            </a:xfrm>
            <a:custGeom>
              <a:avLst/>
              <a:gdLst/>
              <a:ahLst/>
              <a:cxnLst/>
              <a:rect l="l" t="t" r="r" b="b"/>
              <a:pathLst>
                <a:path w="359" h="359" extrusionOk="0">
                  <a:moveTo>
                    <a:pt x="191" y="1"/>
                  </a:moveTo>
                  <a:cubicBezTo>
                    <a:pt x="96" y="1"/>
                    <a:pt x="1" y="96"/>
                    <a:pt x="1" y="168"/>
                  </a:cubicBezTo>
                  <a:cubicBezTo>
                    <a:pt x="1" y="263"/>
                    <a:pt x="96" y="358"/>
                    <a:pt x="191" y="358"/>
                  </a:cubicBezTo>
                  <a:cubicBezTo>
                    <a:pt x="263" y="358"/>
                    <a:pt x="358" y="263"/>
                    <a:pt x="358" y="168"/>
                  </a:cubicBezTo>
                  <a:cubicBezTo>
                    <a:pt x="334" y="96"/>
                    <a:pt x="263"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8"/>
            <p:cNvSpPr/>
            <p:nvPr/>
          </p:nvSpPr>
          <p:spPr>
            <a:xfrm>
              <a:off x="4811474" y="3628054"/>
              <a:ext cx="130748" cy="12014"/>
            </a:xfrm>
            <a:custGeom>
              <a:avLst/>
              <a:gdLst/>
              <a:ahLst/>
              <a:cxnLst/>
              <a:rect l="l" t="t" r="r" b="b"/>
              <a:pathLst>
                <a:path w="3907" h="359" extrusionOk="0">
                  <a:moveTo>
                    <a:pt x="168" y="1"/>
                  </a:moveTo>
                  <a:cubicBezTo>
                    <a:pt x="96" y="1"/>
                    <a:pt x="1" y="96"/>
                    <a:pt x="1" y="168"/>
                  </a:cubicBezTo>
                  <a:cubicBezTo>
                    <a:pt x="1" y="263"/>
                    <a:pt x="96" y="358"/>
                    <a:pt x="168" y="358"/>
                  </a:cubicBezTo>
                  <a:lnTo>
                    <a:pt x="3716" y="358"/>
                  </a:lnTo>
                  <a:cubicBezTo>
                    <a:pt x="3811" y="358"/>
                    <a:pt x="3906" y="263"/>
                    <a:pt x="3906" y="168"/>
                  </a:cubicBezTo>
                  <a:cubicBezTo>
                    <a:pt x="3883" y="96"/>
                    <a:pt x="3811" y="1"/>
                    <a:pt x="3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8"/>
            <p:cNvSpPr/>
            <p:nvPr/>
          </p:nvSpPr>
          <p:spPr>
            <a:xfrm>
              <a:off x="4954936" y="3628054"/>
              <a:ext cx="55820" cy="12014"/>
            </a:xfrm>
            <a:custGeom>
              <a:avLst/>
              <a:gdLst/>
              <a:ahLst/>
              <a:cxnLst/>
              <a:rect l="l" t="t" r="r" b="b"/>
              <a:pathLst>
                <a:path w="1668" h="359" extrusionOk="0">
                  <a:moveTo>
                    <a:pt x="167" y="1"/>
                  </a:moveTo>
                  <a:cubicBezTo>
                    <a:pt x="96" y="1"/>
                    <a:pt x="0" y="96"/>
                    <a:pt x="0" y="168"/>
                  </a:cubicBezTo>
                  <a:cubicBezTo>
                    <a:pt x="0" y="263"/>
                    <a:pt x="96" y="358"/>
                    <a:pt x="167" y="358"/>
                  </a:cubicBezTo>
                  <a:lnTo>
                    <a:pt x="1477" y="358"/>
                  </a:lnTo>
                  <a:cubicBezTo>
                    <a:pt x="1572" y="358"/>
                    <a:pt x="1667" y="263"/>
                    <a:pt x="1667" y="168"/>
                  </a:cubicBezTo>
                  <a:cubicBezTo>
                    <a:pt x="1667" y="96"/>
                    <a:pt x="1572" y="1"/>
                    <a:pt x="1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8"/>
            <p:cNvSpPr/>
            <p:nvPr/>
          </p:nvSpPr>
          <p:spPr>
            <a:xfrm>
              <a:off x="4756491" y="3684241"/>
              <a:ext cx="148283" cy="147882"/>
            </a:xfrm>
            <a:custGeom>
              <a:avLst/>
              <a:gdLst/>
              <a:ahLst/>
              <a:cxnLst/>
              <a:rect l="l" t="t" r="r" b="b"/>
              <a:pathLst>
                <a:path w="4431" h="4419" extrusionOk="0">
                  <a:moveTo>
                    <a:pt x="2239" y="352"/>
                  </a:moveTo>
                  <a:cubicBezTo>
                    <a:pt x="2448" y="352"/>
                    <a:pt x="2656" y="358"/>
                    <a:pt x="2858" y="370"/>
                  </a:cubicBezTo>
                  <a:cubicBezTo>
                    <a:pt x="2716" y="608"/>
                    <a:pt x="2477" y="846"/>
                    <a:pt x="2239" y="989"/>
                  </a:cubicBezTo>
                  <a:cubicBezTo>
                    <a:pt x="1977" y="846"/>
                    <a:pt x="1763" y="608"/>
                    <a:pt x="1620" y="370"/>
                  </a:cubicBezTo>
                  <a:cubicBezTo>
                    <a:pt x="1822" y="358"/>
                    <a:pt x="2031" y="352"/>
                    <a:pt x="2239" y="352"/>
                  </a:cubicBezTo>
                  <a:close/>
                  <a:moveTo>
                    <a:pt x="3239" y="394"/>
                  </a:moveTo>
                  <a:cubicBezTo>
                    <a:pt x="3382" y="441"/>
                    <a:pt x="3549" y="441"/>
                    <a:pt x="3692" y="465"/>
                  </a:cubicBezTo>
                  <a:cubicBezTo>
                    <a:pt x="3787" y="465"/>
                    <a:pt x="3859" y="560"/>
                    <a:pt x="3859" y="632"/>
                  </a:cubicBezTo>
                  <a:lnTo>
                    <a:pt x="4049" y="1323"/>
                  </a:lnTo>
                  <a:lnTo>
                    <a:pt x="3644" y="1537"/>
                  </a:lnTo>
                  <a:lnTo>
                    <a:pt x="3644" y="1275"/>
                  </a:lnTo>
                  <a:cubicBezTo>
                    <a:pt x="3644" y="1180"/>
                    <a:pt x="3549" y="1084"/>
                    <a:pt x="3454" y="1084"/>
                  </a:cubicBezTo>
                  <a:cubicBezTo>
                    <a:pt x="3359" y="1084"/>
                    <a:pt x="3263" y="1180"/>
                    <a:pt x="3263" y="1275"/>
                  </a:cubicBezTo>
                  <a:lnTo>
                    <a:pt x="3263" y="4061"/>
                  </a:lnTo>
                  <a:lnTo>
                    <a:pt x="1168" y="4061"/>
                  </a:lnTo>
                  <a:lnTo>
                    <a:pt x="1168" y="1275"/>
                  </a:lnTo>
                  <a:cubicBezTo>
                    <a:pt x="1168" y="1180"/>
                    <a:pt x="1072" y="1084"/>
                    <a:pt x="977" y="1084"/>
                  </a:cubicBezTo>
                  <a:cubicBezTo>
                    <a:pt x="882" y="1084"/>
                    <a:pt x="810" y="1180"/>
                    <a:pt x="810" y="1275"/>
                  </a:cubicBezTo>
                  <a:lnTo>
                    <a:pt x="810" y="1537"/>
                  </a:lnTo>
                  <a:lnTo>
                    <a:pt x="358" y="1323"/>
                  </a:lnTo>
                  <a:lnTo>
                    <a:pt x="525" y="632"/>
                  </a:lnTo>
                  <a:cubicBezTo>
                    <a:pt x="572" y="560"/>
                    <a:pt x="620" y="489"/>
                    <a:pt x="715" y="465"/>
                  </a:cubicBezTo>
                  <a:cubicBezTo>
                    <a:pt x="858" y="441"/>
                    <a:pt x="1001" y="441"/>
                    <a:pt x="1168" y="394"/>
                  </a:cubicBezTo>
                  <a:cubicBezTo>
                    <a:pt x="1334" y="703"/>
                    <a:pt x="1644" y="1084"/>
                    <a:pt x="2049" y="1323"/>
                  </a:cubicBezTo>
                  <a:cubicBezTo>
                    <a:pt x="2073" y="1346"/>
                    <a:pt x="2144" y="1346"/>
                    <a:pt x="2192" y="1346"/>
                  </a:cubicBezTo>
                  <a:cubicBezTo>
                    <a:pt x="2263" y="1346"/>
                    <a:pt x="2287" y="1346"/>
                    <a:pt x="2358" y="1323"/>
                  </a:cubicBezTo>
                  <a:cubicBezTo>
                    <a:pt x="2739" y="1084"/>
                    <a:pt x="3025" y="727"/>
                    <a:pt x="3239" y="394"/>
                  </a:cubicBezTo>
                  <a:close/>
                  <a:moveTo>
                    <a:pt x="2215" y="1"/>
                  </a:moveTo>
                  <a:cubicBezTo>
                    <a:pt x="1703" y="1"/>
                    <a:pt x="1191" y="37"/>
                    <a:pt x="691" y="108"/>
                  </a:cubicBezTo>
                  <a:cubicBezTo>
                    <a:pt x="453" y="132"/>
                    <a:pt x="263" y="322"/>
                    <a:pt x="215" y="560"/>
                  </a:cubicBezTo>
                  <a:lnTo>
                    <a:pt x="24" y="1275"/>
                  </a:lnTo>
                  <a:cubicBezTo>
                    <a:pt x="1" y="1418"/>
                    <a:pt x="48" y="1561"/>
                    <a:pt x="167" y="1632"/>
                  </a:cubicBezTo>
                  <a:lnTo>
                    <a:pt x="810" y="1918"/>
                  </a:lnTo>
                  <a:lnTo>
                    <a:pt x="810" y="4109"/>
                  </a:lnTo>
                  <a:cubicBezTo>
                    <a:pt x="810" y="4299"/>
                    <a:pt x="953" y="4418"/>
                    <a:pt x="1096" y="4418"/>
                  </a:cubicBezTo>
                  <a:lnTo>
                    <a:pt x="3263" y="4418"/>
                  </a:lnTo>
                  <a:cubicBezTo>
                    <a:pt x="3454" y="4418"/>
                    <a:pt x="3573" y="4275"/>
                    <a:pt x="3573" y="4109"/>
                  </a:cubicBezTo>
                  <a:lnTo>
                    <a:pt x="3573" y="1918"/>
                  </a:lnTo>
                  <a:lnTo>
                    <a:pt x="4192" y="1632"/>
                  </a:lnTo>
                  <a:cubicBezTo>
                    <a:pt x="4383" y="1561"/>
                    <a:pt x="4430" y="1418"/>
                    <a:pt x="4406" y="1275"/>
                  </a:cubicBezTo>
                  <a:lnTo>
                    <a:pt x="4240" y="560"/>
                  </a:lnTo>
                  <a:cubicBezTo>
                    <a:pt x="4168" y="322"/>
                    <a:pt x="4002" y="156"/>
                    <a:pt x="3740" y="108"/>
                  </a:cubicBezTo>
                  <a:cubicBezTo>
                    <a:pt x="3239" y="37"/>
                    <a:pt x="2727" y="1"/>
                    <a:pt x="2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8"/>
            <p:cNvSpPr/>
            <p:nvPr/>
          </p:nvSpPr>
          <p:spPr>
            <a:xfrm>
              <a:off x="4888007" y="3685446"/>
              <a:ext cx="66963" cy="145874"/>
            </a:xfrm>
            <a:custGeom>
              <a:avLst/>
              <a:gdLst/>
              <a:ahLst/>
              <a:cxnLst/>
              <a:rect l="l" t="t" r="r" b="b"/>
              <a:pathLst>
                <a:path w="2001" h="4359" extrusionOk="0">
                  <a:moveTo>
                    <a:pt x="738" y="1"/>
                  </a:moveTo>
                  <a:cubicBezTo>
                    <a:pt x="667" y="1"/>
                    <a:pt x="572" y="72"/>
                    <a:pt x="572" y="167"/>
                  </a:cubicBezTo>
                  <a:cubicBezTo>
                    <a:pt x="572" y="239"/>
                    <a:pt x="619" y="334"/>
                    <a:pt x="714" y="334"/>
                  </a:cubicBezTo>
                  <a:cubicBezTo>
                    <a:pt x="905" y="358"/>
                    <a:pt x="1072" y="358"/>
                    <a:pt x="1238" y="405"/>
                  </a:cubicBezTo>
                  <a:cubicBezTo>
                    <a:pt x="1334" y="405"/>
                    <a:pt x="1429" y="477"/>
                    <a:pt x="1429" y="572"/>
                  </a:cubicBezTo>
                  <a:lnTo>
                    <a:pt x="1596" y="1263"/>
                  </a:lnTo>
                  <a:lnTo>
                    <a:pt x="1167" y="1477"/>
                  </a:lnTo>
                  <a:lnTo>
                    <a:pt x="1167" y="1191"/>
                  </a:lnTo>
                  <a:cubicBezTo>
                    <a:pt x="1167" y="1120"/>
                    <a:pt x="1072" y="1025"/>
                    <a:pt x="976" y="1025"/>
                  </a:cubicBezTo>
                  <a:cubicBezTo>
                    <a:pt x="881" y="1025"/>
                    <a:pt x="810" y="1120"/>
                    <a:pt x="810" y="1191"/>
                  </a:cubicBezTo>
                  <a:lnTo>
                    <a:pt x="810" y="4001"/>
                  </a:lnTo>
                  <a:lnTo>
                    <a:pt x="191" y="4001"/>
                  </a:lnTo>
                  <a:cubicBezTo>
                    <a:pt x="95" y="4001"/>
                    <a:pt x="0" y="4097"/>
                    <a:pt x="0" y="4168"/>
                  </a:cubicBezTo>
                  <a:cubicBezTo>
                    <a:pt x="0" y="4263"/>
                    <a:pt x="95" y="4359"/>
                    <a:pt x="191" y="4359"/>
                  </a:cubicBezTo>
                  <a:lnTo>
                    <a:pt x="857" y="4359"/>
                  </a:lnTo>
                  <a:cubicBezTo>
                    <a:pt x="1048" y="4359"/>
                    <a:pt x="1167" y="4216"/>
                    <a:pt x="1167" y="4049"/>
                  </a:cubicBezTo>
                  <a:lnTo>
                    <a:pt x="1167" y="1858"/>
                  </a:lnTo>
                  <a:lnTo>
                    <a:pt x="1786" y="1548"/>
                  </a:lnTo>
                  <a:cubicBezTo>
                    <a:pt x="1929" y="1525"/>
                    <a:pt x="2000" y="1382"/>
                    <a:pt x="1977" y="1239"/>
                  </a:cubicBezTo>
                  <a:lnTo>
                    <a:pt x="1786" y="524"/>
                  </a:lnTo>
                  <a:cubicBezTo>
                    <a:pt x="1715" y="286"/>
                    <a:pt x="1548" y="120"/>
                    <a:pt x="1310" y="72"/>
                  </a:cubicBezTo>
                  <a:cubicBezTo>
                    <a:pt x="1119" y="48"/>
                    <a:pt x="929" y="1"/>
                    <a:pt x="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8"/>
            <p:cNvSpPr/>
            <p:nvPr/>
          </p:nvSpPr>
          <p:spPr>
            <a:xfrm>
              <a:off x="4956542" y="3685446"/>
              <a:ext cx="47821" cy="83729"/>
            </a:xfrm>
            <a:custGeom>
              <a:avLst/>
              <a:gdLst/>
              <a:ahLst/>
              <a:cxnLst/>
              <a:rect l="l" t="t" r="r" b="b"/>
              <a:pathLst>
                <a:path w="1429" h="2502" extrusionOk="0">
                  <a:moveTo>
                    <a:pt x="191" y="1"/>
                  </a:moveTo>
                  <a:cubicBezTo>
                    <a:pt x="95" y="1"/>
                    <a:pt x="0" y="72"/>
                    <a:pt x="0" y="167"/>
                  </a:cubicBezTo>
                  <a:cubicBezTo>
                    <a:pt x="0" y="239"/>
                    <a:pt x="72" y="334"/>
                    <a:pt x="143" y="334"/>
                  </a:cubicBezTo>
                  <a:cubicBezTo>
                    <a:pt x="334" y="358"/>
                    <a:pt x="524" y="358"/>
                    <a:pt x="691" y="405"/>
                  </a:cubicBezTo>
                  <a:cubicBezTo>
                    <a:pt x="786" y="405"/>
                    <a:pt x="857" y="477"/>
                    <a:pt x="857" y="572"/>
                  </a:cubicBezTo>
                  <a:lnTo>
                    <a:pt x="1048" y="1263"/>
                  </a:lnTo>
                  <a:lnTo>
                    <a:pt x="595" y="1477"/>
                  </a:lnTo>
                  <a:lnTo>
                    <a:pt x="595" y="1191"/>
                  </a:lnTo>
                  <a:cubicBezTo>
                    <a:pt x="595" y="1120"/>
                    <a:pt x="524" y="1025"/>
                    <a:pt x="429" y="1025"/>
                  </a:cubicBezTo>
                  <a:cubicBezTo>
                    <a:pt x="334" y="1025"/>
                    <a:pt x="238" y="1120"/>
                    <a:pt x="238" y="1191"/>
                  </a:cubicBezTo>
                  <a:lnTo>
                    <a:pt x="238" y="2334"/>
                  </a:lnTo>
                  <a:cubicBezTo>
                    <a:pt x="238" y="2430"/>
                    <a:pt x="334" y="2501"/>
                    <a:pt x="429" y="2501"/>
                  </a:cubicBezTo>
                  <a:cubicBezTo>
                    <a:pt x="500" y="2501"/>
                    <a:pt x="595" y="2430"/>
                    <a:pt x="595" y="2334"/>
                  </a:cubicBezTo>
                  <a:lnTo>
                    <a:pt x="595" y="1858"/>
                  </a:lnTo>
                  <a:lnTo>
                    <a:pt x="1238" y="1548"/>
                  </a:lnTo>
                  <a:cubicBezTo>
                    <a:pt x="1381" y="1525"/>
                    <a:pt x="1429" y="1382"/>
                    <a:pt x="1405" y="1239"/>
                  </a:cubicBezTo>
                  <a:lnTo>
                    <a:pt x="1238" y="524"/>
                  </a:lnTo>
                  <a:cubicBezTo>
                    <a:pt x="1167" y="286"/>
                    <a:pt x="1000" y="120"/>
                    <a:pt x="738" y="72"/>
                  </a:cubicBezTo>
                  <a:cubicBezTo>
                    <a:pt x="572" y="48"/>
                    <a:pt x="357"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8"/>
            <p:cNvSpPr/>
            <p:nvPr/>
          </p:nvSpPr>
          <p:spPr>
            <a:xfrm>
              <a:off x="4992383" y="3820743"/>
              <a:ext cx="74158" cy="73523"/>
            </a:xfrm>
            <a:custGeom>
              <a:avLst/>
              <a:gdLst/>
              <a:ahLst/>
              <a:cxnLst/>
              <a:rect l="l" t="t" r="r" b="b"/>
              <a:pathLst>
                <a:path w="2216" h="2197" extrusionOk="0">
                  <a:moveTo>
                    <a:pt x="2034" y="0"/>
                  </a:moveTo>
                  <a:cubicBezTo>
                    <a:pt x="1989" y="0"/>
                    <a:pt x="1942" y="18"/>
                    <a:pt x="1906" y="54"/>
                  </a:cubicBezTo>
                  <a:lnTo>
                    <a:pt x="72" y="1887"/>
                  </a:lnTo>
                  <a:cubicBezTo>
                    <a:pt x="1" y="1959"/>
                    <a:pt x="1" y="2078"/>
                    <a:pt x="72" y="2125"/>
                  </a:cubicBezTo>
                  <a:cubicBezTo>
                    <a:pt x="96" y="2149"/>
                    <a:pt x="167" y="2197"/>
                    <a:pt x="191" y="2197"/>
                  </a:cubicBezTo>
                  <a:cubicBezTo>
                    <a:pt x="215" y="2197"/>
                    <a:pt x="263" y="2149"/>
                    <a:pt x="310" y="2125"/>
                  </a:cubicBezTo>
                  <a:lnTo>
                    <a:pt x="2144" y="292"/>
                  </a:lnTo>
                  <a:cubicBezTo>
                    <a:pt x="2216" y="220"/>
                    <a:pt x="2216" y="125"/>
                    <a:pt x="2144" y="54"/>
                  </a:cubicBezTo>
                  <a:cubicBezTo>
                    <a:pt x="2120" y="18"/>
                    <a:pt x="2079" y="0"/>
                    <a:pt x="2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8"/>
            <p:cNvSpPr/>
            <p:nvPr/>
          </p:nvSpPr>
          <p:spPr>
            <a:xfrm>
              <a:off x="4986828" y="3814552"/>
              <a:ext cx="35874" cy="35908"/>
            </a:xfrm>
            <a:custGeom>
              <a:avLst/>
              <a:gdLst/>
              <a:ahLst/>
              <a:cxnLst/>
              <a:rect l="l" t="t" r="r" b="b"/>
              <a:pathLst>
                <a:path w="1072" h="1073" extrusionOk="0">
                  <a:moveTo>
                    <a:pt x="524" y="310"/>
                  </a:moveTo>
                  <a:cubicBezTo>
                    <a:pt x="643" y="310"/>
                    <a:pt x="738" y="405"/>
                    <a:pt x="738" y="524"/>
                  </a:cubicBezTo>
                  <a:cubicBezTo>
                    <a:pt x="714" y="643"/>
                    <a:pt x="619" y="739"/>
                    <a:pt x="524" y="739"/>
                  </a:cubicBezTo>
                  <a:cubicBezTo>
                    <a:pt x="405" y="739"/>
                    <a:pt x="333" y="643"/>
                    <a:pt x="333" y="524"/>
                  </a:cubicBezTo>
                  <a:cubicBezTo>
                    <a:pt x="333" y="405"/>
                    <a:pt x="405" y="310"/>
                    <a:pt x="524" y="310"/>
                  </a:cubicBezTo>
                  <a:close/>
                  <a:moveTo>
                    <a:pt x="524" y="0"/>
                  </a:moveTo>
                  <a:cubicBezTo>
                    <a:pt x="238" y="0"/>
                    <a:pt x="0" y="239"/>
                    <a:pt x="0" y="524"/>
                  </a:cubicBezTo>
                  <a:cubicBezTo>
                    <a:pt x="0" y="834"/>
                    <a:pt x="238" y="1072"/>
                    <a:pt x="524" y="1072"/>
                  </a:cubicBezTo>
                  <a:cubicBezTo>
                    <a:pt x="834" y="1072"/>
                    <a:pt x="1072" y="834"/>
                    <a:pt x="1072" y="524"/>
                  </a:cubicBezTo>
                  <a:cubicBezTo>
                    <a:pt x="1072" y="262"/>
                    <a:pt x="834"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8"/>
            <p:cNvSpPr/>
            <p:nvPr/>
          </p:nvSpPr>
          <p:spPr>
            <a:xfrm>
              <a:off x="5036221" y="3863946"/>
              <a:ext cx="35908" cy="35908"/>
            </a:xfrm>
            <a:custGeom>
              <a:avLst/>
              <a:gdLst/>
              <a:ahLst/>
              <a:cxnLst/>
              <a:rect l="l" t="t" r="r" b="b"/>
              <a:pathLst>
                <a:path w="1073" h="1073" extrusionOk="0">
                  <a:moveTo>
                    <a:pt x="548" y="334"/>
                  </a:moveTo>
                  <a:cubicBezTo>
                    <a:pt x="667" y="334"/>
                    <a:pt x="763" y="430"/>
                    <a:pt x="763" y="549"/>
                  </a:cubicBezTo>
                  <a:cubicBezTo>
                    <a:pt x="715" y="668"/>
                    <a:pt x="644" y="739"/>
                    <a:pt x="548" y="739"/>
                  </a:cubicBezTo>
                  <a:cubicBezTo>
                    <a:pt x="429" y="739"/>
                    <a:pt x="334" y="668"/>
                    <a:pt x="334" y="549"/>
                  </a:cubicBezTo>
                  <a:cubicBezTo>
                    <a:pt x="334" y="430"/>
                    <a:pt x="429" y="334"/>
                    <a:pt x="548" y="334"/>
                  </a:cubicBezTo>
                  <a:close/>
                  <a:moveTo>
                    <a:pt x="548" y="1"/>
                  </a:moveTo>
                  <a:cubicBezTo>
                    <a:pt x="239" y="1"/>
                    <a:pt x="1" y="239"/>
                    <a:pt x="1" y="549"/>
                  </a:cubicBezTo>
                  <a:cubicBezTo>
                    <a:pt x="1" y="834"/>
                    <a:pt x="239" y="1073"/>
                    <a:pt x="548" y="1073"/>
                  </a:cubicBezTo>
                  <a:cubicBezTo>
                    <a:pt x="834" y="1073"/>
                    <a:pt x="1072" y="834"/>
                    <a:pt x="1072" y="549"/>
                  </a:cubicBezTo>
                  <a:cubicBezTo>
                    <a:pt x="1072" y="263"/>
                    <a:pt x="834" y="1"/>
                    <a:pt x="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5" name="Google Shape;4615;p58"/>
          <p:cNvGrpSpPr/>
          <p:nvPr/>
        </p:nvGrpSpPr>
        <p:grpSpPr>
          <a:xfrm>
            <a:off x="5392451" y="3368936"/>
            <a:ext cx="396925" cy="345122"/>
            <a:chOff x="5392451" y="3604161"/>
            <a:chExt cx="396925" cy="345122"/>
          </a:xfrm>
        </p:grpSpPr>
        <p:sp>
          <p:nvSpPr>
            <p:cNvPr id="4616" name="Google Shape;4616;p58"/>
            <p:cNvSpPr/>
            <p:nvPr/>
          </p:nvSpPr>
          <p:spPr>
            <a:xfrm>
              <a:off x="5392451" y="3604161"/>
              <a:ext cx="310856" cy="260625"/>
            </a:xfrm>
            <a:custGeom>
              <a:avLst/>
              <a:gdLst/>
              <a:ahLst/>
              <a:cxnLst/>
              <a:rect l="l" t="t" r="r" b="b"/>
              <a:pathLst>
                <a:path w="9289" h="7788" extrusionOk="0">
                  <a:moveTo>
                    <a:pt x="739" y="0"/>
                  </a:moveTo>
                  <a:cubicBezTo>
                    <a:pt x="310" y="0"/>
                    <a:pt x="1" y="334"/>
                    <a:pt x="1" y="739"/>
                  </a:cubicBezTo>
                  <a:lnTo>
                    <a:pt x="1" y="7050"/>
                  </a:lnTo>
                  <a:cubicBezTo>
                    <a:pt x="1" y="7478"/>
                    <a:pt x="310" y="7788"/>
                    <a:pt x="739" y="7788"/>
                  </a:cubicBezTo>
                  <a:lnTo>
                    <a:pt x="5764" y="7788"/>
                  </a:lnTo>
                  <a:cubicBezTo>
                    <a:pt x="5859" y="7788"/>
                    <a:pt x="5954" y="7716"/>
                    <a:pt x="5954" y="7621"/>
                  </a:cubicBezTo>
                  <a:cubicBezTo>
                    <a:pt x="5954" y="7526"/>
                    <a:pt x="5859" y="7431"/>
                    <a:pt x="5764" y="7431"/>
                  </a:cubicBezTo>
                  <a:lnTo>
                    <a:pt x="739" y="7431"/>
                  </a:lnTo>
                  <a:cubicBezTo>
                    <a:pt x="525" y="7431"/>
                    <a:pt x="358" y="7264"/>
                    <a:pt x="358" y="7050"/>
                  </a:cubicBezTo>
                  <a:lnTo>
                    <a:pt x="358" y="1834"/>
                  </a:lnTo>
                  <a:lnTo>
                    <a:pt x="7621" y="1834"/>
                  </a:lnTo>
                  <a:cubicBezTo>
                    <a:pt x="7693" y="1834"/>
                    <a:pt x="7788" y="1739"/>
                    <a:pt x="7788" y="1667"/>
                  </a:cubicBezTo>
                  <a:cubicBezTo>
                    <a:pt x="7788" y="1572"/>
                    <a:pt x="7693" y="1477"/>
                    <a:pt x="7621" y="1477"/>
                  </a:cubicBezTo>
                  <a:lnTo>
                    <a:pt x="358" y="1477"/>
                  </a:lnTo>
                  <a:lnTo>
                    <a:pt x="358" y="739"/>
                  </a:lnTo>
                  <a:cubicBezTo>
                    <a:pt x="358" y="524"/>
                    <a:pt x="525" y="358"/>
                    <a:pt x="739" y="358"/>
                  </a:cubicBezTo>
                  <a:lnTo>
                    <a:pt x="8526" y="358"/>
                  </a:lnTo>
                  <a:cubicBezTo>
                    <a:pt x="8741" y="358"/>
                    <a:pt x="8931" y="524"/>
                    <a:pt x="8931" y="739"/>
                  </a:cubicBezTo>
                  <a:lnTo>
                    <a:pt x="8931" y="1477"/>
                  </a:lnTo>
                  <a:lnTo>
                    <a:pt x="8360" y="1477"/>
                  </a:lnTo>
                  <a:cubicBezTo>
                    <a:pt x="8264" y="1477"/>
                    <a:pt x="8169" y="1572"/>
                    <a:pt x="8169" y="1667"/>
                  </a:cubicBezTo>
                  <a:cubicBezTo>
                    <a:pt x="8169" y="1739"/>
                    <a:pt x="8264" y="1834"/>
                    <a:pt x="8360" y="1834"/>
                  </a:cubicBezTo>
                  <a:lnTo>
                    <a:pt x="8931" y="1834"/>
                  </a:lnTo>
                  <a:lnTo>
                    <a:pt x="8931" y="5025"/>
                  </a:lnTo>
                  <a:cubicBezTo>
                    <a:pt x="8931" y="5121"/>
                    <a:pt x="9003" y="5216"/>
                    <a:pt x="9098" y="5216"/>
                  </a:cubicBezTo>
                  <a:cubicBezTo>
                    <a:pt x="9193" y="5216"/>
                    <a:pt x="9288" y="5121"/>
                    <a:pt x="9288" y="5025"/>
                  </a:cubicBezTo>
                  <a:lnTo>
                    <a:pt x="9288" y="739"/>
                  </a:lnTo>
                  <a:cubicBezTo>
                    <a:pt x="9288" y="334"/>
                    <a:pt x="8931" y="0"/>
                    <a:pt x="8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8"/>
            <p:cNvSpPr/>
            <p:nvPr/>
          </p:nvSpPr>
          <p:spPr>
            <a:xfrm>
              <a:off x="5417148" y="3628857"/>
              <a:ext cx="12014" cy="11980"/>
            </a:xfrm>
            <a:custGeom>
              <a:avLst/>
              <a:gdLst/>
              <a:ahLst/>
              <a:cxnLst/>
              <a:rect l="l" t="t" r="r" b="b"/>
              <a:pathLst>
                <a:path w="359" h="358" extrusionOk="0">
                  <a:moveTo>
                    <a:pt x="168" y="1"/>
                  </a:moveTo>
                  <a:cubicBezTo>
                    <a:pt x="96" y="1"/>
                    <a:pt x="1" y="96"/>
                    <a:pt x="1" y="191"/>
                  </a:cubicBezTo>
                  <a:cubicBezTo>
                    <a:pt x="1" y="263"/>
                    <a:pt x="72" y="358"/>
                    <a:pt x="168" y="358"/>
                  </a:cubicBezTo>
                  <a:cubicBezTo>
                    <a:pt x="263" y="358"/>
                    <a:pt x="358" y="263"/>
                    <a:pt x="358" y="191"/>
                  </a:cubicBezTo>
                  <a:cubicBezTo>
                    <a:pt x="358" y="72"/>
                    <a:pt x="263"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8"/>
            <p:cNvSpPr/>
            <p:nvPr/>
          </p:nvSpPr>
          <p:spPr>
            <a:xfrm>
              <a:off x="5453825" y="3628857"/>
              <a:ext cx="11980" cy="11980"/>
            </a:xfrm>
            <a:custGeom>
              <a:avLst/>
              <a:gdLst/>
              <a:ahLst/>
              <a:cxnLst/>
              <a:rect l="l" t="t" r="r" b="b"/>
              <a:pathLst>
                <a:path w="358" h="358" extrusionOk="0">
                  <a:moveTo>
                    <a:pt x="167" y="1"/>
                  </a:moveTo>
                  <a:cubicBezTo>
                    <a:pt x="96" y="1"/>
                    <a:pt x="0" y="96"/>
                    <a:pt x="0" y="191"/>
                  </a:cubicBezTo>
                  <a:cubicBezTo>
                    <a:pt x="0" y="263"/>
                    <a:pt x="96" y="358"/>
                    <a:pt x="167" y="358"/>
                  </a:cubicBezTo>
                  <a:cubicBezTo>
                    <a:pt x="262" y="358"/>
                    <a:pt x="358" y="263"/>
                    <a:pt x="358" y="191"/>
                  </a:cubicBezTo>
                  <a:cubicBezTo>
                    <a:pt x="358" y="72"/>
                    <a:pt x="310"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8"/>
            <p:cNvSpPr/>
            <p:nvPr/>
          </p:nvSpPr>
          <p:spPr>
            <a:xfrm>
              <a:off x="5436290" y="3628857"/>
              <a:ext cx="11980" cy="11980"/>
            </a:xfrm>
            <a:custGeom>
              <a:avLst/>
              <a:gdLst/>
              <a:ahLst/>
              <a:cxnLst/>
              <a:rect l="l" t="t" r="r" b="b"/>
              <a:pathLst>
                <a:path w="358" h="358" extrusionOk="0">
                  <a:moveTo>
                    <a:pt x="167" y="1"/>
                  </a:moveTo>
                  <a:cubicBezTo>
                    <a:pt x="72" y="1"/>
                    <a:pt x="0" y="96"/>
                    <a:pt x="0" y="191"/>
                  </a:cubicBezTo>
                  <a:cubicBezTo>
                    <a:pt x="0" y="263"/>
                    <a:pt x="72" y="358"/>
                    <a:pt x="167" y="358"/>
                  </a:cubicBezTo>
                  <a:cubicBezTo>
                    <a:pt x="262" y="358"/>
                    <a:pt x="358" y="263"/>
                    <a:pt x="358" y="191"/>
                  </a:cubicBezTo>
                  <a:cubicBezTo>
                    <a:pt x="310" y="72"/>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8"/>
            <p:cNvSpPr/>
            <p:nvPr/>
          </p:nvSpPr>
          <p:spPr>
            <a:xfrm>
              <a:off x="5478522" y="3628857"/>
              <a:ext cx="130748" cy="11980"/>
            </a:xfrm>
            <a:custGeom>
              <a:avLst/>
              <a:gdLst/>
              <a:ahLst/>
              <a:cxnLst/>
              <a:rect l="l" t="t" r="r" b="b"/>
              <a:pathLst>
                <a:path w="3907" h="358" extrusionOk="0">
                  <a:moveTo>
                    <a:pt x="191" y="1"/>
                  </a:moveTo>
                  <a:cubicBezTo>
                    <a:pt x="96" y="1"/>
                    <a:pt x="1" y="96"/>
                    <a:pt x="1" y="191"/>
                  </a:cubicBezTo>
                  <a:cubicBezTo>
                    <a:pt x="1" y="263"/>
                    <a:pt x="96" y="358"/>
                    <a:pt x="191" y="358"/>
                  </a:cubicBezTo>
                  <a:lnTo>
                    <a:pt x="3739" y="358"/>
                  </a:lnTo>
                  <a:cubicBezTo>
                    <a:pt x="3811" y="358"/>
                    <a:pt x="3906" y="263"/>
                    <a:pt x="3906" y="191"/>
                  </a:cubicBezTo>
                  <a:cubicBezTo>
                    <a:pt x="3906" y="72"/>
                    <a:pt x="3811" y="1"/>
                    <a:pt x="3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8"/>
            <p:cNvSpPr/>
            <p:nvPr/>
          </p:nvSpPr>
          <p:spPr>
            <a:xfrm>
              <a:off x="5621984" y="3628857"/>
              <a:ext cx="55820" cy="11980"/>
            </a:xfrm>
            <a:custGeom>
              <a:avLst/>
              <a:gdLst/>
              <a:ahLst/>
              <a:cxnLst/>
              <a:rect l="l" t="t" r="r" b="b"/>
              <a:pathLst>
                <a:path w="1668" h="358" extrusionOk="0">
                  <a:moveTo>
                    <a:pt x="191" y="1"/>
                  </a:moveTo>
                  <a:cubicBezTo>
                    <a:pt x="95" y="1"/>
                    <a:pt x="0" y="96"/>
                    <a:pt x="0" y="191"/>
                  </a:cubicBezTo>
                  <a:cubicBezTo>
                    <a:pt x="0" y="263"/>
                    <a:pt x="95" y="358"/>
                    <a:pt x="191" y="358"/>
                  </a:cubicBezTo>
                  <a:lnTo>
                    <a:pt x="1501" y="358"/>
                  </a:lnTo>
                  <a:cubicBezTo>
                    <a:pt x="1596" y="358"/>
                    <a:pt x="1667" y="263"/>
                    <a:pt x="1667" y="191"/>
                  </a:cubicBezTo>
                  <a:cubicBezTo>
                    <a:pt x="1667" y="72"/>
                    <a:pt x="1596"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8"/>
            <p:cNvSpPr/>
            <p:nvPr/>
          </p:nvSpPr>
          <p:spPr>
            <a:xfrm>
              <a:off x="5604449" y="3784267"/>
              <a:ext cx="184928" cy="165016"/>
            </a:xfrm>
            <a:custGeom>
              <a:avLst/>
              <a:gdLst/>
              <a:ahLst/>
              <a:cxnLst/>
              <a:rect l="l" t="t" r="r" b="b"/>
              <a:pathLst>
                <a:path w="5526" h="4931" extrusionOk="0">
                  <a:moveTo>
                    <a:pt x="3834" y="358"/>
                  </a:moveTo>
                  <a:cubicBezTo>
                    <a:pt x="4573" y="358"/>
                    <a:pt x="5168" y="953"/>
                    <a:pt x="5168" y="1691"/>
                  </a:cubicBezTo>
                  <a:cubicBezTo>
                    <a:pt x="5168" y="2739"/>
                    <a:pt x="3977" y="4001"/>
                    <a:pt x="2858" y="4597"/>
                  </a:cubicBezTo>
                  <a:cubicBezTo>
                    <a:pt x="2822" y="4609"/>
                    <a:pt x="2793" y="4615"/>
                    <a:pt x="2763" y="4615"/>
                  </a:cubicBezTo>
                  <a:cubicBezTo>
                    <a:pt x="2733" y="4615"/>
                    <a:pt x="2703" y="4609"/>
                    <a:pt x="2668" y="4597"/>
                  </a:cubicBezTo>
                  <a:cubicBezTo>
                    <a:pt x="1239" y="3835"/>
                    <a:pt x="357" y="2501"/>
                    <a:pt x="357" y="1691"/>
                  </a:cubicBezTo>
                  <a:cubicBezTo>
                    <a:pt x="357" y="953"/>
                    <a:pt x="953" y="358"/>
                    <a:pt x="1691" y="358"/>
                  </a:cubicBezTo>
                  <a:cubicBezTo>
                    <a:pt x="2001" y="358"/>
                    <a:pt x="2263" y="453"/>
                    <a:pt x="2501" y="620"/>
                  </a:cubicBezTo>
                  <a:cubicBezTo>
                    <a:pt x="2572" y="679"/>
                    <a:pt x="2668" y="709"/>
                    <a:pt x="2763" y="709"/>
                  </a:cubicBezTo>
                  <a:cubicBezTo>
                    <a:pt x="2858" y="709"/>
                    <a:pt x="2953" y="679"/>
                    <a:pt x="3025" y="620"/>
                  </a:cubicBezTo>
                  <a:cubicBezTo>
                    <a:pt x="3263" y="453"/>
                    <a:pt x="3549" y="358"/>
                    <a:pt x="3834" y="358"/>
                  </a:cubicBezTo>
                  <a:close/>
                  <a:moveTo>
                    <a:pt x="1691" y="1"/>
                  </a:moveTo>
                  <a:cubicBezTo>
                    <a:pt x="762" y="1"/>
                    <a:pt x="0" y="786"/>
                    <a:pt x="0" y="1691"/>
                  </a:cubicBezTo>
                  <a:cubicBezTo>
                    <a:pt x="0" y="2882"/>
                    <a:pt x="1286" y="4263"/>
                    <a:pt x="2525" y="4882"/>
                  </a:cubicBezTo>
                  <a:cubicBezTo>
                    <a:pt x="2620" y="4906"/>
                    <a:pt x="2668" y="4930"/>
                    <a:pt x="2763" y="4930"/>
                  </a:cubicBezTo>
                  <a:cubicBezTo>
                    <a:pt x="2858" y="4930"/>
                    <a:pt x="2953" y="4906"/>
                    <a:pt x="3001" y="4882"/>
                  </a:cubicBezTo>
                  <a:cubicBezTo>
                    <a:pt x="4263" y="4239"/>
                    <a:pt x="5525" y="2858"/>
                    <a:pt x="5525" y="1691"/>
                  </a:cubicBezTo>
                  <a:cubicBezTo>
                    <a:pt x="5525" y="739"/>
                    <a:pt x="4763" y="1"/>
                    <a:pt x="3834" y="1"/>
                  </a:cubicBezTo>
                  <a:cubicBezTo>
                    <a:pt x="3477" y="1"/>
                    <a:pt x="3120" y="120"/>
                    <a:pt x="2834" y="334"/>
                  </a:cubicBezTo>
                  <a:cubicBezTo>
                    <a:pt x="2810" y="346"/>
                    <a:pt x="2787" y="352"/>
                    <a:pt x="2766" y="352"/>
                  </a:cubicBezTo>
                  <a:cubicBezTo>
                    <a:pt x="2745" y="352"/>
                    <a:pt x="2727" y="346"/>
                    <a:pt x="2715" y="334"/>
                  </a:cubicBezTo>
                  <a:cubicBezTo>
                    <a:pt x="2406" y="120"/>
                    <a:pt x="2048" y="1"/>
                    <a:pt x="1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8"/>
            <p:cNvSpPr/>
            <p:nvPr/>
          </p:nvSpPr>
          <p:spPr>
            <a:xfrm>
              <a:off x="5566199" y="3684643"/>
              <a:ext cx="105214" cy="35908"/>
            </a:xfrm>
            <a:custGeom>
              <a:avLst/>
              <a:gdLst/>
              <a:ahLst/>
              <a:cxnLst/>
              <a:rect l="l" t="t" r="r" b="b"/>
              <a:pathLst>
                <a:path w="3144" h="1073" extrusionOk="0">
                  <a:moveTo>
                    <a:pt x="2763" y="382"/>
                  </a:moveTo>
                  <a:lnTo>
                    <a:pt x="2763" y="739"/>
                  </a:lnTo>
                  <a:lnTo>
                    <a:pt x="357" y="739"/>
                  </a:lnTo>
                  <a:lnTo>
                    <a:pt x="357" y="382"/>
                  </a:lnTo>
                  <a:close/>
                  <a:moveTo>
                    <a:pt x="357" y="1"/>
                  </a:moveTo>
                  <a:cubicBezTo>
                    <a:pt x="143" y="1"/>
                    <a:pt x="0" y="144"/>
                    <a:pt x="0" y="358"/>
                  </a:cubicBezTo>
                  <a:lnTo>
                    <a:pt x="0" y="715"/>
                  </a:lnTo>
                  <a:cubicBezTo>
                    <a:pt x="0" y="929"/>
                    <a:pt x="143" y="1072"/>
                    <a:pt x="357" y="1072"/>
                  </a:cubicBezTo>
                  <a:lnTo>
                    <a:pt x="2763" y="1072"/>
                  </a:lnTo>
                  <a:cubicBezTo>
                    <a:pt x="2977" y="1072"/>
                    <a:pt x="3144" y="929"/>
                    <a:pt x="3144" y="715"/>
                  </a:cubicBezTo>
                  <a:lnTo>
                    <a:pt x="3144" y="358"/>
                  </a:lnTo>
                  <a:cubicBezTo>
                    <a:pt x="3144" y="144"/>
                    <a:pt x="2977"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8"/>
            <p:cNvSpPr/>
            <p:nvPr/>
          </p:nvSpPr>
          <p:spPr>
            <a:xfrm>
              <a:off x="5572557" y="3734873"/>
              <a:ext cx="80517" cy="11980"/>
            </a:xfrm>
            <a:custGeom>
              <a:avLst/>
              <a:gdLst/>
              <a:ahLst/>
              <a:cxnLst/>
              <a:rect l="l" t="t" r="r" b="b"/>
              <a:pathLst>
                <a:path w="2406" h="358" extrusionOk="0">
                  <a:moveTo>
                    <a:pt x="167" y="0"/>
                  </a:moveTo>
                  <a:cubicBezTo>
                    <a:pt x="96" y="0"/>
                    <a:pt x="1" y="71"/>
                    <a:pt x="1" y="167"/>
                  </a:cubicBezTo>
                  <a:cubicBezTo>
                    <a:pt x="1" y="262"/>
                    <a:pt x="96" y="357"/>
                    <a:pt x="167" y="357"/>
                  </a:cubicBezTo>
                  <a:lnTo>
                    <a:pt x="2239" y="357"/>
                  </a:lnTo>
                  <a:cubicBezTo>
                    <a:pt x="2311" y="357"/>
                    <a:pt x="2406" y="262"/>
                    <a:pt x="2406" y="167"/>
                  </a:cubicBezTo>
                  <a:cubicBezTo>
                    <a:pt x="2406" y="71"/>
                    <a:pt x="2311" y="0"/>
                    <a:pt x="2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8"/>
            <p:cNvSpPr/>
            <p:nvPr/>
          </p:nvSpPr>
          <p:spPr>
            <a:xfrm>
              <a:off x="5572557" y="3759570"/>
              <a:ext cx="61408" cy="11980"/>
            </a:xfrm>
            <a:custGeom>
              <a:avLst/>
              <a:gdLst/>
              <a:ahLst/>
              <a:cxnLst/>
              <a:rect l="l" t="t" r="r" b="b"/>
              <a:pathLst>
                <a:path w="1835" h="358" extrusionOk="0">
                  <a:moveTo>
                    <a:pt x="167" y="0"/>
                  </a:moveTo>
                  <a:cubicBezTo>
                    <a:pt x="96" y="0"/>
                    <a:pt x="1" y="96"/>
                    <a:pt x="1" y="167"/>
                  </a:cubicBezTo>
                  <a:cubicBezTo>
                    <a:pt x="1" y="262"/>
                    <a:pt x="96" y="357"/>
                    <a:pt x="167" y="357"/>
                  </a:cubicBezTo>
                  <a:lnTo>
                    <a:pt x="1668" y="357"/>
                  </a:lnTo>
                  <a:cubicBezTo>
                    <a:pt x="1763" y="357"/>
                    <a:pt x="1834" y="262"/>
                    <a:pt x="1834" y="167"/>
                  </a:cubicBezTo>
                  <a:cubicBezTo>
                    <a:pt x="1834" y="96"/>
                    <a:pt x="1763" y="0"/>
                    <a:pt x="1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8"/>
            <p:cNvSpPr/>
            <p:nvPr/>
          </p:nvSpPr>
          <p:spPr>
            <a:xfrm>
              <a:off x="5441878" y="3685446"/>
              <a:ext cx="111606" cy="147480"/>
            </a:xfrm>
            <a:custGeom>
              <a:avLst/>
              <a:gdLst/>
              <a:ahLst/>
              <a:cxnLst/>
              <a:rect l="l" t="t" r="r" b="b"/>
              <a:pathLst>
                <a:path w="3335" h="4407" extrusionOk="0">
                  <a:moveTo>
                    <a:pt x="1977" y="310"/>
                  </a:moveTo>
                  <a:lnTo>
                    <a:pt x="2167" y="524"/>
                  </a:lnTo>
                  <a:lnTo>
                    <a:pt x="1667" y="1025"/>
                  </a:lnTo>
                  <a:lnTo>
                    <a:pt x="1167" y="524"/>
                  </a:lnTo>
                  <a:lnTo>
                    <a:pt x="1381" y="310"/>
                  </a:lnTo>
                  <a:close/>
                  <a:moveTo>
                    <a:pt x="1667" y="1429"/>
                  </a:moveTo>
                  <a:cubicBezTo>
                    <a:pt x="2382" y="1429"/>
                    <a:pt x="2977" y="2025"/>
                    <a:pt x="2977" y="2739"/>
                  </a:cubicBezTo>
                  <a:cubicBezTo>
                    <a:pt x="2977" y="3454"/>
                    <a:pt x="2382" y="4049"/>
                    <a:pt x="1667" y="4049"/>
                  </a:cubicBezTo>
                  <a:cubicBezTo>
                    <a:pt x="953" y="4049"/>
                    <a:pt x="357" y="3454"/>
                    <a:pt x="357" y="2739"/>
                  </a:cubicBezTo>
                  <a:cubicBezTo>
                    <a:pt x="357" y="2025"/>
                    <a:pt x="953" y="1429"/>
                    <a:pt x="1667" y="1429"/>
                  </a:cubicBezTo>
                  <a:close/>
                  <a:moveTo>
                    <a:pt x="1286" y="1"/>
                  </a:moveTo>
                  <a:cubicBezTo>
                    <a:pt x="1215" y="1"/>
                    <a:pt x="1191" y="48"/>
                    <a:pt x="1167" y="72"/>
                  </a:cubicBezTo>
                  <a:lnTo>
                    <a:pt x="810" y="429"/>
                  </a:lnTo>
                  <a:cubicBezTo>
                    <a:pt x="738" y="477"/>
                    <a:pt x="738" y="596"/>
                    <a:pt x="810" y="667"/>
                  </a:cubicBezTo>
                  <a:lnTo>
                    <a:pt x="1286" y="1144"/>
                  </a:lnTo>
                  <a:cubicBezTo>
                    <a:pt x="524" y="1310"/>
                    <a:pt x="0" y="1977"/>
                    <a:pt x="0" y="2739"/>
                  </a:cubicBezTo>
                  <a:cubicBezTo>
                    <a:pt x="0" y="3668"/>
                    <a:pt x="738" y="4406"/>
                    <a:pt x="1667" y="4406"/>
                  </a:cubicBezTo>
                  <a:cubicBezTo>
                    <a:pt x="2596" y="4406"/>
                    <a:pt x="3334" y="3668"/>
                    <a:pt x="3334" y="2739"/>
                  </a:cubicBezTo>
                  <a:cubicBezTo>
                    <a:pt x="3334" y="1977"/>
                    <a:pt x="2763" y="1310"/>
                    <a:pt x="2024" y="1144"/>
                  </a:cubicBezTo>
                  <a:lnTo>
                    <a:pt x="2501" y="667"/>
                  </a:lnTo>
                  <a:cubicBezTo>
                    <a:pt x="2572" y="596"/>
                    <a:pt x="2572" y="477"/>
                    <a:pt x="2501" y="429"/>
                  </a:cubicBezTo>
                  <a:lnTo>
                    <a:pt x="2143" y="72"/>
                  </a:lnTo>
                  <a:cubicBezTo>
                    <a:pt x="2120" y="48"/>
                    <a:pt x="2048" y="1"/>
                    <a:pt x="20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7" name="Google Shape;4627;p58"/>
          <p:cNvGrpSpPr/>
          <p:nvPr/>
        </p:nvGrpSpPr>
        <p:grpSpPr>
          <a:xfrm>
            <a:off x="6048579" y="3368267"/>
            <a:ext cx="398546" cy="335563"/>
            <a:chOff x="6068268" y="3323189"/>
            <a:chExt cx="404698" cy="340743"/>
          </a:xfrm>
        </p:grpSpPr>
        <p:sp>
          <p:nvSpPr>
            <p:cNvPr id="4628" name="Google Shape;4628;p58"/>
            <p:cNvSpPr/>
            <p:nvPr/>
          </p:nvSpPr>
          <p:spPr>
            <a:xfrm>
              <a:off x="6068268" y="3323189"/>
              <a:ext cx="404698" cy="340743"/>
            </a:xfrm>
            <a:custGeom>
              <a:avLst/>
              <a:gdLst/>
              <a:ahLst/>
              <a:cxnLst/>
              <a:rect l="l" t="t" r="r" b="b"/>
              <a:pathLst>
                <a:path w="11909" h="10027" extrusionOk="0">
                  <a:moveTo>
                    <a:pt x="11170" y="358"/>
                  </a:moveTo>
                  <a:cubicBezTo>
                    <a:pt x="11384" y="358"/>
                    <a:pt x="11551" y="525"/>
                    <a:pt x="11551" y="739"/>
                  </a:cubicBezTo>
                  <a:lnTo>
                    <a:pt x="11551" y="7788"/>
                  </a:lnTo>
                  <a:cubicBezTo>
                    <a:pt x="11551" y="8002"/>
                    <a:pt x="11384" y="8169"/>
                    <a:pt x="11170" y="8169"/>
                  </a:cubicBezTo>
                  <a:lnTo>
                    <a:pt x="763" y="8169"/>
                  </a:lnTo>
                  <a:cubicBezTo>
                    <a:pt x="549" y="8169"/>
                    <a:pt x="358" y="8002"/>
                    <a:pt x="358" y="7788"/>
                  </a:cubicBezTo>
                  <a:lnTo>
                    <a:pt x="358" y="739"/>
                  </a:lnTo>
                  <a:cubicBezTo>
                    <a:pt x="358" y="525"/>
                    <a:pt x="549" y="358"/>
                    <a:pt x="763" y="358"/>
                  </a:cubicBezTo>
                  <a:close/>
                  <a:moveTo>
                    <a:pt x="6312" y="8526"/>
                  </a:moveTo>
                  <a:lnTo>
                    <a:pt x="6288" y="8717"/>
                  </a:lnTo>
                  <a:cubicBezTo>
                    <a:pt x="6264" y="8860"/>
                    <a:pt x="6145" y="8955"/>
                    <a:pt x="5978" y="8955"/>
                  </a:cubicBezTo>
                  <a:cubicBezTo>
                    <a:pt x="5835" y="8955"/>
                    <a:pt x="5716" y="8860"/>
                    <a:pt x="5693" y="8717"/>
                  </a:cubicBezTo>
                  <a:lnTo>
                    <a:pt x="5621" y="8526"/>
                  </a:lnTo>
                  <a:close/>
                  <a:moveTo>
                    <a:pt x="7336" y="8526"/>
                  </a:moveTo>
                  <a:lnTo>
                    <a:pt x="7479" y="9669"/>
                  </a:lnTo>
                  <a:lnTo>
                    <a:pt x="4502" y="9669"/>
                  </a:lnTo>
                  <a:lnTo>
                    <a:pt x="4645" y="8526"/>
                  </a:lnTo>
                  <a:lnTo>
                    <a:pt x="5312" y="8526"/>
                  </a:lnTo>
                  <a:lnTo>
                    <a:pt x="5359" y="8764"/>
                  </a:lnTo>
                  <a:cubicBezTo>
                    <a:pt x="5431" y="9074"/>
                    <a:pt x="5693" y="9288"/>
                    <a:pt x="6002" y="9288"/>
                  </a:cubicBezTo>
                  <a:cubicBezTo>
                    <a:pt x="6288" y="9288"/>
                    <a:pt x="6550" y="9074"/>
                    <a:pt x="6621" y="8764"/>
                  </a:cubicBezTo>
                  <a:lnTo>
                    <a:pt x="6669" y="8526"/>
                  </a:lnTo>
                  <a:close/>
                  <a:moveTo>
                    <a:pt x="763" y="1"/>
                  </a:moveTo>
                  <a:cubicBezTo>
                    <a:pt x="334" y="1"/>
                    <a:pt x="1" y="310"/>
                    <a:pt x="1" y="739"/>
                  </a:cubicBezTo>
                  <a:lnTo>
                    <a:pt x="1" y="7788"/>
                  </a:lnTo>
                  <a:cubicBezTo>
                    <a:pt x="1" y="8217"/>
                    <a:pt x="334" y="8526"/>
                    <a:pt x="763" y="8526"/>
                  </a:cubicBezTo>
                  <a:lnTo>
                    <a:pt x="4264" y="8526"/>
                  </a:lnTo>
                  <a:lnTo>
                    <a:pt x="4121" y="9669"/>
                  </a:lnTo>
                  <a:lnTo>
                    <a:pt x="3525" y="9669"/>
                  </a:lnTo>
                  <a:cubicBezTo>
                    <a:pt x="3430" y="9669"/>
                    <a:pt x="3335" y="9765"/>
                    <a:pt x="3335" y="9836"/>
                  </a:cubicBezTo>
                  <a:cubicBezTo>
                    <a:pt x="3335" y="9931"/>
                    <a:pt x="3430" y="10026"/>
                    <a:pt x="3525" y="10026"/>
                  </a:cubicBezTo>
                  <a:lnTo>
                    <a:pt x="8336" y="10026"/>
                  </a:lnTo>
                  <a:cubicBezTo>
                    <a:pt x="8431" y="10026"/>
                    <a:pt x="8527" y="9931"/>
                    <a:pt x="8527" y="9836"/>
                  </a:cubicBezTo>
                  <a:cubicBezTo>
                    <a:pt x="8527" y="9765"/>
                    <a:pt x="8431" y="9669"/>
                    <a:pt x="8336" y="9669"/>
                  </a:cubicBezTo>
                  <a:lnTo>
                    <a:pt x="7741" y="9669"/>
                  </a:lnTo>
                  <a:lnTo>
                    <a:pt x="7598" y="8526"/>
                  </a:lnTo>
                  <a:lnTo>
                    <a:pt x="11122" y="8526"/>
                  </a:lnTo>
                  <a:cubicBezTo>
                    <a:pt x="11527" y="8526"/>
                    <a:pt x="11861" y="8217"/>
                    <a:pt x="11861" y="7788"/>
                  </a:cubicBezTo>
                  <a:lnTo>
                    <a:pt x="11861" y="739"/>
                  </a:lnTo>
                  <a:cubicBezTo>
                    <a:pt x="11908" y="310"/>
                    <a:pt x="11599" y="1"/>
                    <a:pt x="11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8"/>
            <p:cNvSpPr/>
            <p:nvPr/>
          </p:nvSpPr>
          <p:spPr>
            <a:xfrm>
              <a:off x="6094979" y="3348268"/>
              <a:ext cx="314848" cy="239577"/>
            </a:xfrm>
            <a:custGeom>
              <a:avLst/>
              <a:gdLst/>
              <a:ahLst/>
              <a:cxnLst/>
              <a:rect l="l" t="t" r="r" b="b"/>
              <a:pathLst>
                <a:path w="9265" h="7050" extrusionOk="0">
                  <a:moveTo>
                    <a:pt x="168" y="1"/>
                  </a:moveTo>
                  <a:cubicBezTo>
                    <a:pt x="96" y="1"/>
                    <a:pt x="1" y="96"/>
                    <a:pt x="1" y="168"/>
                  </a:cubicBezTo>
                  <a:lnTo>
                    <a:pt x="1" y="6883"/>
                  </a:lnTo>
                  <a:cubicBezTo>
                    <a:pt x="1" y="6955"/>
                    <a:pt x="72" y="7050"/>
                    <a:pt x="168" y="7050"/>
                  </a:cubicBezTo>
                  <a:lnTo>
                    <a:pt x="525" y="7050"/>
                  </a:lnTo>
                  <a:cubicBezTo>
                    <a:pt x="620" y="7050"/>
                    <a:pt x="715" y="6955"/>
                    <a:pt x="715" y="6883"/>
                  </a:cubicBezTo>
                  <a:cubicBezTo>
                    <a:pt x="715" y="6788"/>
                    <a:pt x="620" y="6693"/>
                    <a:pt x="525" y="6693"/>
                  </a:cubicBezTo>
                  <a:lnTo>
                    <a:pt x="334" y="6693"/>
                  </a:lnTo>
                  <a:lnTo>
                    <a:pt x="334" y="358"/>
                  </a:lnTo>
                  <a:lnTo>
                    <a:pt x="9074" y="358"/>
                  </a:lnTo>
                  <a:cubicBezTo>
                    <a:pt x="9169" y="358"/>
                    <a:pt x="9265" y="263"/>
                    <a:pt x="9265" y="168"/>
                  </a:cubicBezTo>
                  <a:cubicBezTo>
                    <a:pt x="9265" y="96"/>
                    <a:pt x="9193" y="1"/>
                    <a:pt x="90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8"/>
            <p:cNvSpPr/>
            <p:nvPr/>
          </p:nvSpPr>
          <p:spPr>
            <a:xfrm>
              <a:off x="6133039" y="3348268"/>
              <a:ext cx="315629" cy="239577"/>
            </a:xfrm>
            <a:custGeom>
              <a:avLst/>
              <a:gdLst/>
              <a:ahLst/>
              <a:cxnLst/>
              <a:rect l="l" t="t" r="r" b="b"/>
              <a:pathLst>
                <a:path w="9288" h="7050" extrusionOk="0">
                  <a:moveTo>
                    <a:pt x="8716" y="1"/>
                  </a:moveTo>
                  <a:cubicBezTo>
                    <a:pt x="8645" y="1"/>
                    <a:pt x="8550" y="96"/>
                    <a:pt x="8550" y="168"/>
                  </a:cubicBezTo>
                  <a:cubicBezTo>
                    <a:pt x="8550" y="263"/>
                    <a:pt x="8645" y="358"/>
                    <a:pt x="8716" y="358"/>
                  </a:cubicBezTo>
                  <a:lnTo>
                    <a:pt x="8931" y="358"/>
                  </a:lnTo>
                  <a:lnTo>
                    <a:pt x="8931" y="6693"/>
                  </a:lnTo>
                  <a:lnTo>
                    <a:pt x="191" y="6693"/>
                  </a:lnTo>
                  <a:cubicBezTo>
                    <a:pt x="95" y="6693"/>
                    <a:pt x="0" y="6788"/>
                    <a:pt x="0" y="6883"/>
                  </a:cubicBezTo>
                  <a:cubicBezTo>
                    <a:pt x="0" y="6955"/>
                    <a:pt x="95" y="7050"/>
                    <a:pt x="191" y="7050"/>
                  </a:cubicBezTo>
                  <a:lnTo>
                    <a:pt x="9121" y="7050"/>
                  </a:lnTo>
                  <a:cubicBezTo>
                    <a:pt x="9216" y="7050"/>
                    <a:pt x="9288" y="6955"/>
                    <a:pt x="9288" y="6883"/>
                  </a:cubicBezTo>
                  <a:lnTo>
                    <a:pt x="9288" y="168"/>
                  </a:lnTo>
                  <a:cubicBezTo>
                    <a:pt x="9264" y="96"/>
                    <a:pt x="9169" y="1"/>
                    <a:pt x="9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8"/>
            <p:cNvSpPr/>
            <p:nvPr/>
          </p:nvSpPr>
          <p:spPr>
            <a:xfrm>
              <a:off x="6176740" y="3386533"/>
              <a:ext cx="177253" cy="163286"/>
            </a:xfrm>
            <a:custGeom>
              <a:avLst/>
              <a:gdLst/>
              <a:ahLst/>
              <a:cxnLst/>
              <a:rect l="l" t="t" r="r" b="b"/>
              <a:pathLst>
                <a:path w="5216" h="4805" extrusionOk="0">
                  <a:moveTo>
                    <a:pt x="1048" y="899"/>
                  </a:moveTo>
                  <a:lnTo>
                    <a:pt x="1715" y="923"/>
                  </a:lnTo>
                  <a:lnTo>
                    <a:pt x="1834" y="1661"/>
                  </a:lnTo>
                  <a:lnTo>
                    <a:pt x="1238" y="1661"/>
                  </a:lnTo>
                  <a:lnTo>
                    <a:pt x="1048" y="899"/>
                  </a:lnTo>
                  <a:close/>
                  <a:moveTo>
                    <a:pt x="2096" y="947"/>
                  </a:moveTo>
                  <a:lnTo>
                    <a:pt x="2810" y="994"/>
                  </a:lnTo>
                  <a:lnTo>
                    <a:pt x="2810" y="1661"/>
                  </a:lnTo>
                  <a:lnTo>
                    <a:pt x="2215" y="1661"/>
                  </a:lnTo>
                  <a:lnTo>
                    <a:pt x="2096" y="947"/>
                  </a:lnTo>
                  <a:close/>
                  <a:moveTo>
                    <a:pt x="3144" y="1018"/>
                  </a:moveTo>
                  <a:lnTo>
                    <a:pt x="3834" y="1042"/>
                  </a:lnTo>
                  <a:lnTo>
                    <a:pt x="3787" y="1661"/>
                  </a:lnTo>
                  <a:lnTo>
                    <a:pt x="3144" y="1661"/>
                  </a:lnTo>
                  <a:lnTo>
                    <a:pt x="3144" y="1018"/>
                  </a:lnTo>
                  <a:close/>
                  <a:moveTo>
                    <a:pt x="4168" y="1042"/>
                  </a:moveTo>
                  <a:lnTo>
                    <a:pt x="4787" y="1066"/>
                  </a:lnTo>
                  <a:lnTo>
                    <a:pt x="4668" y="1661"/>
                  </a:lnTo>
                  <a:lnTo>
                    <a:pt x="4120" y="1661"/>
                  </a:lnTo>
                  <a:lnTo>
                    <a:pt x="4168" y="1042"/>
                  </a:lnTo>
                  <a:close/>
                  <a:moveTo>
                    <a:pt x="4644" y="1995"/>
                  </a:moveTo>
                  <a:lnTo>
                    <a:pt x="4549" y="2328"/>
                  </a:lnTo>
                  <a:cubicBezTo>
                    <a:pt x="4525" y="2471"/>
                    <a:pt x="4382" y="2614"/>
                    <a:pt x="4215" y="2614"/>
                  </a:cubicBezTo>
                  <a:lnTo>
                    <a:pt x="4049" y="2661"/>
                  </a:lnTo>
                  <a:lnTo>
                    <a:pt x="4049" y="2661"/>
                  </a:lnTo>
                  <a:lnTo>
                    <a:pt x="4120" y="1995"/>
                  </a:lnTo>
                  <a:close/>
                  <a:moveTo>
                    <a:pt x="3715" y="1995"/>
                  </a:moveTo>
                  <a:lnTo>
                    <a:pt x="3668" y="2709"/>
                  </a:lnTo>
                  <a:lnTo>
                    <a:pt x="3120" y="2780"/>
                  </a:lnTo>
                  <a:lnTo>
                    <a:pt x="3120" y="1995"/>
                  </a:lnTo>
                  <a:close/>
                  <a:moveTo>
                    <a:pt x="2763" y="2018"/>
                  </a:moveTo>
                  <a:lnTo>
                    <a:pt x="2763" y="2804"/>
                  </a:lnTo>
                  <a:lnTo>
                    <a:pt x="2810" y="2804"/>
                  </a:lnTo>
                  <a:lnTo>
                    <a:pt x="2382" y="2852"/>
                  </a:lnTo>
                  <a:lnTo>
                    <a:pt x="2239" y="2018"/>
                  </a:lnTo>
                  <a:close/>
                  <a:moveTo>
                    <a:pt x="1929" y="1995"/>
                  </a:moveTo>
                  <a:lnTo>
                    <a:pt x="2072" y="2900"/>
                  </a:lnTo>
                  <a:lnTo>
                    <a:pt x="1786" y="2923"/>
                  </a:lnTo>
                  <a:cubicBezTo>
                    <a:pt x="1691" y="2923"/>
                    <a:pt x="1619" y="2852"/>
                    <a:pt x="1572" y="2780"/>
                  </a:cubicBezTo>
                  <a:lnTo>
                    <a:pt x="1358" y="1995"/>
                  </a:lnTo>
                  <a:close/>
                  <a:moveTo>
                    <a:pt x="1667" y="4043"/>
                  </a:moveTo>
                  <a:cubicBezTo>
                    <a:pt x="1786" y="4043"/>
                    <a:pt x="1881" y="4138"/>
                    <a:pt x="1881" y="4257"/>
                  </a:cubicBezTo>
                  <a:cubicBezTo>
                    <a:pt x="1881" y="4376"/>
                    <a:pt x="1786" y="4471"/>
                    <a:pt x="1667" y="4471"/>
                  </a:cubicBezTo>
                  <a:cubicBezTo>
                    <a:pt x="1548" y="4471"/>
                    <a:pt x="1453" y="4376"/>
                    <a:pt x="1453" y="4257"/>
                  </a:cubicBezTo>
                  <a:cubicBezTo>
                    <a:pt x="1453" y="4138"/>
                    <a:pt x="1548" y="4043"/>
                    <a:pt x="1667" y="4043"/>
                  </a:cubicBezTo>
                  <a:close/>
                  <a:moveTo>
                    <a:pt x="4263" y="4043"/>
                  </a:moveTo>
                  <a:cubicBezTo>
                    <a:pt x="4382" y="4043"/>
                    <a:pt x="4477" y="4138"/>
                    <a:pt x="4477" y="4257"/>
                  </a:cubicBezTo>
                  <a:cubicBezTo>
                    <a:pt x="4477" y="4376"/>
                    <a:pt x="4382" y="4471"/>
                    <a:pt x="4263" y="4471"/>
                  </a:cubicBezTo>
                  <a:cubicBezTo>
                    <a:pt x="4144" y="4471"/>
                    <a:pt x="4049" y="4376"/>
                    <a:pt x="4049" y="4257"/>
                  </a:cubicBezTo>
                  <a:cubicBezTo>
                    <a:pt x="4072" y="4138"/>
                    <a:pt x="4168" y="4043"/>
                    <a:pt x="4263" y="4043"/>
                  </a:cubicBezTo>
                  <a:close/>
                  <a:moveTo>
                    <a:pt x="193" y="0"/>
                  </a:moveTo>
                  <a:cubicBezTo>
                    <a:pt x="143" y="0"/>
                    <a:pt x="91" y="32"/>
                    <a:pt x="48" y="89"/>
                  </a:cubicBezTo>
                  <a:cubicBezTo>
                    <a:pt x="0" y="185"/>
                    <a:pt x="24" y="280"/>
                    <a:pt x="119" y="328"/>
                  </a:cubicBezTo>
                  <a:lnTo>
                    <a:pt x="619" y="661"/>
                  </a:lnTo>
                  <a:lnTo>
                    <a:pt x="1262" y="2900"/>
                  </a:lnTo>
                  <a:lnTo>
                    <a:pt x="1334" y="3066"/>
                  </a:lnTo>
                  <a:lnTo>
                    <a:pt x="1096" y="3543"/>
                  </a:lnTo>
                  <a:cubicBezTo>
                    <a:pt x="1048" y="3662"/>
                    <a:pt x="1048" y="3781"/>
                    <a:pt x="1143" y="3900"/>
                  </a:cubicBezTo>
                  <a:lnTo>
                    <a:pt x="1215" y="3995"/>
                  </a:lnTo>
                  <a:cubicBezTo>
                    <a:pt x="1167" y="4090"/>
                    <a:pt x="1167" y="4162"/>
                    <a:pt x="1167" y="4257"/>
                  </a:cubicBezTo>
                  <a:cubicBezTo>
                    <a:pt x="1167" y="4567"/>
                    <a:pt x="1405" y="4805"/>
                    <a:pt x="1691" y="4805"/>
                  </a:cubicBezTo>
                  <a:cubicBezTo>
                    <a:pt x="2001" y="4805"/>
                    <a:pt x="2239" y="4567"/>
                    <a:pt x="2239" y="4257"/>
                  </a:cubicBezTo>
                  <a:cubicBezTo>
                    <a:pt x="2239" y="4209"/>
                    <a:pt x="2239" y="4114"/>
                    <a:pt x="2191" y="4043"/>
                  </a:cubicBezTo>
                  <a:lnTo>
                    <a:pt x="3787" y="4043"/>
                  </a:lnTo>
                  <a:cubicBezTo>
                    <a:pt x="3739" y="4114"/>
                    <a:pt x="3739" y="4162"/>
                    <a:pt x="3739" y="4257"/>
                  </a:cubicBezTo>
                  <a:cubicBezTo>
                    <a:pt x="3739" y="4567"/>
                    <a:pt x="3977" y="4805"/>
                    <a:pt x="4287" y="4805"/>
                  </a:cubicBezTo>
                  <a:cubicBezTo>
                    <a:pt x="4572" y="4805"/>
                    <a:pt x="4811" y="4567"/>
                    <a:pt x="4811" y="4257"/>
                  </a:cubicBezTo>
                  <a:cubicBezTo>
                    <a:pt x="4811" y="4162"/>
                    <a:pt x="4787" y="4090"/>
                    <a:pt x="4763" y="4019"/>
                  </a:cubicBezTo>
                  <a:cubicBezTo>
                    <a:pt x="4787" y="3995"/>
                    <a:pt x="4811" y="3924"/>
                    <a:pt x="4811" y="3900"/>
                  </a:cubicBezTo>
                  <a:cubicBezTo>
                    <a:pt x="4811" y="3804"/>
                    <a:pt x="4739" y="3733"/>
                    <a:pt x="4644" y="3733"/>
                  </a:cubicBezTo>
                  <a:lnTo>
                    <a:pt x="1405" y="3733"/>
                  </a:lnTo>
                  <a:lnTo>
                    <a:pt x="1596" y="3304"/>
                  </a:lnTo>
                  <a:cubicBezTo>
                    <a:pt x="1643" y="3304"/>
                    <a:pt x="1691" y="3328"/>
                    <a:pt x="1762" y="3328"/>
                  </a:cubicBezTo>
                  <a:lnTo>
                    <a:pt x="1810" y="3328"/>
                  </a:lnTo>
                  <a:lnTo>
                    <a:pt x="4263" y="3042"/>
                  </a:lnTo>
                  <a:cubicBezTo>
                    <a:pt x="4572" y="3019"/>
                    <a:pt x="4811" y="2780"/>
                    <a:pt x="4882" y="2447"/>
                  </a:cubicBezTo>
                  <a:lnTo>
                    <a:pt x="5168" y="994"/>
                  </a:lnTo>
                  <a:cubicBezTo>
                    <a:pt x="5215" y="899"/>
                    <a:pt x="5192" y="828"/>
                    <a:pt x="5144" y="804"/>
                  </a:cubicBezTo>
                  <a:cubicBezTo>
                    <a:pt x="5120" y="780"/>
                    <a:pt x="5073" y="756"/>
                    <a:pt x="5025" y="756"/>
                  </a:cubicBezTo>
                  <a:lnTo>
                    <a:pt x="953" y="566"/>
                  </a:lnTo>
                  <a:cubicBezTo>
                    <a:pt x="929" y="470"/>
                    <a:pt x="857" y="423"/>
                    <a:pt x="810" y="351"/>
                  </a:cubicBezTo>
                  <a:lnTo>
                    <a:pt x="286" y="42"/>
                  </a:lnTo>
                  <a:cubicBezTo>
                    <a:pt x="258" y="14"/>
                    <a:pt x="226" y="0"/>
                    <a:pt x="1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 name="Google Shape;4632;p58"/>
          <p:cNvGrpSpPr/>
          <p:nvPr/>
        </p:nvGrpSpPr>
        <p:grpSpPr>
          <a:xfrm>
            <a:off x="6707406" y="3368132"/>
            <a:ext cx="398498" cy="341140"/>
            <a:chOff x="6707406" y="3603357"/>
            <a:chExt cx="398498" cy="341140"/>
          </a:xfrm>
        </p:grpSpPr>
        <p:sp>
          <p:nvSpPr>
            <p:cNvPr id="4633" name="Google Shape;4633;p58"/>
            <p:cNvSpPr/>
            <p:nvPr/>
          </p:nvSpPr>
          <p:spPr>
            <a:xfrm>
              <a:off x="6707406" y="3603357"/>
              <a:ext cx="310856" cy="260625"/>
            </a:xfrm>
            <a:custGeom>
              <a:avLst/>
              <a:gdLst/>
              <a:ahLst/>
              <a:cxnLst/>
              <a:rect l="l" t="t" r="r" b="b"/>
              <a:pathLst>
                <a:path w="9289" h="7788" extrusionOk="0">
                  <a:moveTo>
                    <a:pt x="739" y="1"/>
                  </a:moveTo>
                  <a:cubicBezTo>
                    <a:pt x="310" y="1"/>
                    <a:pt x="1" y="310"/>
                    <a:pt x="1" y="739"/>
                  </a:cubicBezTo>
                  <a:lnTo>
                    <a:pt x="1" y="7050"/>
                  </a:lnTo>
                  <a:cubicBezTo>
                    <a:pt x="1" y="7455"/>
                    <a:pt x="310" y="7788"/>
                    <a:pt x="739" y="7788"/>
                  </a:cubicBezTo>
                  <a:lnTo>
                    <a:pt x="5645" y="7788"/>
                  </a:lnTo>
                  <a:cubicBezTo>
                    <a:pt x="5740" y="7788"/>
                    <a:pt x="5835" y="7693"/>
                    <a:pt x="5835" y="7621"/>
                  </a:cubicBezTo>
                  <a:cubicBezTo>
                    <a:pt x="5835" y="7526"/>
                    <a:pt x="5740" y="7431"/>
                    <a:pt x="5645" y="7431"/>
                  </a:cubicBezTo>
                  <a:lnTo>
                    <a:pt x="739" y="7431"/>
                  </a:lnTo>
                  <a:cubicBezTo>
                    <a:pt x="524" y="7431"/>
                    <a:pt x="358" y="7240"/>
                    <a:pt x="358" y="7050"/>
                  </a:cubicBezTo>
                  <a:lnTo>
                    <a:pt x="358" y="1834"/>
                  </a:lnTo>
                  <a:lnTo>
                    <a:pt x="7621" y="1834"/>
                  </a:lnTo>
                  <a:cubicBezTo>
                    <a:pt x="7693" y="1834"/>
                    <a:pt x="7788" y="1739"/>
                    <a:pt x="7788" y="1644"/>
                  </a:cubicBezTo>
                  <a:cubicBezTo>
                    <a:pt x="7788" y="1572"/>
                    <a:pt x="7693" y="1477"/>
                    <a:pt x="7621" y="1477"/>
                  </a:cubicBezTo>
                  <a:lnTo>
                    <a:pt x="358" y="1477"/>
                  </a:lnTo>
                  <a:lnTo>
                    <a:pt x="358" y="739"/>
                  </a:lnTo>
                  <a:cubicBezTo>
                    <a:pt x="358" y="525"/>
                    <a:pt x="524" y="334"/>
                    <a:pt x="739" y="334"/>
                  </a:cubicBezTo>
                  <a:lnTo>
                    <a:pt x="8526" y="334"/>
                  </a:lnTo>
                  <a:cubicBezTo>
                    <a:pt x="8740" y="334"/>
                    <a:pt x="8931" y="525"/>
                    <a:pt x="8931" y="739"/>
                  </a:cubicBezTo>
                  <a:lnTo>
                    <a:pt x="8931" y="1477"/>
                  </a:lnTo>
                  <a:lnTo>
                    <a:pt x="8359" y="1477"/>
                  </a:lnTo>
                  <a:cubicBezTo>
                    <a:pt x="8264" y="1477"/>
                    <a:pt x="8169" y="1572"/>
                    <a:pt x="8169" y="1644"/>
                  </a:cubicBezTo>
                  <a:cubicBezTo>
                    <a:pt x="8169" y="1739"/>
                    <a:pt x="8264" y="1834"/>
                    <a:pt x="8359" y="1834"/>
                  </a:cubicBezTo>
                  <a:lnTo>
                    <a:pt x="8931" y="1834"/>
                  </a:lnTo>
                  <a:lnTo>
                    <a:pt x="8931" y="3978"/>
                  </a:lnTo>
                  <a:cubicBezTo>
                    <a:pt x="8931" y="4073"/>
                    <a:pt x="9002" y="4144"/>
                    <a:pt x="9098" y="4144"/>
                  </a:cubicBezTo>
                  <a:cubicBezTo>
                    <a:pt x="9193" y="4144"/>
                    <a:pt x="9288" y="4073"/>
                    <a:pt x="9288" y="3978"/>
                  </a:cubicBezTo>
                  <a:lnTo>
                    <a:pt x="9288" y="739"/>
                  </a:lnTo>
                  <a:cubicBezTo>
                    <a:pt x="9288" y="310"/>
                    <a:pt x="8931" y="1"/>
                    <a:pt x="85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8"/>
            <p:cNvSpPr/>
            <p:nvPr/>
          </p:nvSpPr>
          <p:spPr>
            <a:xfrm>
              <a:off x="6732103" y="3628054"/>
              <a:ext cx="11980" cy="12014"/>
            </a:xfrm>
            <a:custGeom>
              <a:avLst/>
              <a:gdLst/>
              <a:ahLst/>
              <a:cxnLst/>
              <a:rect l="l" t="t" r="r" b="b"/>
              <a:pathLst>
                <a:path w="358" h="359" extrusionOk="0">
                  <a:moveTo>
                    <a:pt x="167" y="1"/>
                  </a:moveTo>
                  <a:cubicBezTo>
                    <a:pt x="96" y="1"/>
                    <a:pt x="1" y="96"/>
                    <a:pt x="1" y="168"/>
                  </a:cubicBezTo>
                  <a:cubicBezTo>
                    <a:pt x="1" y="263"/>
                    <a:pt x="96" y="358"/>
                    <a:pt x="167" y="358"/>
                  </a:cubicBezTo>
                  <a:cubicBezTo>
                    <a:pt x="263" y="358"/>
                    <a:pt x="358" y="263"/>
                    <a:pt x="358" y="168"/>
                  </a:cubicBezTo>
                  <a:cubicBezTo>
                    <a:pt x="358" y="96"/>
                    <a:pt x="263"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8"/>
            <p:cNvSpPr/>
            <p:nvPr/>
          </p:nvSpPr>
          <p:spPr>
            <a:xfrm>
              <a:off x="6768780" y="3628054"/>
              <a:ext cx="11980" cy="12014"/>
            </a:xfrm>
            <a:custGeom>
              <a:avLst/>
              <a:gdLst/>
              <a:ahLst/>
              <a:cxnLst/>
              <a:rect l="l" t="t" r="r" b="b"/>
              <a:pathLst>
                <a:path w="358" h="359" extrusionOk="0">
                  <a:moveTo>
                    <a:pt x="191" y="1"/>
                  </a:moveTo>
                  <a:cubicBezTo>
                    <a:pt x="95" y="1"/>
                    <a:pt x="0" y="96"/>
                    <a:pt x="0" y="168"/>
                  </a:cubicBezTo>
                  <a:cubicBezTo>
                    <a:pt x="0" y="263"/>
                    <a:pt x="95" y="358"/>
                    <a:pt x="191" y="358"/>
                  </a:cubicBezTo>
                  <a:cubicBezTo>
                    <a:pt x="262" y="358"/>
                    <a:pt x="357" y="263"/>
                    <a:pt x="357" y="168"/>
                  </a:cubicBezTo>
                  <a:cubicBezTo>
                    <a:pt x="357" y="96"/>
                    <a:pt x="310"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8"/>
            <p:cNvSpPr/>
            <p:nvPr/>
          </p:nvSpPr>
          <p:spPr>
            <a:xfrm>
              <a:off x="6751245" y="3628054"/>
              <a:ext cx="11980" cy="12014"/>
            </a:xfrm>
            <a:custGeom>
              <a:avLst/>
              <a:gdLst/>
              <a:ahLst/>
              <a:cxnLst/>
              <a:rect l="l" t="t" r="r" b="b"/>
              <a:pathLst>
                <a:path w="358" h="359" extrusionOk="0">
                  <a:moveTo>
                    <a:pt x="167" y="1"/>
                  </a:moveTo>
                  <a:cubicBezTo>
                    <a:pt x="72" y="1"/>
                    <a:pt x="0" y="96"/>
                    <a:pt x="0" y="168"/>
                  </a:cubicBezTo>
                  <a:cubicBezTo>
                    <a:pt x="0" y="263"/>
                    <a:pt x="72" y="358"/>
                    <a:pt x="167" y="358"/>
                  </a:cubicBezTo>
                  <a:cubicBezTo>
                    <a:pt x="262" y="358"/>
                    <a:pt x="358" y="263"/>
                    <a:pt x="358" y="168"/>
                  </a:cubicBezTo>
                  <a:cubicBezTo>
                    <a:pt x="310" y="96"/>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8"/>
            <p:cNvSpPr/>
            <p:nvPr/>
          </p:nvSpPr>
          <p:spPr>
            <a:xfrm>
              <a:off x="6793477" y="3628054"/>
              <a:ext cx="130748" cy="12014"/>
            </a:xfrm>
            <a:custGeom>
              <a:avLst/>
              <a:gdLst/>
              <a:ahLst/>
              <a:cxnLst/>
              <a:rect l="l" t="t" r="r" b="b"/>
              <a:pathLst>
                <a:path w="3907" h="359" extrusionOk="0">
                  <a:moveTo>
                    <a:pt x="191" y="1"/>
                  </a:moveTo>
                  <a:cubicBezTo>
                    <a:pt x="96" y="1"/>
                    <a:pt x="0" y="96"/>
                    <a:pt x="0" y="168"/>
                  </a:cubicBezTo>
                  <a:cubicBezTo>
                    <a:pt x="0" y="263"/>
                    <a:pt x="96" y="358"/>
                    <a:pt x="191" y="358"/>
                  </a:cubicBezTo>
                  <a:lnTo>
                    <a:pt x="3739" y="358"/>
                  </a:lnTo>
                  <a:cubicBezTo>
                    <a:pt x="3811" y="358"/>
                    <a:pt x="3906" y="263"/>
                    <a:pt x="3906" y="168"/>
                  </a:cubicBezTo>
                  <a:cubicBezTo>
                    <a:pt x="3906" y="96"/>
                    <a:pt x="3811" y="1"/>
                    <a:pt x="3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8"/>
            <p:cNvSpPr/>
            <p:nvPr/>
          </p:nvSpPr>
          <p:spPr>
            <a:xfrm>
              <a:off x="6936940" y="3628054"/>
              <a:ext cx="55820" cy="12014"/>
            </a:xfrm>
            <a:custGeom>
              <a:avLst/>
              <a:gdLst/>
              <a:ahLst/>
              <a:cxnLst/>
              <a:rect l="l" t="t" r="r" b="b"/>
              <a:pathLst>
                <a:path w="1668" h="359" extrusionOk="0">
                  <a:moveTo>
                    <a:pt x="191" y="1"/>
                  </a:moveTo>
                  <a:cubicBezTo>
                    <a:pt x="95" y="1"/>
                    <a:pt x="0" y="96"/>
                    <a:pt x="0" y="168"/>
                  </a:cubicBezTo>
                  <a:cubicBezTo>
                    <a:pt x="0" y="263"/>
                    <a:pt x="95" y="358"/>
                    <a:pt x="191" y="358"/>
                  </a:cubicBezTo>
                  <a:lnTo>
                    <a:pt x="1500" y="358"/>
                  </a:lnTo>
                  <a:cubicBezTo>
                    <a:pt x="1596" y="358"/>
                    <a:pt x="1667" y="263"/>
                    <a:pt x="1667" y="168"/>
                  </a:cubicBezTo>
                  <a:cubicBezTo>
                    <a:pt x="1667" y="96"/>
                    <a:pt x="1596" y="1"/>
                    <a:pt x="1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8"/>
            <p:cNvSpPr/>
            <p:nvPr/>
          </p:nvSpPr>
          <p:spPr>
            <a:xfrm>
              <a:off x="6905851" y="3754785"/>
              <a:ext cx="200054" cy="189713"/>
            </a:xfrm>
            <a:custGeom>
              <a:avLst/>
              <a:gdLst/>
              <a:ahLst/>
              <a:cxnLst/>
              <a:rect l="l" t="t" r="r" b="b"/>
              <a:pathLst>
                <a:path w="5978" h="5669" extrusionOk="0">
                  <a:moveTo>
                    <a:pt x="3001" y="381"/>
                  </a:moveTo>
                  <a:cubicBezTo>
                    <a:pt x="3025" y="381"/>
                    <a:pt x="3144" y="381"/>
                    <a:pt x="3168" y="500"/>
                  </a:cubicBezTo>
                  <a:lnTo>
                    <a:pt x="3739" y="1906"/>
                  </a:lnTo>
                  <a:cubicBezTo>
                    <a:pt x="3763" y="1953"/>
                    <a:pt x="3834" y="1977"/>
                    <a:pt x="3882" y="2025"/>
                  </a:cubicBezTo>
                  <a:lnTo>
                    <a:pt x="5406" y="2096"/>
                  </a:lnTo>
                  <a:cubicBezTo>
                    <a:pt x="5525" y="2096"/>
                    <a:pt x="5573" y="2215"/>
                    <a:pt x="5573" y="2263"/>
                  </a:cubicBezTo>
                  <a:cubicBezTo>
                    <a:pt x="5573" y="2263"/>
                    <a:pt x="5621" y="2382"/>
                    <a:pt x="5525" y="2453"/>
                  </a:cubicBezTo>
                  <a:lnTo>
                    <a:pt x="4358" y="3453"/>
                  </a:lnTo>
                  <a:cubicBezTo>
                    <a:pt x="4311" y="3477"/>
                    <a:pt x="4311" y="3573"/>
                    <a:pt x="4311" y="3620"/>
                  </a:cubicBezTo>
                  <a:lnTo>
                    <a:pt x="4668" y="5120"/>
                  </a:lnTo>
                  <a:cubicBezTo>
                    <a:pt x="4692" y="5240"/>
                    <a:pt x="4597" y="5287"/>
                    <a:pt x="4573" y="5311"/>
                  </a:cubicBezTo>
                  <a:cubicBezTo>
                    <a:pt x="4560" y="5337"/>
                    <a:pt x="4525" y="5356"/>
                    <a:pt x="4481" y="5356"/>
                  </a:cubicBezTo>
                  <a:cubicBezTo>
                    <a:pt x="4444" y="5356"/>
                    <a:pt x="4401" y="5343"/>
                    <a:pt x="4358" y="5311"/>
                  </a:cubicBezTo>
                  <a:lnTo>
                    <a:pt x="3072" y="4525"/>
                  </a:lnTo>
                  <a:cubicBezTo>
                    <a:pt x="3049" y="4501"/>
                    <a:pt x="3019" y="4489"/>
                    <a:pt x="2989" y="4489"/>
                  </a:cubicBezTo>
                  <a:cubicBezTo>
                    <a:pt x="2959" y="4489"/>
                    <a:pt x="2930" y="4501"/>
                    <a:pt x="2906" y="4525"/>
                  </a:cubicBezTo>
                  <a:lnTo>
                    <a:pt x="1620" y="5311"/>
                  </a:lnTo>
                  <a:cubicBezTo>
                    <a:pt x="1580" y="5335"/>
                    <a:pt x="1543" y="5343"/>
                    <a:pt x="1511" y="5343"/>
                  </a:cubicBezTo>
                  <a:cubicBezTo>
                    <a:pt x="1448" y="5343"/>
                    <a:pt x="1405" y="5311"/>
                    <a:pt x="1405" y="5311"/>
                  </a:cubicBezTo>
                  <a:cubicBezTo>
                    <a:pt x="1382" y="5287"/>
                    <a:pt x="1286" y="5240"/>
                    <a:pt x="1334" y="5120"/>
                  </a:cubicBezTo>
                  <a:lnTo>
                    <a:pt x="1691" y="3620"/>
                  </a:lnTo>
                  <a:cubicBezTo>
                    <a:pt x="1715" y="3573"/>
                    <a:pt x="1691" y="3501"/>
                    <a:pt x="1620" y="3453"/>
                  </a:cubicBezTo>
                  <a:lnTo>
                    <a:pt x="453" y="2453"/>
                  </a:lnTo>
                  <a:cubicBezTo>
                    <a:pt x="381" y="2382"/>
                    <a:pt x="405" y="2287"/>
                    <a:pt x="405" y="2263"/>
                  </a:cubicBezTo>
                  <a:cubicBezTo>
                    <a:pt x="405" y="2215"/>
                    <a:pt x="453" y="2144"/>
                    <a:pt x="572" y="2096"/>
                  </a:cubicBezTo>
                  <a:lnTo>
                    <a:pt x="2096" y="2025"/>
                  </a:lnTo>
                  <a:cubicBezTo>
                    <a:pt x="2167" y="2025"/>
                    <a:pt x="2215" y="1953"/>
                    <a:pt x="2239" y="1906"/>
                  </a:cubicBezTo>
                  <a:lnTo>
                    <a:pt x="2810" y="500"/>
                  </a:lnTo>
                  <a:cubicBezTo>
                    <a:pt x="2882" y="381"/>
                    <a:pt x="2953" y="381"/>
                    <a:pt x="3001" y="381"/>
                  </a:cubicBezTo>
                  <a:close/>
                  <a:moveTo>
                    <a:pt x="2977" y="0"/>
                  </a:moveTo>
                  <a:cubicBezTo>
                    <a:pt x="2763" y="0"/>
                    <a:pt x="2572" y="143"/>
                    <a:pt x="2477" y="358"/>
                  </a:cubicBezTo>
                  <a:lnTo>
                    <a:pt x="1953" y="1644"/>
                  </a:lnTo>
                  <a:lnTo>
                    <a:pt x="548" y="1739"/>
                  </a:lnTo>
                  <a:cubicBezTo>
                    <a:pt x="310" y="1786"/>
                    <a:pt x="119" y="1906"/>
                    <a:pt x="72" y="2144"/>
                  </a:cubicBezTo>
                  <a:cubicBezTo>
                    <a:pt x="0" y="2334"/>
                    <a:pt x="72" y="2572"/>
                    <a:pt x="238" y="2739"/>
                  </a:cubicBezTo>
                  <a:lnTo>
                    <a:pt x="1310" y="3620"/>
                  </a:lnTo>
                  <a:lnTo>
                    <a:pt x="953" y="5001"/>
                  </a:lnTo>
                  <a:cubicBezTo>
                    <a:pt x="905" y="5192"/>
                    <a:pt x="1001" y="5430"/>
                    <a:pt x="1167" y="5549"/>
                  </a:cubicBezTo>
                  <a:cubicBezTo>
                    <a:pt x="1262" y="5621"/>
                    <a:pt x="1382" y="5668"/>
                    <a:pt x="1501" y="5668"/>
                  </a:cubicBezTo>
                  <a:cubicBezTo>
                    <a:pt x="1596" y="5668"/>
                    <a:pt x="1715" y="5644"/>
                    <a:pt x="1786" y="5573"/>
                  </a:cubicBezTo>
                  <a:lnTo>
                    <a:pt x="2977" y="4835"/>
                  </a:lnTo>
                  <a:lnTo>
                    <a:pt x="4168" y="5573"/>
                  </a:lnTo>
                  <a:cubicBezTo>
                    <a:pt x="4259" y="5630"/>
                    <a:pt x="4361" y="5659"/>
                    <a:pt x="4465" y="5659"/>
                  </a:cubicBezTo>
                  <a:cubicBezTo>
                    <a:pt x="4580" y="5659"/>
                    <a:pt x="4699" y="5624"/>
                    <a:pt x="4811" y="5549"/>
                  </a:cubicBezTo>
                  <a:cubicBezTo>
                    <a:pt x="4978" y="5430"/>
                    <a:pt x="5073" y="5192"/>
                    <a:pt x="5025" y="4978"/>
                  </a:cubicBezTo>
                  <a:lnTo>
                    <a:pt x="4644" y="3620"/>
                  </a:lnTo>
                  <a:lnTo>
                    <a:pt x="5740" y="2715"/>
                  </a:lnTo>
                  <a:cubicBezTo>
                    <a:pt x="5906" y="2572"/>
                    <a:pt x="5978" y="2334"/>
                    <a:pt x="5906" y="2144"/>
                  </a:cubicBezTo>
                  <a:cubicBezTo>
                    <a:pt x="5835" y="1929"/>
                    <a:pt x="5644" y="1786"/>
                    <a:pt x="5430" y="1739"/>
                  </a:cubicBezTo>
                  <a:lnTo>
                    <a:pt x="4025" y="1644"/>
                  </a:lnTo>
                  <a:lnTo>
                    <a:pt x="3501" y="358"/>
                  </a:lnTo>
                  <a:cubicBezTo>
                    <a:pt x="3406" y="143"/>
                    <a:pt x="3239" y="0"/>
                    <a:pt x="2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8"/>
            <p:cNvSpPr/>
            <p:nvPr/>
          </p:nvSpPr>
          <p:spPr>
            <a:xfrm>
              <a:off x="6752048" y="3683840"/>
              <a:ext cx="97249" cy="147480"/>
            </a:xfrm>
            <a:custGeom>
              <a:avLst/>
              <a:gdLst/>
              <a:ahLst/>
              <a:cxnLst/>
              <a:rect l="l" t="t" r="r" b="b"/>
              <a:pathLst>
                <a:path w="2906" h="4407" extrusionOk="0">
                  <a:moveTo>
                    <a:pt x="2358" y="358"/>
                  </a:moveTo>
                  <a:cubicBezTo>
                    <a:pt x="2477" y="358"/>
                    <a:pt x="2548" y="453"/>
                    <a:pt x="2548" y="572"/>
                  </a:cubicBezTo>
                  <a:lnTo>
                    <a:pt x="2548" y="3906"/>
                  </a:lnTo>
                  <a:cubicBezTo>
                    <a:pt x="2548" y="4026"/>
                    <a:pt x="2477" y="4097"/>
                    <a:pt x="2358" y="4097"/>
                  </a:cubicBezTo>
                  <a:lnTo>
                    <a:pt x="500" y="4097"/>
                  </a:lnTo>
                  <a:cubicBezTo>
                    <a:pt x="381" y="4097"/>
                    <a:pt x="286" y="4026"/>
                    <a:pt x="286" y="3906"/>
                  </a:cubicBezTo>
                  <a:lnTo>
                    <a:pt x="286" y="572"/>
                  </a:lnTo>
                  <a:cubicBezTo>
                    <a:pt x="286" y="453"/>
                    <a:pt x="381" y="358"/>
                    <a:pt x="500" y="358"/>
                  </a:cubicBezTo>
                  <a:close/>
                  <a:moveTo>
                    <a:pt x="524" y="1"/>
                  </a:moveTo>
                  <a:cubicBezTo>
                    <a:pt x="238" y="1"/>
                    <a:pt x="0" y="239"/>
                    <a:pt x="0" y="525"/>
                  </a:cubicBezTo>
                  <a:lnTo>
                    <a:pt x="0" y="3859"/>
                  </a:lnTo>
                  <a:cubicBezTo>
                    <a:pt x="0" y="4168"/>
                    <a:pt x="238" y="4407"/>
                    <a:pt x="524" y="4407"/>
                  </a:cubicBezTo>
                  <a:lnTo>
                    <a:pt x="2382" y="4407"/>
                  </a:lnTo>
                  <a:cubicBezTo>
                    <a:pt x="2667" y="4407"/>
                    <a:pt x="2906" y="4168"/>
                    <a:pt x="2906" y="3859"/>
                  </a:cubicBezTo>
                  <a:lnTo>
                    <a:pt x="2906" y="572"/>
                  </a:lnTo>
                  <a:cubicBezTo>
                    <a:pt x="2906" y="239"/>
                    <a:pt x="2667" y="1"/>
                    <a:pt x="2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8"/>
            <p:cNvSpPr/>
            <p:nvPr/>
          </p:nvSpPr>
          <p:spPr>
            <a:xfrm>
              <a:off x="6788692" y="3802606"/>
              <a:ext cx="23961" cy="11980"/>
            </a:xfrm>
            <a:custGeom>
              <a:avLst/>
              <a:gdLst/>
              <a:ahLst/>
              <a:cxnLst/>
              <a:rect l="l" t="t" r="r" b="b"/>
              <a:pathLst>
                <a:path w="716" h="358" extrusionOk="0">
                  <a:moveTo>
                    <a:pt x="191" y="0"/>
                  </a:moveTo>
                  <a:cubicBezTo>
                    <a:pt x="96" y="0"/>
                    <a:pt x="1" y="72"/>
                    <a:pt x="1" y="167"/>
                  </a:cubicBezTo>
                  <a:cubicBezTo>
                    <a:pt x="1" y="262"/>
                    <a:pt x="96" y="357"/>
                    <a:pt x="191" y="357"/>
                  </a:cubicBezTo>
                  <a:lnTo>
                    <a:pt x="548" y="357"/>
                  </a:lnTo>
                  <a:cubicBezTo>
                    <a:pt x="620" y="357"/>
                    <a:pt x="715" y="262"/>
                    <a:pt x="715" y="167"/>
                  </a:cubicBezTo>
                  <a:cubicBezTo>
                    <a:pt x="691" y="72"/>
                    <a:pt x="620"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8"/>
            <p:cNvSpPr/>
            <p:nvPr/>
          </p:nvSpPr>
          <p:spPr>
            <a:xfrm>
              <a:off x="6875566" y="3683840"/>
              <a:ext cx="104444" cy="35908"/>
            </a:xfrm>
            <a:custGeom>
              <a:avLst/>
              <a:gdLst/>
              <a:ahLst/>
              <a:cxnLst/>
              <a:rect l="l" t="t" r="r" b="b"/>
              <a:pathLst>
                <a:path w="3121" h="1073" extrusionOk="0">
                  <a:moveTo>
                    <a:pt x="2739" y="382"/>
                  </a:moveTo>
                  <a:lnTo>
                    <a:pt x="2739" y="739"/>
                  </a:lnTo>
                  <a:lnTo>
                    <a:pt x="334" y="739"/>
                  </a:lnTo>
                  <a:lnTo>
                    <a:pt x="334" y="382"/>
                  </a:lnTo>
                  <a:close/>
                  <a:moveTo>
                    <a:pt x="358" y="1"/>
                  </a:moveTo>
                  <a:cubicBezTo>
                    <a:pt x="143" y="1"/>
                    <a:pt x="0" y="144"/>
                    <a:pt x="0" y="358"/>
                  </a:cubicBezTo>
                  <a:lnTo>
                    <a:pt x="0" y="715"/>
                  </a:lnTo>
                  <a:cubicBezTo>
                    <a:pt x="0" y="930"/>
                    <a:pt x="143" y="1073"/>
                    <a:pt x="358" y="1073"/>
                  </a:cubicBezTo>
                  <a:lnTo>
                    <a:pt x="2763" y="1073"/>
                  </a:lnTo>
                  <a:cubicBezTo>
                    <a:pt x="2977" y="1073"/>
                    <a:pt x="3120" y="930"/>
                    <a:pt x="3120" y="715"/>
                  </a:cubicBezTo>
                  <a:lnTo>
                    <a:pt x="3120" y="358"/>
                  </a:lnTo>
                  <a:cubicBezTo>
                    <a:pt x="3120" y="168"/>
                    <a:pt x="2977"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8"/>
            <p:cNvSpPr/>
            <p:nvPr/>
          </p:nvSpPr>
          <p:spPr>
            <a:xfrm>
              <a:off x="6880351" y="3733267"/>
              <a:ext cx="80517" cy="11980"/>
            </a:xfrm>
            <a:custGeom>
              <a:avLst/>
              <a:gdLst/>
              <a:ahLst/>
              <a:cxnLst/>
              <a:rect l="l" t="t" r="r" b="b"/>
              <a:pathLst>
                <a:path w="2406" h="358" extrusionOk="0">
                  <a:moveTo>
                    <a:pt x="191" y="0"/>
                  </a:moveTo>
                  <a:cubicBezTo>
                    <a:pt x="96" y="0"/>
                    <a:pt x="0" y="96"/>
                    <a:pt x="0" y="191"/>
                  </a:cubicBezTo>
                  <a:cubicBezTo>
                    <a:pt x="0" y="286"/>
                    <a:pt x="96" y="358"/>
                    <a:pt x="191" y="358"/>
                  </a:cubicBezTo>
                  <a:lnTo>
                    <a:pt x="2239" y="358"/>
                  </a:lnTo>
                  <a:cubicBezTo>
                    <a:pt x="2334" y="358"/>
                    <a:pt x="2406" y="286"/>
                    <a:pt x="2406" y="191"/>
                  </a:cubicBezTo>
                  <a:cubicBezTo>
                    <a:pt x="2406" y="96"/>
                    <a:pt x="2358" y="0"/>
                    <a:pt x="2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8"/>
            <p:cNvSpPr/>
            <p:nvPr/>
          </p:nvSpPr>
          <p:spPr>
            <a:xfrm>
              <a:off x="6881154" y="3758767"/>
              <a:ext cx="62178" cy="11980"/>
            </a:xfrm>
            <a:custGeom>
              <a:avLst/>
              <a:gdLst/>
              <a:ahLst/>
              <a:cxnLst/>
              <a:rect l="l" t="t" r="r" b="b"/>
              <a:pathLst>
                <a:path w="1858" h="358" extrusionOk="0">
                  <a:moveTo>
                    <a:pt x="191" y="0"/>
                  </a:moveTo>
                  <a:cubicBezTo>
                    <a:pt x="95" y="0"/>
                    <a:pt x="0" y="72"/>
                    <a:pt x="0" y="167"/>
                  </a:cubicBezTo>
                  <a:cubicBezTo>
                    <a:pt x="0" y="262"/>
                    <a:pt x="95" y="358"/>
                    <a:pt x="191" y="358"/>
                  </a:cubicBezTo>
                  <a:lnTo>
                    <a:pt x="1667" y="358"/>
                  </a:lnTo>
                  <a:cubicBezTo>
                    <a:pt x="1762" y="358"/>
                    <a:pt x="1858" y="262"/>
                    <a:pt x="1858" y="167"/>
                  </a:cubicBezTo>
                  <a:cubicBezTo>
                    <a:pt x="1858" y="72"/>
                    <a:pt x="1762" y="0"/>
                    <a:pt x="1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5" name="Google Shape;4645;p58"/>
          <p:cNvGrpSpPr/>
          <p:nvPr/>
        </p:nvGrpSpPr>
        <p:grpSpPr>
          <a:xfrm>
            <a:off x="7363278" y="3368132"/>
            <a:ext cx="398535" cy="335554"/>
            <a:chOff x="7363278" y="3603357"/>
            <a:chExt cx="398535" cy="335554"/>
          </a:xfrm>
        </p:grpSpPr>
        <p:sp>
          <p:nvSpPr>
            <p:cNvPr id="4646" name="Google Shape;4646;p58"/>
            <p:cNvSpPr/>
            <p:nvPr/>
          </p:nvSpPr>
          <p:spPr>
            <a:xfrm>
              <a:off x="7389581" y="3628054"/>
              <a:ext cx="11980" cy="12014"/>
            </a:xfrm>
            <a:custGeom>
              <a:avLst/>
              <a:gdLst/>
              <a:ahLst/>
              <a:cxnLst/>
              <a:rect l="l" t="t" r="r" b="b"/>
              <a:pathLst>
                <a:path w="358" h="359" extrusionOk="0">
                  <a:moveTo>
                    <a:pt x="167" y="1"/>
                  </a:moveTo>
                  <a:cubicBezTo>
                    <a:pt x="96" y="1"/>
                    <a:pt x="1" y="96"/>
                    <a:pt x="1" y="168"/>
                  </a:cubicBezTo>
                  <a:cubicBezTo>
                    <a:pt x="1" y="263"/>
                    <a:pt x="96" y="358"/>
                    <a:pt x="167" y="358"/>
                  </a:cubicBezTo>
                  <a:cubicBezTo>
                    <a:pt x="263" y="358"/>
                    <a:pt x="358" y="263"/>
                    <a:pt x="358" y="168"/>
                  </a:cubicBezTo>
                  <a:cubicBezTo>
                    <a:pt x="358" y="96"/>
                    <a:pt x="263"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8"/>
            <p:cNvSpPr/>
            <p:nvPr/>
          </p:nvSpPr>
          <p:spPr>
            <a:xfrm>
              <a:off x="7426258" y="3628054"/>
              <a:ext cx="11980" cy="12014"/>
            </a:xfrm>
            <a:custGeom>
              <a:avLst/>
              <a:gdLst/>
              <a:ahLst/>
              <a:cxnLst/>
              <a:rect l="l" t="t" r="r" b="b"/>
              <a:pathLst>
                <a:path w="358" h="359" extrusionOk="0">
                  <a:moveTo>
                    <a:pt x="191" y="1"/>
                  </a:moveTo>
                  <a:cubicBezTo>
                    <a:pt x="95" y="1"/>
                    <a:pt x="0" y="96"/>
                    <a:pt x="0" y="168"/>
                  </a:cubicBezTo>
                  <a:cubicBezTo>
                    <a:pt x="0" y="263"/>
                    <a:pt x="95" y="358"/>
                    <a:pt x="191" y="358"/>
                  </a:cubicBezTo>
                  <a:cubicBezTo>
                    <a:pt x="262" y="358"/>
                    <a:pt x="357" y="263"/>
                    <a:pt x="357" y="168"/>
                  </a:cubicBezTo>
                  <a:cubicBezTo>
                    <a:pt x="357" y="96"/>
                    <a:pt x="310"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8"/>
            <p:cNvSpPr/>
            <p:nvPr/>
          </p:nvSpPr>
          <p:spPr>
            <a:xfrm>
              <a:off x="7408723" y="3628054"/>
              <a:ext cx="11980" cy="12014"/>
            </a:xfrm>
            <a:custGeom>
              <a:avLst/>
              <a:gdLst/>
              <a:ahLst/>
              <a:cxnLst/>
              <a:rect l="l" t="t" r="r" b="b"/>
              <a:pathLst>
                <a:path w="358" h="359" extrusionOk="0">
                  <a:moveTo>
                    <a:pt x="167" y="1"/>
                  </a:moveTo>
                  <a:cubicBezTo>
                    <a:pt x="72" y="1"/>
                    <a:pt x="0" y="96"/>
                    <a:pt x="0" y="168"/>
                  </a:cubicBezTo>
                  <a:cubicBezTo>
                    <a:pt x="0" y="263"/>
                    <a:pt x="72" y="358"/>
                    <a:pt x="167" y="358"/>
                  </a:cubicBezTo>
                  <a:cubicBezTo>
                    <a:pt x="262" y="358"/>
                    <a:pt x="357" y="263"/>
                    <a:pt x="357" y="168"/>
                  </a:cubicBezTo>
                  <a:cubicBezTo>
                    <a:pt x="310" y="96"/>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8"/>
            <p:cNvSpPr/>
            <p:nvPr/>
          </p:nvSpPr>
          <p:spPr>
            <a:xfrm>
              <a:off x="7669311" y="3628054"/>
              <a:ext cx="67767" cy="12014"/>
            </a:xfrm>
            <a:custGeom>
              <a:avLst/>
              <a:gdLst/>
              <a:ahLst/>
              <a:cxnLst/>
              <a:rect l="l" t="t" r="r" b="b"/>
              <a:pathLst>
                <a:path w="2025" h="359" extrusionOk="0">
                  <a:moveTo>
                    <a:pt x="191" y="1"/>
                  </a:moveTo>
                  <a:cubicBezTo>
                    <a:pt x="96" y="1"/>
                    <a:pt x="1" y="96"/>
                    <a:pt x="1" y="168"/>
                  </a:cubicBezTo>
                  <a:cubicBezTo>
                    <a:pt x="1" y="263"/>
                    <a:pt x="96" y="358"/>
                    <a:pt x="191" y="358"/>
                  </a:cubicBezTo>
                  <a:lnTo>
                    <a:pt x="1858" y="358"/>
                  </a:lnTo>
                  <a:cubicBezTo>
                    <a:pt x="1930" y="358"/>
                    <a:pt x="2025" y="263"/>
                    <a:pt x="2025" y="168"/>
                  </a:cubicBezTo>
                  <a:cubicBezTo>
                    <a:pt x="2025" y="96"/>
                    <a:pt x="1930" y="1"/>
                    <a:pt x="1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8"/>
            <p:cNvSpPr/>
            <p:nvPr/>
          </p:nvSpPr>
          <p:spPr>
            <a:xfrm>
              <a:off x="7450955" y="3628054"/>
              <a:ext cx="205642" cy="12014"/>
            </a:xfrm>
            <a:custGeom>
              <a:avLst/>
              <a:gdLst/>
              <a:ahLst/>
              <a:cxnLst/>
              <a:rect l="l" t="t" r="r" b="b"/>
              <a:pathLst>
                <a:path w="6145" h="359" extrusionOk="0">
                  <a:moveTo>
                    <a:pt x="191" y="1"/>
                  </a:moveTo>
                  <a:cubicBezTo>
                    <a:pt x="96" y="1"/>
                    <a:pt x="0" y="96"/>
                    <a:pt x="0" y="168"/>
                  </a:cubicBezTo>
                  <a:cubicBezTo>
                    <a:pt x="0" y="263"/>
                    <a:pt x="96" y="358"/>
                    <a:pt x="191" y="358"/>
                  </a:cubicBezTo>
                  <a:lnTo>
                    <a:pt x="5954" y="358"/>
                  </a:lnTo>
                  <a:cubicBezTo>
                    <a:pt x="6049" y="358"/>
                    <a:pt x="6145" y="263"/>
                    <a:pt x="6145" y="168"/>
                  </a:cubicBezTo>
                  <a:cubicBezTo>
                    <a:pt x="6145" y="96"/>
                    <a:pt x="6049" y="1"/>
                    <a:pt x="5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8"/>
            <p:cNvSpPr/>
            <p:nvPr/>
          </p:nvSpPr>
          <p:spPr>
            <a:xfrm>
              <a:off x="7363278" y="3603357"/>
              <a:ext cx="398535" cy="335554"/>
            </a:xfrm>
            <a:custGeom>
              <a:avLst/>
              <a:gdLst/>
              <a:ahLst/>
              <a:cxnLst/>
              <a:rect l="l" t="t" r="r" b="b"/>
              <a:pathLst>
                <a:path w="11909" h="10027" extrusionOk="0">
                  <a:moveTo>
                    <a:pt x="11170" y="334"/>
                  </a:moveTo>
                  <a:cubicBezTo>
                    <a:pt x="11384" y="334"/>
                    <a:pt x="11551" y="525"/>
                    <a:pt x="11551" y="739"/>
                  </a:cubicBezTo>
                  <a:lnTo>
                    <a:pt x="11551" y="1477"/>
                  </a:lnTo>
                  <a:lnTo>
                    <a:pt x="11003" y="1477"/>
                  </a:lnTo>
                  <a:cubicBezTo>
                    <a:pt x="10908" y="1477"/>
                    <a:pt x="10813" y="1572"/>
                    <a:pt x="10813" y="1668"/>
                  </a:cubicBezTo>
                  <a:cubicBezTo>
                    <a:pt x="10813" y="1739"/>
                    <a:pt x="10908" y="1834"/>
                    <a:pt x="11003" y="1834"/>
                  </a:cubicBezTo>
                  <a:lnTo>
                    <a:pt x="11551" y="1834"/>
                  </a:lnTo>
                  <a:lnTo>
                    <a:pt x="11551" y="9288"/>
                  </a:lnTo>
                  <a:cubicBezTo>
                    <a:pt x="11551" y="9479"/>
                    <a:pt x="11384" y="9669"/>
                    <a:pt x="11170" y="9669"/>
                  </a:cubicBezTo>
                  <a:lnTo>
                    <a:pt x="763" y="9669"/>
                  </a:lnTo>
                  <a:cubicBezTo>
                    <a:pt x="549" y="9669"/>
                    <a:pt x="358" y="9479"/>
                    <a:pt x="358" y="9288"/>
                  </a:cubicBezTo>
                  <a:lnTo>
                    <a:pt x="358" y="1834"/>
                  </a:lnTo>
                  <a:lnTo>
                    <a:pt x="10217" y="1834"/>
                  </a:lnTo>
                  <a:cubicBezTo>
                    <a:pt x="10313" y="1834"/>
                    <a:pt x="10408" y="1739"/>
                    <a:pt x="10408" y="1668"/>
                  </a:cubicBezTo>
                  <a:cubicBezTo>
                    <a:pt x="10408" y="1572"/>
                    <a:pt x="10313" y="1477"/>
                    <a:pt x="10217" y="1477"/>
                  </a:cubicBezTo>
                  <a:lnTo>
                    <a:pt x="358" y="1477"/>
                  </a:lnTo>
                  <a:lnTo>
                    <a:pt x="358" y="739"/>
                  </a:lnTo>
                  <a:cubicBezTo>
                    <a:pt x="358" y="525"/>
                    <a:pt x="549" y="334"/>
                    <a:pt x="763" y="334"/>
                  </a:cubicBezTo>
                  <a:close/>
                  <a:moveTo>
                    <a:pt x="763" y="1"/>
                  </a:moveTo>
                  <a:cubicBezTo>
                    <a:pt x="334" y="1"/>
                    <a:pt x="1" y="310"/>
                    <a:pt x="1" y="739"/>
                  </a:cubicBezTo>
                  <a:lnTo>
                    <a:pt x="1" y="9288"/>
                  </a:lnTo>
                  <a:cubicBezTo>
                    <a:pt x="1" y="9693"/>
                    <a:pt x="334" y="10026"/>
                    <a:pt x="763" y="10026"/>
                  </a:cubicBezTo>
                  <a:lnTo>
                    <a:pt x="11170" y="10026"/>
                  </a:lnTo>
                  <a:cubicBezTo>
                    <a:pt x="11599" y="10026"/>
                    <a:pt x="11908" y="9693"/>
                    <a:pt x="11908" y="9288"/>
                  </a:cubicBezTo>
                  <a:lnTo>
                    <a:pt x="11908" y="739"/>
                  </a:lnTo>
                  <a:cubicBezTo>
                    <a:pt x="11908" y="310"/>
                    <a:pt x="11599" y="1"/>
                    <a:pt x="11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8"/>
            <p:cNvSpPr/>
            <p:nvPr/>
          </p:nvSpPr>
          <p:spPr>
            <a:xfrm>
              <a:off x="7568884" y="3696590"/>
              <a:ext cx="74962" cy="112409"/>
            </a:xfrm>
            <a:custGeom>
              <a:avLst/>
              <a:gdLst/>
              <a:ahLst/>
              <a:cxnLst/>
              <a:rect l="l" t="t" r="r" b="b"/>
              <a:pathLst>
                <a:path w="2240" h="3359" extrusionOk="0">
                  <a:moveTo>
                    <a:pt x="1216" y="715"/>
                  </a:moveTo>
                  <a:cubicBezTo>
                    <a:pt x="1358" y="715"/>
                    <a:pt x="1525" y="834"/>
                    <a:pt x="1525" y="1025"/>
                  </a:cubicBezTo>
                  <a:cubicBezTo>
                    <a:pt x="1525" y="1168"/>
                    <a:pt x="1406" y="1311"/>
                    <a:pt x="1216" y="1311"/>
                  </a:cubicBezTo>
                  <a:lnTo>
                    <a:pt x="573" y="1311"/>
                  </a:lnTo>
                  <a:lnTo>
                    <a:pt x="573" y="715"/>
                  </a:lnTo>
                  <a:close/>
                  <a:moveTo>
                    <a:pt x="1430" y="1644"/>
                  </a:moveTo>
                  <a:cubicBezTo>
                    <a:pt x="1692" y="1644"/>
                    <a:pt x="1906" y="1858"/>
                    <a:pt x="1906" y="2120"/>
                  </a:cubicBezTo>
                  <a:cubicBezTo>
                    <a:pt x="1906" y="2382"/>
                    <a:pt x="1668" y="2597"/>
                    <a:pt x="1430" y="2597"/>
                  </a:cubicBezTo>
                  <a:lnTo>
                    <a:pt x="573" y="2597"/>
                  </a:lnTo>
                  <a:lnTo>
                    <a:pt x="573" y="1644"/>
                  </a:lnTo>
                  <a:close/>
                  <a:moveTo>
                    <a:pt x="573" y="1"/>
                  </a:moveTo>
                  <a:cubicBezTo>
                    <a:pt x="477" y="1"/>
                    <a:pt x="382" y="96"/>
                    <a:pt x="382" y="191"/>
                  </a:cubicBezTo>
                  <a:lnTo>
                    <a:pt x="382" y="382"/>
                  </a:lnTo>
                  <a:lnTo>
                    <a:pt x="168" y="382"/>
                  </a:lnTo>
                  <a:cubicBezTo>
                    <a:pt x="96" y="382"/>
                    <a:pt x="1" y="477"/>
                    <a:pt x="1" y="572"/>
                  </a:cubicBezTo>
                  <a:cubicBezTo>
                    <a:pt x="1" y="668"/>
                    <a:pt x="72" y="739"/>
                    <a:pt x="168" y="739"/>
                  </a:cubicBezTo>
                  <a:lnTo>
                    <a:pt x="168" y="2621"/>
                  </a:lnTo>
                  <a:cubicBezTo>
                    <a:pt x="96" y="2621"/>
                    <a:pt x="1" y="2716"/>
                    <a:pt x="1" y="2811"/>
                  </a:cubicBezTo>
                  <a:cubicBezTo>
                    <a:pt x="1" y="2882"/>
                    <a:pt x="72" y="2978"/>
                    <a:pt x="168" y="2978"/>
                  </a:cubicBezTo>
                  <a:lnTo>
                    <a:pt x="382" y="2978"/>
                  </a:lnTo>
                  <a:lnTo>
                    <a:pt x="382" y="3192"/>
                  </a:lnTo>
                  <a:cubicBezTo>
                    <a:pt x="382" y="3287"/>
                    <a:pt x="477" y="3359"/>
                    <a:pt x="573" y="3359"/>
                  </a:cubicBezTo>
                  <a:cubicBezTo>
                    <a:pt x="644" y="3359"/>
                    <a:pt x="739" y="3287"/>
                    <a:pt x="739" y="3192"/>
                  </a:cubicBezTo>
                  <a:lnTo>
                    <a:pt x="739" y="2978"/>
                  </a:lnTo>
                  <a:lnTo>
                    <a:pt x="1120" y="2978"/>
                  </a:lnTo>
                  <a:lnTo>
                    <a:pt x="1120" y="3192"/>
                  </a:lnTo>
                  <a:cubicBezTo>
                    <a:pt x="1120" y="3287"/>
                    <a:pt x="1216" y="3359"/>
                    <a:pt x="1311" y="3359"/>
                  </a:cubicBezTo>
                  <a:cubicBezTo>
                    <a:pt x="1406" y="3359"/>
                    <a:pt x="1477" y="3287"/>
                    <a:pt x="1477" y="3192"/>
                  </a:cubicBezTo>
                  <a:lnTo>
                    <a:pt x="1477" y="2978"/>
                  </a:lnTo>
                  <a:cubicBezTo>
                    <a:pt x="1906" y="2954"/>
                    <a:pt x="2240" y="2597"/>
                    <a:pt x="2240" y="2144"/>
                  </a:cubicBezTo>
                  <a:cubicBezTo>
                    <a:pt x="2240" y="1787"/>
                    <a:pt x="2049" y="1501"/>
                    <a:pt x="1763" y="1382"/>
                  </a:cubicBezTo>
                  <a:cubicBezTo>
                    <a:pt x="1811" y="1287"/>
                    <a:pt x="1882" y="1144"/>
                    <a:pt x="1882" y="1025"/>
                  </a:cubicBezTo>
                  <a:cubicBezTo>
                    <a:pt x="1882" y="739"/>
                    <a:pt x="1716" y="549"/>
                    <a:pt x="1501" y="453"/>
                  </a:cubicBezTo>
                  <a:lnTo>
                    <a:pt x="1501" y="191"/>
                  </a:lnTo>
                  <a:cubicBezTo>
                    <a:pt x="1501" y="96"/>
                    <a:pt x="1430" y="1"/>
                    <a:pt x="1335" y="1"/>
                  </a:cubicBezTo>
                  <a:cubicBezTo>
                    <a:pt x="1239" y="1"/>
                    <a:pt x="1144" y="96"/>
                    <a:pt x="1144" y="191"/>
                  </a:cubicBezTo>
                  <a:lnTo>
                    <a:pt x="1144" y="382"/>
                  </a:lnTo>
                  <a:lnTo>
                    <a:pt x="739" y="382"/>
                  </a:lnTo>
                  <a:lnTo>
                    <a:pt x="739" y="191"/>
                  </a:lnTo>
                  <a:cubicBezTo>
                    <a:pt x="739" y="96"/>
                    <a:pt x="644"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8"/>
            <p:cNvSpPr/>
            <p:nvPr/>
          </p:nvSpPr>
          <p:spPr>
            <a:xfrm>
              <a:off x="7408723" y="3696590"/>
              <a:ext cx="141892" cy="110836"/>
            </a:xfrm>
            <a:custGeom>
              <a:avLst/>
              <a:gdLst/>
              <a:ahLst/>
              <a:cxnLst/>
              <a:rect l="l" t="t" r="r" b="b"/>
              <a:pathLst>
                <a:path w="4240" h="3312" extrusionOk="0">
                  <a:moveTo>
                    <a:pt x="3882" y="1287"/>
                  </a:moveTo>
                  <a:lnTo>
                    <a:pt x="3882" y="2025"/>
                  </a:lnTo>
                  <a:lnTo>
                    <a:pt x="2572" y="2025"/>
                  </a:lnTo>
                  <a:lnTo>
                    <a:pt x="2572" y="1287"/>
                  </a:lnTo>
                  <a:close/>
                  <a:moveTo>
                    <a:pt x="3287" y="334"/>
                  </a:moveTo>
                  <a:cubicBezTo>
                    <a:pt x="3406" y="334"/>
                    <a:pt x="3501" y="430"/>
                    <a:pt x="3501" y="549"/>
                  </a:cubicBezTo>
                  <a:lnTo>
                    <a:pt x="3501" y="930"/>
                  </a:lnTo>
                  <a:lnTo>
                    <a:pt x="2548" y="930"/>
                  </a:lnTo>
                  <a:cubicBezTo>
                    <a:pt x="2334" y="930"/>
                    <a:pt x="2191" y="1073"/>
                    <a:pt x="2191" y="1287"/>
                  </a:cubicBezTo>
                  <a:lnTo>
                    <a:pt x="2191" y="2025"/>
                  </a:lnTo>
                  <a:cubicBezTo>
                    <a:pt x="2191" y="2239"/>
                    <a:pt x="2334" y="2382"/>
                    <a:pt x="2548" y="2382"/>
                  </a:cubicBezTo>
                  <a:lnTo>
                    <a:pt x="3501" y="2382"/>
                  </a:lnTo>
                  <a:lnTo>
                    <a:pt x="3501" y="2763"/>
                  </a:lnTo>
                  <a:cubicBezTo>
                    <a:pt x="3501" y="2882"/>
                    <a:pt x="3406" y="2978"/>
                    <a:pt x="3287" y="2978"/>
                  </a:cubicBezTo>
                  <a:lnTo>
                    <a:pt x="500" y="2978"/>
                  </a:lnTo>
                  <a:cubicBezTo>
                    <a:pt x="381" y="2978"/>
                    <a:pt x="286" y="2882"/>
                    <a:pt x="286" y="2763"/>
                  </a:cubicBezTo>
                  <a:lnTo>
                    <a:pt x="286" y="549"/>
                  </a:lnTo>
                  <a:cubicBezTo>
                    <a:pt x="286" y="430"/>
                    <a:pt x="381" y="334"/>
                    <a:pt x="500" y="334"/>
                  </a:cubicBezTo>
                  <a:close/>
                  <a:moveTo>
                    <a:pt x="524" y="1"/>
                  </a:moveTo>
                  <a:cubicBezTo>
                    <a:pt x="238" y="1"/>
                    <a:pt x="0" y="239"/>
                    <a:pt x="0" y="549"/>
                  </a:cubicBezTo>
                  <a:lnTo>
                    <a:pt x="0" y="2763"/>
                  </a:lnTo>
                  <a:cubicBezTo>
                    <a:pt x="0" y="3073"/>
                    <a:pt x="238" y="3311"/>
                    <a:pt x="524" y="3311"/>
                  </a:cubicBezTo>
                  <a:lnTo>
                    <a:pt x="3334" y="3311"/>
                  </a:lnTo>
                  <a:cubicBezTo>
                    <a:pt x="3620" y="3311"/>
                    <a:pt x="3858" y="3073"/>
                    <a:pt x="3858" y="2763"/>
                  </a:cubicBezTo>
                  <a:lnTo>
                    <a:pt x="3858" y="2382"/>
                  </a:lnTo>
                  <a:cubicBezTo>
                    <a:pt x="4073" y="2382"/>
                    <a:pt x="4215" y="2239"/>
                    <a:pt x="4215" y="2025"/>
                  </a:cubicBezTo>
                  <a:lnTo>
                    <a:pt x="4215" y="1287"/>
                  </a:lnTo>
                  <a:cubicBezTo>
                    <a:pt x="4239" y="1073"/>
                    <a:pt x="4073" y="930"/>
                    <a:pt x="3858" y="930"/>
                  </a:cubicBezTo>
                  <a:lnTo>
                    <a:pt x="3858" y="549"/>
                  </a:lnTo>
                  <a:cubicBezTo>
                    <a:pt x="3858" y="239"/>
                    <a:pt x="3620" y="1"/>
                    <a:pt x="3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8"/>
            <p:cNvSpPr/>
            <p:nvPr/>
          </p:nvSpPr>
          <p:spPr>
            <a:xfrm>
              <a:off x="7501152" y="3746820"/>
              <a:ext cx="11980" cy="11980"/>
            </a:xfrm>
            <a:custGeom>
              <a:avLst/>
              <a:gdLst/>
              <a:ahLst/>
              <a:cxnLst/>
              <a:rect l="l" t="t" r="r" b="b"/>
              <a:pathLst>
                <a:path w="358" h="358" extrusionOk="0">
                  <a:moveTo>
                    <a:pt x="167" y="0"/>
                  </a:moveTo>
                  <a:cubicBezTo>
                    <a:pt x="96" y="0"/>
                    <a:pt x="1" y="72"/>
                    <a:pt x="1" y="167"/>
                  </a:cubicBezTo>
                  <a:cubicBezTo>
                    <a:pt x="1" y="262"/>
                    <a:pt x="72" y="357"/>
                    <a:pt x="167" y="357"/>
                  </a:cubicBezTo>
                  <a:cubicBezTo>
                    <a:pt x="263" y="357"/>
                    <a:pt x="358" y="262"/>
                    <a:pt x="358" y="167"/>
                  </a:cubicBezTo>
                  <a:cubicBezTo>
                    <a:pt x="358" y="48"/>
                    <a:pt x="263"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8"/>
            <p:cNvSpPr/>
            <p:nvPr/>
          </p:nvSpPr>
          <p:spPr>
            <a:xfrm>
              <a:off x="7420669" y="3832891"/>
              <a:ext cx="30319" cy="11980"/>
            </a:xfrm>
            <a:custGeom>
              <a:avLst/>
              <a:gdLst/>
              <a:ahLst/>
              <a:cxnLst/>
              <a:rect l="l" t="t" r="r" b="b"/>
              <a:pathLst>
                <a:path w="906" h="358" extrusionOk="0">
                  <a:moveTo>
                    <a:pt x="167" y="0"/>
                  </a:moveTo>
                  <a:cubicBezTo>
                    <a:pt x="72" y="0"/>
                    <a:pt x="0" y="95"/>
                    <a:pt x="0" y="191"/>
                  </a:cubicBezTo>
                  <a:cubicBezTo>
                    <a:pt x="0" y="286"/>
                    <a:pt x="72" y="357"/>
                    <a:pt x="167" y="357"/>
                  </a:cubicBezTo>
                  <a:lnTo>
                    <a:pt x="739" y="357"/>
                  </a:lnTo>
                  <a:cubicBezTo>
                    <a:pt x="834" y="357"/>
                    <a:pt x="905" y="286"/>
                    <a:pt x="905" y="191"/>
                  </a:cubicBezTo>
                  <a:cubicBezTo>
                    <a:pt x="905" y="95"/>
                    <a:pt x="834"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8"/>
            <p:cNvSpPr/>
            <p:nvPr/>
          </p:nvSpPr>
          <p:spPr>
            <a:xfrm>
              <a:off x="7420669" y="3883088"/>
              <a:ext cx="30319" cy="11980"/>
            </a:xfrm>
            <a:custGeom>
              <a:avLst/>
              <a:gdLst/>
              <a:ahLst/>
              <a:cxnLst/>
              <a:rect l="l" t="t" r="r" b="b"/>
              <a:pathLst>
                <a:path w="906" h="358" extrusionOk="0">
                  <a:moveTo>
                    <a:pt x="167" y="0"/>
                  </a:moveTo>
                  <a:cubicBezTo>
                    <a:pt x="72" y="0"/>
                    <a:pt x="0" y="96"/>
                    <a:pt x="0" y="167"/>
                  </a:cubicBezTo>
                  <a:cubicBezTo>
                    <a:pt x="0" y="262"/>
                    <a:pt x="72" y="358"/>
                    <a:pt x="167" y="358"/>
                  </a:cubicBezTo>
                  <a:lnTo>
                    <a:pt x="739" y="358"/>
                  </a:lnTo>
                  <a:cubicBezTo>
                    <a:pt x="834" y="358"/>
                    <a:pt x="905" y="262"/>
                    <a:pt x="905" y="167"/>
                  </a:cubicBezTo>
                  <a:cubicBezTo>
                    <a:pt x="905" y="96"/>
                    <a:pt x="834"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8"/>
            <p:cNvSpPr/>
            <p:nvPr/>
          </p:nvSpPr>
          <p:spPr>
            <a:xfrm>
              <a:off x="7420669" y="3858391"/>
              <a:ext cx="30319" cy="11980"/>
            </a:xfrm>
            <a:custGeom>
              <a:avLst/>
              <a:gdLst/>
              <a:ahLst/>
              <a:cxnLst/>
              <a:rect l="l" t="t" r="r" b="b"/>
              <a:pathLst>
                <a:path w="906" h="358" extrusionOk="0">
                  <a:moveTo>
                    <a:pt x="167" y="0"/>
                  </a:moveTo>
                  <a:cubicBezTo>
                    <a:pt x="72" y="0"/>
                    <a:pt x="0" y="72"/>
                    <a:pt x="0" y="167"/>
                  </a:cubicBezTo>
                  <a:cubicBezTo>
                    <a:pt x="0" y="262"/>
                    <a:pt x="72" y="357"/>
                    <a:pt x="167" y="357"/>
                  </a:cubicBezTo>
                  <a:lnTo>
                    <a:pt x="739" y="357"/>
                  </a:lnTo>
                  <a:cubicBezTo>
                    <a:pt x="834" y="357"/>
                    <a:pt x="905" y="262"/>
                    <a:pt x="905" y="167"/>
                  </a:cubicBezTo>
                  <a:cubicBezTo>
                    <a:pt x="905" y="72"/>
                    <a:pt x="834"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8"/>
            <p:cNvSpPr/>
            <p:nvPr/>
          </p:nvSpPr>
          <p:spPr>
            <a:xfrm>
              <a:off x="7464508" y="3832891"/>
              <a:ext cx="92464" cy="11980"/>
            </a:xfrm>
            <a:custGeom>
              <a:avLst/>
              <a:gdLst/>
              <a:ahLst/>
              <a:cxnLst/>
              <a:rect l="l" t="t" r="r" b="b"/>
              <a:pathLst>
                <a:path w="2763" h="358" extrusionOk="0">
                  <a:moveTo>
                    <a:pt x="167" y="0"/>
                  </a:moveTo>
                  <a:cubicBezTo>
                    <a:pt x="72" y="0"/>
                    <a:pt x="0" y="95"/>
                    <a:pt x="0" y="191"/>
                  </a:cubicBezTo>
                  <a:cubicBezTo>
                    <a:pt x="0" y="286"/>
                    <a:pt x="72" y="357"/>
                    <a:pt x="167" y="357"/>
                  </a:cubicBezTo>
                  <a:lnTo>
                    <a:pt x="2572" y="357"/>
                  </a:lnTo>
                  <a:cubicBezTo>
                    <a:pt x="2668" y="357"/>
                    <a:pt x="2763" y="286"/>
                    <a:pt x="2763" y="191"/>
                  </a:cubicBezTo>
                  <a:cubicBezTo>
                    <a:pt x="2763" y="95"/>
                    <a:pt x="266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8"/>
            <p:cNvSpPr/>
            <p:nvPr/>
          </p:nvSpPr>
          <p:spPr>
            <a:xfrm>
              <a:off x="7463705" y="3883088"/>
              <a:ext cx="74158" cy="11980"/>
            </a:xfrm>
            <a:custGeom>
              <a:avLst/>
              <a:gdLst/>
              <a:ahLst/>
              <a:cxnLst/>
              <a:rect l="l" t="t" r="r" b="b"/>
              <a:pathLst>
                <a:path w="2216" h="358" extrusionOk="0">
                  <a:moveTo>
                    <a:pt x="191" y="0"/>
                  </a:moveTo>
                  <a:cubicBezTo>
                    <a:pt x="96" y="0"/>
                    <a:pt x="0" y="96"/>
                    <a:pt x="0" y="167"/>
                  </a:cubicBezTo>
                  <a:cubicBezTo>
                    <a:pt x="0" y="262"/>
                    <a:pt x="96" y="358"/>
                    <a:pt x="191" y="358"/>
                  </a:cubicBezTo>
                  <a:lnTo>
                    <a:pt x="2049" y="358"/>
                  </a:lnTo>
                  <a:cubicBezTo>
                    <a:pt x="2120" y="358"/>
                    <a:pt x="2215" y="262"/>
                    <a:pt x="2215" y="167"/>
                  </a:cubicBezTo>
                  <a:cubicBezTo>
                    <a:pt x="2215" y="96"/>
                    <a:pt x="2120" y="0"/>
                    <a:pt x="2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8"/>
            <p:cNvSpPr/>
            <p:nvPr/>
          </p:nvSpPr>
          <p:spPr>
            <a:xfrm>
              <a:off x="7463705" y="3858391"/>
              <a:ext cx="74158" cy="11980"/>
            </a:xfrm>
            <a:custGeom>
              <a:avLst/>
              <a:gdLst/>
              <a:ahLst/>
              <a:cxnLst/>
              <a:rect l="l" t="t" r="r" b="b"/>
              <a:pathLst>
                <a:path w="2216" h="358" extrusionOk="0">
                  <a:moveTo>
                    <a:pt x="191" y="0"/>
                  </a:moveTo>
                  <a:cubicBezTo>
                    <a:pt x="96" y="0"/>
                    <a:pt x="0" y="72"/>
                    <a:pt x="0" y="167"/>
                  </a:cubicBezTo>
                  <a:cubicBezTo>
                    <a:pt x="0" y="262"/>
                    <a:pt x="96" y="357"/>
                    <a:pt x="191" y="357"/>
                  </a:cubicBezTo>
                  <a:lnTo>
                    <a:pt x="2049" y="357"/>
                  </a:lnTo>
                  <a:cubicBezTo>
                    <a:pt x="2120" y="357"/>
                    <a:pt x="2215" y="262"/>
                    <a:pt x="2215" y="167"/>
                  </a:cubicBezTo>
                  <a:cubicBezTo>
                    <a:pt x="2215" y="72"/>
                    <a:pt x="2120" y="0"/>
                    <a:pt x="2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8"/>
            <p:cNvSpPr/>
            <p:nvPr/>
          </p:nvSpPr>
          <p:spPr>
            <a:xfrm>
              <a:off x="7581667" y="3832891"/>
              <a:ext cx="31089" cy="11980"/>
            </a:xfrm>
            <a:custGeom>
              <a:avLst/>
              <a:gdLst/>
              <a:ahLst/>
              <a:cxnLst/>
              <a:rect l="l" t="t" r="r" b="b"/>
              <a:pathLst>
                <a:path w="929" h="358" extrusionOk="0">
                  <a:moveTo>
                    <a:pt x="191" y="0"/>
                  </a:moveTo>
                  <a:cubicBezTo>
                    <a:pt x="95" y="0"/>
                    <a:pt x="0" y="95"/>
                    <a:pt x="0" y="191"/>
                  </a:cubicBezTo>
                  <a:cubicBezTo>
                    <a:pt x="0" y="286"/>
                    <a:pt x="95" y="357"/>
                    <a:pt x="191" y="357"/>
                  </a:cubicBezTo>
                  <a:lnTo>
                    <a:pt x="738" y="357"/>
                  </a:lnTo>
                  <a:cubicBezTo>
                    <a:pt x="834" y="357"/>
                    <a:pt x="929" y="286"/>
                    <a:pt x="929" y="191"/>
                  </a:cubicBezTo>
                  <a:cubicBezTo>
                    <a:pt x="929" y="95"/>
                    <a:pt x="834"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8"/>
            <p:cNvSpPr/>
            <p:nvPr/>
          </p:nvSpPr>
          <p:spPr>
            <a:xfrm>
              <a:off x="7581667" y="3883088"/>
              <a:ext cx="31089" cy="11980"/>
            </a:xfrm>
            <a:custGeom>
              <a:avLst/>
              <a:gdLst/>
              <a:ahLst/>
              <a:cxnLst/>
              <a:rect l="l" t="t" r="r" b="b"/>
              <a:pathLst>
                <a:path w="929" h="358" extrusionOk="0">
                  <a:moveTo>
                    <a:pt x="191" y="0"/>
                  </a:moveTo>
                  <a:cubicBezTo>
                    <a:pt x="95" y="0"/>
                    <a:pt x="0" y="96"/>
                    <a:pt x="0" y="167"/>
                  </a:cubicBezTo>
                  <a:cubicBezTo>
                    <a:pt x="0" y="262"/>
                    <a:pt x="95" y="358"/>
                    <a:pt x="191" y="358"/>
                  </a:cubicBezTo>
                  <a:lnTo>
                    <a:pt x="738" y="358"/>
                  </a:lnTo>
                  <a:cubicBezTo>
                    <a:pt x="834" y="358"/>
                    <a:pt x="929" y="262"/>
                    <a:pt x="929" y="167"/>
                  </a:cubicBezTo>
                  <a:cubicBezTo>
                    <a:pt x="929" y="96"/>
                    <a:pt x="834"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8"/>
            <p:cNvSpPr/>
            <p:nvPr/>
          </p:nvSpPr>
          <p:spPr>
            <a:xfrm>
              <a:off x="7581667" y="3858391"/>
              <a:ext cx="31089" cy="11980"/>
            </a:xfrm>
            <a:custGeom>
              <a:avLst/>
              <a:gdLst/>
              <a:ahLst/>
              <a:cxnLst/>
              <a:rect l="l" t="t" r="r" b="b"/>
              <a:pathLst>
                <a:path w="929" h="358" extrusionOk="0">
                  <a:moveTo>
                    <a:pt x="191" y="0"/>
                  </a:moveTo>
                  <a:cubicBezTo>
                    <a:pt x="95" y="0"/>
                    <a:pt x="0" y="72"/>
                    <a:pt x="0" y="167"/>
                  </a:cubicBezTo>
                  <a:cubicBezTo>
                    <a:pt x="0" y="262"/>
                    <a:pt x="95" y="357"/>
                    <a:pt x="191" y="357"/>
                  </a:cubicBezTo>
                  <a:lnTo>
                    <a:pt x="738" y="357"/>
                  </a:lnTo>
                  <a:cubicBezTo>
                    <a:pt x="834" y="357"/>
                    <a:pt x="929" y="262"/>
                    <a:pt x="929" y="167"/>
                  </a:cubicBezTo>
                  <a:cubicBezTo>
                    <a:pt x="929" y="72"/>
                    <a:pt x="834"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8"/>
            <p:cNvSpPr/>
            <p:nvPr/>
          </p:nvSpPr>
          <p:spPr>
            <a:xfrm>
              <a:off x="7625472" y="3832891"/>
              <a:ext cx="92497" cy="11980"/>
            </a:xfrm>
            <a:custGeom>
              <a:avLst/>
              <a:gdLst/>
              <a:ahLst/>
              <a:cxnLst/>
              <a:rect l="l" t="t" r="r" b="b"/>
              <a:pathLst>
                <a:path w="2764" h="358" extrusionOk="0">
                  <a:moveTo>
                    <a:pt x="191" y="0"/>
                  </a:moveTo>
                  <a:cubicBezTo>
                    <a:pt x="96" y="0"/>
                    <a:pt x="1" y="95"/>
                    <a:pt x="1" y="191"/>
                  </a:cubicBezTo>
                  <a:cubicBezTo>
                    <a:pt x="1" y="286"/>
                    <a:pt x="96" y="357"/>
                    <a:pt x="191" y="357"/>
                  </a:cubicBezTo>
                  <a:lnTo>
                    <a:pt x="2597" y="357"/>
                  </a:lnTo>
                  <a:cubicBezTo>
                    <a:pt x="2692" y="357"/>
                    <a:pt x="2763" y="286"/>
                    <a:pt x="2763" y="191"/>
                  </a:cubicBezTo>
                  <a:cubicBezTo>
                    <a:pt x="2763" y="95"/>
                    <a:pt x="2716" y="0"/>
                    <a:pt x="2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8"/>
            <p:cNvSpPr/>
            <p:nvPr/>
          </p:nvSpPr>
          <p:spPr>
            <a:xfrm>
              <a:off x="7656561" y="3721320"/>
              <a:ext cx="61408" cy="11980"/>
            </a:xfrm>
            <a:custGeom>
              <a:avLst/>
              <a:gdLst/>
              <a:ahLst/>
              <a:cxnLst/>
              <a:rect l="l" t="t" r="r" b="b"/>
              <a:pathLst>
                <a:path w="1835" h="358" extrusionOk="0">
                  <a:moveTo>
                    <a:pt x="167" y="0"/>
                  </a:moveTo>
                  <a:cubicBezTo>
                    <a:pt x="96" y="0"/>
                    <a:pt x="1" y="95"/>
                    <a:pt x="1" y="191"/>
                  </a:cubicBezTo>
                  <a:cubicBezTo>
                    <a:pt x="1" y="286"/>
                    <a:pt x="72" y="357"/>
                    <a:pt x="167" y="357"/>
                  </a:cubicBezTo>
                  <a:lnTo>
                    <a:pt x="1668" y="357"/>
                  </a:lnTo>
                  <a:cubicBezTo>
                    <a:pt x="1763" y="357"/>
                    <a:pt x="1834" y="286"/>
                    <a:pt x="1834" y="191"/>
                  </a:cubicBezTo>
                  <a:cubicBezTo>
                    <a:pt x="1834" y="72"/>
                    <a:pt x="1787" y="0"/>
                    <a:pt x="1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8"/>
            <p:cNvSpPr/>
            <p:nvPr/>
          </p:nvSpPr>
          <p:spPr>
            <a:xfrm>
              <a:off x="7657364" y="3746820"/>
              <a:ext cx="43069" cy="11980"/>
            </a:xfrm>
            <a:custGeom>
              <a:avLst/>
              <a:gdLst/>
              <a:ahLst/>
              <a:cxnLst/>
              <a:rect l="l" t="t" r="r" b="b"/>
              <a:pathLst>
                <a:path w="1287" h="358" extrusionOk="0">
                  <a:moveTo>
                    <a:pt x="191" y="0"/>
                  </a:moveTo>
                  <a:cubicBezTo>
                    <a:pt x="96" y="0"/>
                    <a:pt x="0" y="72"/>
                    <a:pt x="0" y="167"/>
                  </a:cubicBezTo>
                  <a:cubicBezTo>
                    <a:pt x="0" y="262"/>
                    <a:pt x="96" y="357"/>
                    <a:pt x="191" y="357"/>
                  </a:cubicBezTo>
                  <a:lnTo>
                    <a:pt x="1096" y="357"/>
                  </a:lnTo>
                  <a:cubicBezTo>
                    <a:pt x="1191" y="357"/>
                    <a:pt x="1286" y="262"/>
                    <a:pt x="1286" y="167"/>
                  </a:cubicBezTo>
                  <a:cubicBezTo>
                    <a:pt x="1263" y="48"/>
                    <a:pt x="1191" y="0"/>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8"/>
            <p:cNvSpPr/>
            <p:nvPr/>
          </p:nvSpPr>
          <p:spPr>
            <a:xfrm>
              <a:off x="7657364" y="3771517"/>
              <a:ext cx="43069" cy="11980"/>
            </a:xfrm>
            <a:custGeom>
              <a:avLst/>
              <a:gdLst/>
              <a:ahLst/>
              <a:cxnLst/>
              <a:rect l="l" t="t" r="r" b="b"/>
              <a:pathLst>
                <a:path w="1287" h="358" extrusionOk="0">
                  <a:moveTo>
                    <a:pt x="191" y="0"/>
                  </a:moveTo>
                  <a:cubicBezTo>
                    <a:pt x="96" y="0"/>
                    <a:pt x="0" y="96"/>
                    <a:pt x="0" y="167"/>
                  </a:cubicBezTo>
                  <a:cubicBezTo>
                    <a:pt x="0" y="262"/>
                    <a:pt x="96" y="358"/>
                    <a:pt x="191" y="358"/>
                  </a:cubicBezTo>
                  <a:lnTo>
                    <a:pt x="1096" y="358"/>
                  </a:lnTo>
                  <a:cubicBezTo>
                    <a:pt x="1191" y="358"/>
                    <a:pt x="1286" y="262"/>
                    <a:pt x="1286" y="167"/>
                  </a:cubicBezTo>
                  <a:cubicBezTo>
                    <a:pt x="1263" y="48"/>
                    <a:pt x="1191" y="0"/>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8"/>
            <p:cNvSpPr/>
            <p:nvPr/>
          </p:nvSpPr>
          <p:spPr>
            <a:xfrm>
              <a:off x="7626275" y="3883088"/>
              <a:ext cx="74158" cy="11980"/>
            </a:xfrm>
            <a:custGeom>
              <a:avLst/>
              <a:gdLst/>
              <a:ahLst/>
              <a:cxnLst/>
              <a:rect l="l" t="t" r="r" b="b"/>
              <a:pathLst>
                <a:path w="2216" h="358" extrusionOk="0">
                  <a:moveTo>
                    <a:pt x="191" y="0"/>
                  </a:moveTo>
                  <a:cubicBezTo>
                    <a:pt x="96" y="0"/>
                    <a:pt x="1" y="96"/>
                    <a:pt x="1" y="167"/>
                  </a:cubicBezTo>
                  <a:cubicBezTo>
                    <a:pt x="1" y="262"/>
                    <a:pt x="96" y="358"/>
                    <a:pt x="191" y="358"/>
                  </a:cubicBezTo>
                  <a:lnTo>
                    <a:pt x="2025" y="358"/>
                  </a:lnTo>
                  <a:cubicBezTo>
                    <a:pt x="2120" y="358"/>
                    <a:pt x="2215" y="262"/>
                    <a:pt x="2215" y="167"/>
                  </a:cubicBezTo>
                  <a:cubicBezTo>
                    <a:pt x="2192" y="96"/>
                    <a:pt x="2120" y="0"/>
                    <a:pt x="2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8"/>
            <p:cNvSpPr/>
            <p:nvPr/>
          </p:nvSpPr>
          <p:spPr>
            <a:xfrm>
              <a:off x="7626275" y="3858391"/>
              <a:ext cx="74158" cy="11980"/>
            </a:xfrm>
            <a:custGeom>
              <a:avLst/>
              <a:gdLst/>
              <a:ahLst/>
              <a:cxnLst/>
              <a:rect l="l" t="t" r="r" b="b"/>
              <a:pathLst>
                <a:path w="2216" h="358" extrusionOk="0">
                  <a:moveTo>
                    <a:pt x="191" y="0"/>
                  </a:moveTo>
                  <a:cubicBezTo>
                    <a:pt x="96" y="0"/>
                    <a:pt x="1" y="72"/>
                    <a:pt x="1" y="167"/>
                  </a:cubicBezTo>
                  <a:cubicBezTo>
                    <a:pt x="1" y="262"/>
                    <a:pt x="96" y="357"/>
                    <a:pt x="191" y="357"/>
                  </a:cubicBezTo>
                  <a:lnTo>
                    <a:pt x="2025" y="357"/>
                  </a:lnTo>
                  <a:cubicBezTo>
                    <a:pt x="2120" y="357"/>
                    <a:pt x="2215" y="262"/>
                    <a:pt x="2215" y="167"/>
                  </a:cubicBezTo>
                  <a:cubicBezTo>
                    <a:pt x="2192" y="72"/>
                    <a:pt x="2120" y="0"/>
                    <a:pt x="2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0" name="Google Shape;4670;p58"/>
          <p:cNvGrpSpPr/>
          <p:nvPr/>
        </p:nvGrpSpPr>
        <p:grpSpPr>
          <a:xfrm>
            <a:off x="8031933" y="3368132"/>
            <a:ext cx="397695" cy="346695"/>
            <a:chOff x="8031933" y="3603357"/>
            <a:chExt cx="397695" cy="346695"/>
          </a:xfrm>
        </p:grpSpPr>
        <p:sp>
          <p:nvSpPr>
            <p:cNvPr id="4671" name="Google Shape;4671;p58"/>
            <p:cNvSpPr/>
            <p:nvPr/>
          </p:nvSpPr>
          <p:spPr>
            <a:xfrm>
              <a:off x="8243897" y="3764356"/>
              <a:ext cx="185731" cy="185697"/>
            </a:xfrm>
            <a:custGeom>
              <a:avLst/>
              <a:gdLst/>
              <a:ahLst/>
              <a:cxnLst/>
              <a:rect l="l" t="t" r="r" b="b"/>
              <a:pathLst>
                <a:path w="5550" h="5549" extrusionOk="0">
                  <a:moveTo>
                    <a:pt x="2787" y="334"/>
                  </a:moveTo>
                  <a:cubicBezTo>
                    <a:pt x="4121" y="334"/>
                    <a:pt x="5216" y="1429"/>
                    <a:pt x="5216" y="2763"/>
                  </a:cubicBezTo>
                  <a:cubicBezTo>
                    <a:pt x="5192" y="4144"/>
                    <a:pt x="4121" y="5215"/>
                    <a:pt x="2787" y="5215"/>
                  </a:cubicBezTo>
                  <a:cubicBezTo>
                    <a:pt x="1430" y="5215"/>
                    <a:pt x="334" y="4120"/>
                    <a:pt x="334" y="2763"/>
                  </a:cubicBezTo>
                  <a:cubicBezTo>
                    <a:pt x="334" y="1429"/>
                    <a:pt x="1430" y="334"/>
                    <a:pt x="2787" y="334"/>
                  </a:cubicBezTo>
                  <a:close/>
                  <a:moveTo>
                    <a:pt x="2787" y="0"/>
                  </a:moveTo>
                  <a:cubicBezTo>
                    <a:pt x="1263" y="0"/>
                    <a:pt x="1" y="1262"/>
                    <a:pt x="1" y="2763"/>
                  </a:cubicBezTo>
                  <a:cubicBezTo>
                    <a:pt x="1" y="4287"/>
                    <a:pt x="1263" y="5549"/>
                    <a:pt x="2787" y="5549"/>
                  </a:cubicBezTo>
                  <a:cubicBezTo>
                    <a:pt x="4287" y="5549"/>
                    <a:pt x="5550" y="4287"/>
                    <a:pt x="5550" y="2763"/>
                  </a:cubicBezTo>
                  <a:cubicBezTo>
                    <a:pt x="5550" y="1262"/>
                    <a:pt x="4287" y="0"/>
                    <a:pt x="2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8"/>
            <p:cNvSpPr/>
            <p:nvPr/>
          </p:nvSpPr>
          <p:spPr>
            <a:xfrm>
              <a:off x="8031933" y="3603357"/>
              <a:ext cx="310823" cy="260625"/>
            </a:xfrm>
            <a:custGeom>
              <a:avLst/>
              <a:gdLst/>
              <a:ahLst/>
              <a:cxnLst/>
              <a:rect l="l" t="t" r="r" b="b"/>
              <a:pathLst>
                <a:path w="9288" h="7788" extrusionOk="0">
                  <a:moveTo>
                    <a:pt x="738" y="1"/>
                  </a:moveTo>
                  <a:cubicBezTo>
                    <a:pt x="334" y="1"/>
                    <a:pt x="0" y="310"/>
                    <a:pt x="0" y="739"/>
                  </a:cubicBezTo>
                  <a:lnTo>
                    <a:pt x="0" y="7050"/>
                  </a:lnTo>
                  <a:cubicBezTo>
                    <a:pt x="0" y="7455"/>
                    <a:pt x="334" y="7788"/>
                    <a:pt x="738" y="7788"/>
                  </a:cubicBezTo>
                  <a:lnTo>
                    <a:pt x="5787" y="7788"/>
                  </a:lnTo>
                  <a:cubicBezTo>
                    <a:pt x="5859" y="7788"/>
                    <a:pt x="5954" y="7693"/>
                    <a:pt x="5954" y="7621"/>
                  </a:cubicBezTo>
                  <a:cubicBezTo>
                    <a:pt x="5954" y="7526"/>
                    <a:pt x="5859" y="7431"/>
                    <a:pt x="5787" y="7431"/>
                  </a:cubicBezTo>
                  <a:lnTo>
                    <a:pt x="738" y="7431"/>
                  </a:lnTo>
                  <a:cubicBezTo>
                    <a:pt x="548" y="7431"/>
                    <a:pt x="357" y="7240"/>
                    <a:pt x="357" y="7050"/>
                  </a:cubicBezTo>
                  <a:lnTo>
                    <a:pt x="357" y="1834"/>
                  </a:lnTo>
                  <a:lnTo>
                    <a:pt x="7621" y="1834"/>
                  </a:lnTo>
                  <a:cubicBezTo>
                    <a:pt x="7716" y="1834"/>
                    <a:pt x="7811" y="1739"/>
                    <a:pt x="7811" y="1644"/>
                  </a:cubicBezTo>
                  <a:cubicBezTo>
                    <a:pt x="7811" y="1572"/>
                    <a:pt x="7716" y="1477"/>
                    <a:pt x="7621" y="1477"/>
                  </a:cubicBezTo>
                  <a:lnTo>
                    <a:pt x="357" y="1477"/>
                  </a:lnTo>
                  <a:lnTo>
                    <a:pt x="357" y="739"/>
                  </a:lnTo>
                  <a:cubicBezTo>
                    <a:pt x="357" y="525"/>
                    <a:pt x="548" y="334"/>
                    <a:pt x="738" y="334"/>
                  </a:cubicBezTo>
                  <a:lnTo>
                    <a:pt x="8550" y="334"/>
                  </a:lnTo>
                  <a:cubicBezTo>
                    <a:pt x="8764" y="334"/>
                    <a:pt x="8931" y="525"/>
                    <a:pt x="8931" y="739"/>
                  </a:cubicBezTo>
                  <a:lnTo>
                    <a:pt x="8931" y="1477"/>
                  </a:lnTo>
                  <a:lnTo>
                    <a:pt x="8359" y="1477"/>
                  </a:lnTo>
                  <a:cubicBezTo>
                    <a:pt x="8288" y="1477"/>
                    <a:pt x="8192" y="1572"/>
                    <a:pt x="8192" y="1644"/>
                  </a:cubicBezTo>
                  <a:cubicBezTo>
                    <a:pt x="8192" y="1739"/>
                    <a:pt x="8288" y="1834"/>
                    <a:pt x="8359" y="1834"/>
                  </a:cubicBezTo>
                  <a:lnTo>
                    <a:pt x="8931" y="1834"/>
                  </a:lnTo>
                  <a:lnTo>
                    <a:pt x="8931" y="4263"/>
                  </a:lnTo>
                  <a:cubicBezTo>
                    <a:pt x="8931" y="4359"/>
                    <a:pt x="9026" y="4454"/>
                    <a:pt x="9121" y="4454"/>
                  </a:cubicBezTo>
                  <a:cubicBezTo>
                    <a:pt x="9193" y="4454"/>
                    <a:pt x="9288" y="4359"/>
                    <a:pt x="9288" y="4263"/>
                  </a:cubicBezTo>
                  <a:lnTo>
                    <a:pt x="9288" y="739"/>
                  </a:lnTo>
                  <a:cubicBezTo>
                    <a:pt x="9288" y="310"/>
                    <a:pt x="8931" y="1"/>
                    <a:pt x="8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8"/>
            <p:cNvSpPr/>
            <p:nvPr/>
          </p:nvSpPr>
          <p:spPr>
            <a:xfrm>
              <a:off x="8056629" y="3628054"/>
              <a:ext cx="11980" cy="12014"/>
            </a:xfrm>
            <a:custGeom>
              <a:avLst/>
              <a:gdLst/>
              <a:ahLst/>
              <a:cxnLst/>
              <a:rect l="l" t="t" r="r" b="b"/>
              <a:pathLst>
                <a:path w="358" h="359" extrusionOk="0">
                  <a:moveTo>
                    <a:pt x="191" y="1"/>
                  </a:moveTo>
                  <a:cubicBezTo>
                    <a:pt x="96" y="1"/>
                    <a:pt x="0" y="96"/>
                    <a:pt x="0" y="168"/>
                  </a:cubicBezTo>
                  <a:cubicBezTo>
                    <a:pt x="0" y="263"/>
                    <a:pt x="96" y="358"/>
                    <a:pt x="191" y="358"/>
                  </a:cubicBezTo>
                  <a:cubicBezTo>
                    <a:pt x="286" y="358"/>
                    <a:pt x="358" y="263"/>
                    <a:pt x="358" y="168"/>
                  </a:cubicBezTo>
                  <a:cubicBezTo>
                    <a:pt x="358" y="96"/>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8"/>
            <p:cNvSpPr/>
            <p:nvPr/>
          </p:nvSpPr>
          <p:spPr>
            <a:xfrm>
              <a:off x="8094076" y="3628054"/>
              <a:ext cx="11980" cy="12014"/>
            </a:xfrm>
            <a:custGeom>
              <a:avLst/>
              <a:gdLst/>
              <a:ahLst/>
              <a:cxnLst/>
              <a:rect l="l" t="t" r="r" b="b"/>
              <a:pathLst>
                <a:path w="358" h="359" extrusionOk="0">
                  <a:moveTo>
                    <a:pt x="167" y="1"/>
                  </a:moveTo>
                  <a:cubicBezTo>
                    <a:pt x="72" y="1"/>
                    <a:pt x="1" y="96"/>
                    <a:pt x="1" y="168"/>
                  </a:cubicBezTo>
                  <a:cubicBezTo>
                    <a:pt x="1" y="263"/>
                    <a:pt x="72" y="358"/>
                    <a:pt x="167" y="358"/>
                  </a:cubicBezTo>
                  <a:cubicBezTo>
                    <a:pt x="263" y="358"/>
                    <a:pt x="358" y="263"/>
                    <a:pt x="358" y="168"/>
                  </a:cubicBezTo>
                  <a:cubicBezTo>
                    <a:pt x="358" y="96"/>
                    <a:pt x="287"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8"/>
            <p:cNvSpPr/>
            <p:nvPr/>
          </p:nvSpPr>
          <p:spPr>
            <a:xfrm>
              <a:off x="8075738" y="3628054"/>
              <a:ext cx="12014" cy="12014"/>
            </a:xfrm>
            <a:custGeom>
              <a:avLst/>
              <a:gdLst/>
              <a:ahLst/>
              <a:cxnLst/>
              <a:rect l="l" t="t" r="r" b="b"/>
              <a:pathLst>
                <a:path w="359" h="359" extrusionOk="0">
                  <a:moveTo>
                    <a:pt x="192" y="1"/>
                  </a:moveTo>
                  <a:cubicBezTo>
                    <a:pt x="96" y="1"/>
                    <a:pt x="1" y="96"/>
                    <a:pt x="1" y="168"/>
                  </a:cubicBezTo>
                  <a:cubicBezTo>
                    <a:pt x="1" y="263"/>
                    <a:pt x="96" y="358"/>
                    <a:pt x="192" y="358"/>
                  </a:cubicBezTo>
                  <a:cubicBezTo>
                    <a:pt x="263" y="358"/>
                    <a:pt x="358" y="263"/>
                    <a:pt x="358" y="168"/>
                  </a:cubicBezTo>
                  <a:cubicBezTo>
                    <a:pt x="334" y="96"/>
                    <a:pt x="263" y="1"/>
                    <a:pt x="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8"/>
            <p:cNvSpPr/>
            <p:nvPr/>
          </p:nvSpPr>
          <p:spPr>
            <a:xfrm>
              <a:off x="8118773" y="3628054"/>
              <a:ext cx="130748" cy="12014"/>
            </a:xfrm>
            <a:custGeom>
              <a:avLst/>
              <a:gdLst/>
              <a:ahLst/>
              <a:cxnLst/>
              <a:rect l="l" t="t" r="r" b="b"/>
              <a:pathLst>
                <a:path w="3907" h="359" extrusionOk="0">
                  <a:moveTo>
                    <a:pt x="168" y="1"/>
                  </a:moveTo>
                  <a:cubicBezTo>
                    <a:pt x="96" y="1"/>
                    <a:pt x="1" y="96"/>
                    <a:pt x="1" y="168"/>
                  </a:cubicBezTo>
                  <a:cubicBezTo>
                    <a:pt x="1" y="263"/>
                    <a:pt x="96" y="358"/>
                    <a:pt x="168" y="358"/>
                  </a:cubicBezTo>
                  <a:lnTo>
                    <a:pt x="3716" y="358"/>
                  </a:lnTo>
                  <a:cubicBezTo>
                    <a:pt x="3811" y="358"/>
                    <a:pt x="3907" y="263"/>
                    <a:pt x="3907" y="168"/>
                  </a:cubicBezTo>
                  <a:cubicBezTo>
                    <a:pt x="3907" y="96"/>
                    <a:pt x="3811" y="1"/>
                    <a:pt x="3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8"/>
            <p:cNvSpPr/>
            <p:nvPr/>
          </p:nvSpPr>
          <p:spPr>
            <a:xfrm>
              <a:off x="8262235" y="3628054"/>
              <a:ext cx="55820" cy="12014"/>
            </a:xfrm>
            <a:custGeom>
              <a:avLst/>
              <a:gdLst/>
              <a:ahLst/>
              <a:cxnLst/>
              <a:rect l="l" t="t" r="r" b="b"/>
              <a:pathLst>
                <a:path w="1668" h="359" extrusionOk="0">
                  <a:moveTo>
                    <a:pt x="167" y="1"/>
                  </a:moveTo>
                  <a:cubicBezTo>
                    <a:pt x="96" y="1"/>
                    <a:pt x="1" y="96"/>
                    <a:pt x="1" y="168"/>
                  </a:cubicBezTo>
                  <a:cubicBezTo>
                    <a:pt x="1" y="263"/>
                    <a:pt x="96" y="358"/>
                    <a:pt x="167" y="358"/>
                  </a:cubicBezTo>
                  <a:lnTo>
                    <a:pt x="1477" y="358"/>
                  </a:lnTo>
                  <a:cubicBezTo>
                    <a:pt x="1572" y="358"/>
                    <a:pt x="1668" y="263"/>
                    <a:pt x="1668" y="168"/>
                  </a:cubicBezTo>
                  <a:cubicBezTo>
                    <a:pt x="1668" y="96"/>
                    <a:pt x="1572" y="1"/>
                    <a:pt x="1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8"/>
            <p:cNvSpPr/>
            <p:nvPr/>
          </p:nvSpPr>
          <p:spPr>
            <a:xfrm>
              <a:off x="8298913" y="3801802"/>
              <a:ext cx="74928" cy="106017"/>
            </a:xfrm>
            <a:custGeom>
              <a:avLst/>
              <a:gdLst/>
              <a:ahLst/>
              <a:cxnLst/>
              <a:rect l="l" t="t" r="r" b="b"/>
              <a:pathLst>
                <a:path w="2239" h="3168" extrusionOk="0">
                  <a:moveTo>
                    <a:pt x="1143" y="381"/>
                  </a:moveTo>
                  <a:cubicBezTo>
                    <a:pt x="1453" y="381"/>
                    <a:pt x="1691" y="643"/>
                    <a:pt x="1691" y="929"/>
                  </a:cubicBezTo>
                  <a:lnTo>
                    <a:pt x="1691" y="1144"/>
                  </a:lnTo>
                  <a:lnTo>
                    <a:pt x="572" y="1144"/>
                  </a:lnTo>
                  <a:lnTo>
                    <a:pt x="572" y="929"/>
                  </a:lnTo>
                  <a:cubicBezTo>
                    <a:pt x="572" y="620"/>
                    <a:pt x="834" y="381"/>
                    <a:pt x="1143" y="381"/>
                  </a:cubicBezTo>
                  <a:close/>
                  <a:moveTo>
                    <a:pt x="1881" y="1501"/>
                  </a:moveTo>
                  <a:lnTo>
                    <a:pt x="1881" y="2787"/>
                  </a:lnTo>
                  <a:lnTo>
                    <a:pt x="381" y="2787"/>
                  </a:lnTo>
                  <a:lnTo>
                    <a:pt x="381" y="1501"/>
                  </a:lnTo>
                  <a:close/>
                  <a:moveTo>
                    <a:pt x="1096" y="0"/>
                  </a:moveTo>
                  <a:cubicBezTo>
                    <a:pt x="595" y="0"/>
                    <a:pt x="191" y="429"/>
                    <a:pt x="191" y="929"/>
                  </a:cubicBezTo>
                  <a:lnTo>
                    <a:pt x="191" y="1167"/>
                  </a:lnTo>
                  <a:cubicBezTo>
                    <a:pt x="72" y="1239"/>
                    <a:pt x="0" y="1358"/>
                    <a:pt x="0" y="1501"/>
                  </a:cubicBezTo>
                  <a:lnTo>
                    <a:pt x="0" y="2811"/>
                  </a:lnTo>
                  <a:cubicBezTo>
                    <a:pt x="0" y="3025"/>
                    <a:pt x="143" y="3168"/>
                    <a:pt x="357" y="3168"/>
                  </a:cubicBezTo>
                  <a:lnTo>
                    <a:pt x="1858" y="3168"/>
                  </a:lnTo>
                  <a:cubicBezTo>
                    <a:pt x="2048" y="3168"/>
                    <a:pt x="2215" y="3025"/>
                    <a:pt x="2215" y="2811"/>
                  </a:cubicBezTo>
                  <a:lnTo>
                    <a:pt x="2215" y="1501"/>
                  </a:lnTo>
                  <a:cubicBezTo>
                    <a:pt x="2239" y="1358"/>
                    <a:pt x="2143" y="1239"/>
                    <a:pt x="2024" y="1167"/>
                  </a:cubicBezTo>
                  <a:lnTo>
                    <a:pt x="2024" y="929"/>
                  </a:lnTo>
                  <a:cubicBezTo>
                    <a:pt x="2024" y="429"/>
                    <a:pt x="1619" y="0"/>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8"/>
            <p:cNvSpPr/>
            <p:nvPr/>
          </p:nvSpPr>
          <p:spPr>
            <a:xfrm>
              <a:off x="8330771" y="3863946"/>
              <a:ext cx="11980" cy="18372"/>
            </a:xfrm>
            <a:custGeom>
              <a:avLst/>
              <a:gdLst/>
              <a:ahLst/>
              <a:cxnLst/>
              <a:rect l="l" t="t" r="r" b="b"/>
              <a:pathLst>
                <a:path w="358" h="549" extrusionOk="0">
                  <a:moveTo>
                    <a:pt x="191" y="1"/>
                  </a:moveTo>
                  <a:cubicBezTo>
                    <a:pt x="96" y="1"/>
                    <a:pt x="1" y="96"/>
                    <a:pt x="1" y="191"/>
                  </a:cubicBezTo>
                  <a:lnTo>
                    <a:pt x="1" y="358"/>
                  </a:lnTo>
                  <a:cubicBezTo>
                    <a:pt x="1" y="453"/>
                    <a:pt x="96" y="549"/>
                    <a:pt x="191" y="549"/>
                  </a:cubicBezTo>
                  <a:cubicBezTo>
                    <a:pt x="263" y="549"/>
                    <a:pt x="358" y="453"/>
                    <a:pt x="358" y="358"/>
                  </a:cubicBezTo>
                  <a:lnTo>
                    <a:pt x="358" y="191"/>
                  </a:lnTo>
                  <a:cubicBezTo>
                    <a:pt x="358" y="96"/>
                    <a:pt x="263"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8"/>
            <p:cNvSpPr/>
            <p:nvPr/>
          </p:nvSpPr>
          <p:spPr>
            <a:xfrm>
              <a:off x="8076541" y="3696590"/>
              <a:ext cx="159427" cy="122783"/>
            </a:xfrm>
            <a:custGeom>
              <a:avLst/>
              <a:gdLst/>
              <a:ahLst/>
              <a:cxnLst/>
              <a:rect l="l" t="t" r="r" b="b"/>
              <a:pathLst>
                <a:path w="4764" h="3669" extrusionOk="0">
                  <a:moveTo>
                    <a:pt x="4454" y="1454"/>
                  </a:moveTo>
                  <a:lnTo>
                    <a:pt x="4454" y="2216"/>
                  </a:lnTo>
                  <a:lnTo>
                    <a:pt x="3144" y="2216"/>
                  </a:lnTo>
                  <a:lnTo>
                    <a:pt x="3144" y="1454"/>
                  </a:lnTo>
                  <a:close/>
                  <a:moveTo>
                    <a:pt x="4454" y="2216"/>
                  </a:moveTo>
                  <a:cubicBezTo>
                    <a:pt x="4454" y="2228"/>
                    <a:pt x="4442" y="2234"/>
                    <a:pt x="4436" y="2234"/>
                  </a:cubicBezTo>
                  <a:cubicBezTo>
                    <a:pt x="4430" y="2234"/>
                    <a:pt x="4430" y="2228"/>
                    <a:pt x="4454" y="2216"/>
                  </a:cubicBezTo>
                  <a:close/>
                  <a:moveTo>
                    <a:pt x="3859" y="358"/>
                  </a:moveTo>
                  <a:cubicBezTo>
                    <a:pt x="3978" y="358"/>
                    <a:pt x="4049" y="453"/>
                    <a:pt x="4049" y="572"/>
                  </a:cubicBezTo>
                  <a:lnTo>
                    <a:pt x="4049" y="1144"/>
                  </a:lnTo>
                  <a:lnTo>
                    <a:pt x="3144" y="1144"/>
                  </a:lnTo>
                  <a:cubicBezTo>
                    <a:pt x="2930" y="1144"/>
                    <a:pt x="2787" y="1287"/>
                    <a:pt x="2787" y="1501"/>
                  </a:cubicBezTo>
                  <a:lnTo>
                    <a:pt x="2787" y="2239"/>
                  </a:lnTo>
                  <a:cubicBezTo>
                    <a:pt x="2787" y="2454"/>
                    <a:pt x="2930" y="2597"/>
                    <a:pt x="3144" y="2597"/>
                  </a:cubicBezTo>
                  <a:lnTo>
                    <a:pt x="4097" y="2597"/>
                  </a:lnTo>
                  <a:lnTo>
                    <a:pt x="4097" y="3168"/>
                  </a:lnTo>
                  <a:lnTo>
                    <a:pt x="4049" y="3168"/>
                  </a:lnTo>
                  <a:cubicBezTo>
                    <a:pt x="4049" y="3287"/>
                    <a:pt x="3978" y="3359"/>
                    <a:pt x="3859" y="3359"/>
                  </a:cubicBezTo>
                  <a:lnTo>
                    <a:pt x="525" y="3359"/>
                  </a:lnTo>
                  <a:cubicBezTo>
                    <a:pt x="406" y="3359"/>
                    <a:pt x="310" y="3287"/>
                    <a:pt x="310" y="3168"/>
                  </a:cubicBezTo>
                  <a:lnTo>
                    <a:pt x="310" y="572"/>
                  </a:lnTo>
                  <a:cubicBezTo>
                    <a:pt x="310" y="453"/>
                    <a:pt x="382" y="358"/>
                    <a:pt x="525" y="358"/>
                  </a:cubicBezTo>
                  <a:close/>
                  <a:moveTo>
                    <a:pt x="549" y="1"/>
                  </a:moveTo>
                  <a:cubicBezTo>
                    <a:pt x="239" y="1"/>
                    <a:pt x="1" y="239"/>
                    <a:pt x="1" y="549"/>
                  </a:cubicBezTo>
                  <a:lnTo>
                    <a:pt x="1" y="3121"/>
                  </a:lnTo>
                  <a:cubicBezTo>
                    <a:pt x="1" y="3430"/>
                    <a:pt x="239" y="3668"/>
                    <a:pt x="549" y="3668"/>
                  </a:cubicBezTo>
                  <a:lnTo>
                    <a:pt x="3883" y="3668"/>
                  </a:lnTo>
                  <a:cubicBezTo>
                    <a:pt x="4168" y="3668"/>
                    <a:pt x="4406" y="3430"/>
                    <a:pt x="4406" y="3121"/>
                  </a:cubicBezTo>
                  <a:lnTo>
                    <a:pt x="4406" y="2573"/>
                  </a:lnTo>
                  <a:cubicBezTo>
                    <a:pt x="4621" y="2573"/>
                    <a:pt x="4764" y="2406"/>
                    <a:pt x="4764" y="2216"/>
                  </a:cubicBezTo>
                  <a:lnTo>
                    <a:pt x="4764" y="1454"/>
                  </a:lnTo>
                  <a:cubicBezTo>
                    <a:pt x="4764" y="1287"/>
                    <a:pt x="4621" y="1096"/>
                    <a:pt x="4406" y="1096"/>
                  </a:cubicBezTo>
                  <a:lnTo>
                    <a:pt x="4406" y="549"/>
                  </a:lnTo>
                  <a:cubicBezTo>
                    <a:pt x="4406" y="239"/>
                    <a:pt x="4168" y="1"/>
                    <a:pt x="38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8"/>
            <p:cNvSpPr/>
            <p:nvPr/>
          </p:nvSpPr>
          <p:spPr>
            <a:xfrm>
              <a:off x="8187342" y="3752375"/>
              <a:ext cx="11980" cy="12014"/>
            </a:xfrm>
            <a:custGeom>
              <a:avLst/>
              <a:gdLst/>
              <a:ahLst/>
              <a:cxnLst/>
              <a:rect l="l" t="t" r="r" b="b"/>
              <a:pathLst>
                <a:path w="358" h="359" extrusionOk="0">
                  <a:moveTo>
                    <a:pt x="191" y="1"/>
                  </a:moveTo>
                  <a:cubicBezTo>
                    <a:pt x="95" y="1"/>
                    <a:pt x="0" y="96"/>
                    <a:pt x="0" y="191"/>
                  </a:cubicBezTo>
                  <a:cubicBezTo>
                    <a:pt x="0" y="263"/>
                    <a:pt x="95" y="358"/>
                    <a:pt x="191" y="358"/>
                  </a:cubicBezTo>
                  <a:cubicBezTo>
                    <a:pt x="262" y="358"/>
                    <a:pt x="357" y="263"/>
                    <a:pt x="357" y="191"/>
                  </a:cubicBezTo>
                  <a:cubicBezTo>
                    <a:pt x="357" y="96"/>
                    <a:pt x="262"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8"/>
            <p:cNvSpPr/>
            <p:nvPr/>
          </p:nvSpPr>
          <p:spPr>
            <a:xfrm>
              <a:off x="8249485" y="3708570"/>
              <a:ext cx="61408" cy="11980"/>
            </a:xfrm>
            <a:custGeom>
              <a:avLst/>
              <a:gdLst/>
              <a:ahLst/>
              <a:cxnLst/>
              <a:rect l="l" t="t" r="r" b="b"/>
              <a:pathLst>
                <a:path w="1835" h="358" extrusionOk="0">
                  <a:moveTo>
                    <a:pt x="167" y="0"/>
                  </a:moveTo>
                  <a:cubicBezTo>
                    <a:pt x="72" y="0"/>
                    <a:pt x="1" y="95"/>
                    <a:pt x="1" y="191"/>
                  </a:cubicBezTo>
                  <a:cubicBezTo>
                    <a:pt x="1" y="262"/>
                    <a:pt x="72" y="357"/>
                    <a:pt x="167" y="357"/>
                  </a:cubicBezTo>
                  <a:lnTo>
                    <a:pt x="1668" y="357"/>
                  </a:lnTo>
                  <a:cubicBezTo>
                    <a:pt x="1739" y="357"/>
                    <a:pt x="1834" y="262"/>
                    <a:pt x="1834" y="191"/>
                  </a:cubicBezTo>
                  <a:cubicBezTo>
                    <a:pt x="1834" y="95"/>
                    <a:pt x="1787" y="0"/>
                    <a:pt x="1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8"/>
            <p:cNvSpPr/>
            <p:nvPr/>
          </p:nvSpPr>
          <p:spPr>
            <a:xfrm>
              <a:off x="8250289" y="3758767"/>
              <a:ext cx="23927" cy="11980"/>
            </a:xfrm>
            <a:custGeom>
              <a:avLst/>
              <a:gdLst/>
              <a:ahLst/>
              <a:cxnLst/>
              <a:rect l="l" t="t" r="r" b="b"/>
              <a:pathLst>
                <a:path w="715" h="358" extrusionOk="0">
                  <a:moveTo>
                    <a:pt x="167" y="0"/>
                  </a:moveTo>
                  <a:cubicBezTo>
                    <a:pt x="96" y="0"/>
                    <a:pt x="0" y="72"/>
                    <a:pt x="0" y="167"/>
                  </a:cubicBezTo>
                  <a:cubicBezTo>
                    <a:pt x="0" y="262"/>
                    <a:pt x="96" y="358"/>
                    <a:pt x="167" y="358"/>
                  </a:cubicBezTo>
                  <a:lnTo>
                    <a:pt x="524" y="358"/>
                  </a:lnTo>
                  <a:cubicBezTo>
                    <a:pt x="620" y="358"/>
                    <a:pt x="715" y="262"/>
                    <a:pt x="715" y="167"/>
                  </a:cubicBezTo>
                  <a:cubicBezTo>
                    <a:pt x="715" y="72"/>
                    <a:pt x="620"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8"/>
            <p:cNvSpPr/>
            <p:nvPr/>
          </p:nvSpPr>
          <p:spPr>
            <a:xfrm>
              <a:off x="8250289" y="3733267"/>
              <a:ext cx="43069" cy="11980"/>
            </a:xfrm>
            <a:custGeom>
              <a:avLst/>
              <a:gdLst/>
              <a:ahLst/>
              <a:cxnLst/>
              <a:rect l="l" t="t" r="r" b="b"/>
              <a:pathLst>
                <a:path w="1287" h="358" extrusionOk="0">
                  <a:moveTo>
                    <a:pt x="167" y="0"/>
                  </a:moveTo>
                  <a:cubicBezTo>
                    <a:pt x="96" y="0"/>
                    <a:pt x="0" y="96"/>
                    <a:pt x="0" y="191"/>
                  </a:cubicBezTo>
                  <a:cubicBezTo>
                    <a:pt x="0" y="286"/>
                    <a:pt x="96" y="358"/>
                    <a:pt x="167" y="358"/>
                  </a:cubicBezTo>
                  <a:lnTo>
                    <a:pt x="1096" y="358"/>
                  </a:lnTo>
                  <a:cubicBezTo>
                    <a:pt x="1191" y="358"/>
                    <a:pt x="1286" y="286"/>
                    <a:pt x="1286" y="191"/>
                  </a:cubicBezTo>
                  <a:cubicBezTo>
                    <a:pt x="1286" y="96"/>
                    <a:pt x="1191" y="0"/>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5" name="Google Shape;4685;p58"/>
          <p:cNvGrpSpPr/>
          <p:nvPr/>
        </p:nvGrpSpPr>
        <p:grpSpPr>
          <a:xfrm>
            <a:off x="1397389" y="2730598"/>
            <a:ext cx="397728" cy="313231"/>
            <a:chOff x="1397389" y="2965823"/>
            <a:chExt cx="397728" cy="313231"/>
          </a:xfrm>
        </p:grpSpPr>
        <p:sp>
          <p:nvSpPr>
            <p:cNvPr id="4686" name="Google Shape;4686;p58"/>
            <p:cNvSpPr/>
            <p:nvPr/>
          </p:nvSpPr>
          <p:spPr>
            <a:xfrm>
              <a:off x="1397389" y="2965823"/>
              <a:ext cx="341945" cy="184928"/>
            </a:xfrm>
            <a:custGeom>
              <a:avLst/>
              <a:gdLst/>
              <a:ahLst/>
              <a:cxnLst/>
              <a:rect l="l" t="t" r="r" b="b"/>
              <a:pathLst>
                <a:path w="10218" h="5526" extrusionOk="0">
                  <a:moveTo>
                    <a:pt x="2763" y="0"/>
                  </a:moveTo>
                  <a:cubicBezTo>
                    <a:pt x="1263" y="0"/>
                    <a:pt x="1" y="1239"/>
                    <a:pt x="1" y="2763"/>
                  </a:cubicBezTo>
                  <a:cubicBezTo>
                    <a:pt x="1" y="4287"/>
                    <a:pt x="1239" y="5525"/>
                    <a:pt x="2763" y="5525"/>
                  </a:cubicBezTo>
                  <a:lnTo>
                    <a:pt x="7407" y="5525"/>
                  </a:lnTo>
                  <a:cubicBezTo>
                    <a:pt x="7526" y="5525"/>
                    <a:pt x="7693" y="5525"/>
                    <a:pt x="7812" y="5501"/>
                  </a:cubicBezTo>
                  <a:cubicBezTo>
                    <a:pt x="7883" y="5501"/>
                    <a:pt x="7955" y="5406"/>
                    <a:pt x="7955" y="5287"/>
                  </a:cubicBezTo>
                  <a:cubicBezTo>
                    <a:pt x="7955" y="5192"/>
                    <a:pt x="7859" y="5144"/>
                    <a:pt x="7740" y="5144"/>
                  </a:cubicBezTo>
                  <a:cubicBezTo>
                    <a:pt x="7621" y="5168"/>
                    <a:pt x="7502" y="5168"/>
                    <a:pt x="7383" y="5168"/>
                  </a:cubicBezTo>
                  <a:lnTo>
                    <a:pt x="2739" y="5168"/>
                  </a:lnTo>
                  <a:cubicBezTo>
                    <a:pt x="1406" y="5168"/>
                    <a:pt x="310" y="4072"/>
                    <a:pt x="310" y="2739"/>
                  </a:cubicBezTo>
                  <a:cubicBezTo>
                    <a:pt x="310" y="1381"/>
                    <a:pt x="1406" y="286"/>
                    <a:pt x="2739" y="286"/>
                  </a:cubicBezTo>
                  <a:lnTo>
                    <a:pt x="7383" y="286"/>
                  </a:lnTo>
                  <a:cubicBezTo>
                    <a:pt x="8717" y="286"/>
                    <a:pt x="9836" y="1381"/>
                    <a:pt x="9836" y="2739"/>
                  </a:cubicBezTo>
                  <a:cubicBezTo>
                    <a:pt x="9836" y="3120"/>
                    <a:pt x="9741" y="3525"/>
                    <a:pt x="9526" y="3882"/>
                  </a:cubicBezTo>
                  <a:cubicBezTo>
                    <a:pt x="9479" y="3977"/>
                    <a:pt x="9526" y="4072"/>
                    <a:pt x="9598" y="4120"/>
                  </a:cubicBezTo>
                  <a:cubicBezTo>
                    <a:pt x="9620" y="4142"/>
                    <a:pt x="9643" y="4150"/>
                    <a:pt x="9668" y="4150"/>
                  </a:cubicBezTo>
                  <a:cubicBezTo>
                    <a:pt x="9725" y="4150"/>
                    <a:pt x="9786" y="4106"/>
                    <a:pt x="9836" y="4072"/>
                  </a:cubicBezTo>
                  <a:cubicBezTo>
                    <a:pt x="10027" y="3691"/>
                    <a:pt x="10146" y="3215"/>
                    <a:pt x="10146" y="2763"/>
                  </a:cubicBezTo>
                  <a:cubicBezTo>
                    <a:pt x="10217" y="1239"/>
                    <a:pt x="8955" y="0"/>
                    <a:pt x="7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8"/>
            <p:cNvSpPr/>
            <p:nvPr/>
          </p:nvSpPr>
          <p:spPr>
            <a:xfrm>
              <a:off x="1465121" y="3015217"/>
              <a:ext cx="62211" cy="86909"/>
            </a:xfrm>
            <a:custGeom>
              <a:avLst/>
              <a:gdLst/>
              <a:ahLst/>
              <a:cxnLst/>
              <a:rect l="l" t="t" r="r" b="b"/>
              <a:pathLst>
                <a:path w="1859" h="2597" extrusionOk="0">
                  <a:moveTo>
                    <a:pt x="930" y="358"/>
                  </a:moveTo>
                  <a:cubicBezTo>
                    <a:pt x="1144" y="358"/>
                    <a:pt x="1311" y="548"/>
                    <a:pt x="1311" y="739"/>
                  </a:cubicBezTo>
                  <a:cubicBezTo>
                    <a:pt x="1311" y="953"/>
                    <a:pt x="1144" y="1144"/>
                    <a:pt x="930" y="1144"/>
                  </a:cubicBezTo>
                  <a:lnTo>
                    <a:pt x="358" y="1144"/>
                  </a:lnTo>
                  <a:lnTo>
                    <a:pt x="358" y="358"/>
                  </a:lnTo>
                  <a:close/>
                  <a:moveTo>
                    <a:pt x="1096" y="1453"/>
                  </a:moveTo>
                  <a:cubicBezTo>
                    <a:pt x="1311" y="1453"/>
                    <a:pt x="1501" y="1644"/>
                    <a:pt x="1501" y="1858"/>
                  </a:cubicBezTo>
                  <a:cubicBezTo>
                    <a:pt x="1501" y="2049"/>
                    <a:pt x="1334" y="2239"/>
                    <a:pt x="1144" y="2239"/>
                  </a:cubicBezTo>
                  <a:lnTo>
                    <a:pt x="358" y="2239"/>
                  </a:lnTo>
                  <a:lnTo>
                    <a:pt x="358" y="1453"/>
                  </a:lnTo>
                  <a:close/>
                  <a:moveTo>
                    <a:pt x="191" y="1"/>
                  </a:moveTo>
                  <a:cubicBezTo>
                    <a:pt x="96" y="1"/>
                    <a:pt x="1" y="96"/>
                    <a:pt x="1" y="191"/>
                  </a:cubicBezTo>
                  <a:lnTo>
                    <a:pt x="1" y="2406"/>
                  </a:lnTo>
                  <a:cubicBezTo>
                    <a:pt x="1" y="2501"/>
                    <a:pt x="96" y="2596"/>
                    <a:pt x="191" y="2596"/>
                  </a:cubicBezTo>
                  <a:lnTo>
                    <a:pt x="1096" y="2596"/>
                  </a:lnTo>
                  <a:cubicBezTo>
                    <a:pt x="1525" y="2596"/>
                    <a:pt x="1858" y="2263"/>
                    <a:pt x="1858" y="1858"/>
                  </a:cubicBezTo>
                  <a:cubicBezTo>
                    <a:pt x="1858" y="1572"/>
                    <a:pt x="1692" y="1334"/>
                    <a:pt x="1501" y="1215"/>
                  </a:cubicBezTo>
                  <a:cubicBezTo>
                    <a:pt x="1620" y="1096"/>
                    <a:pt x="1668" y="929"/>
                    <a:pt x="1668" y="739"/>
                  </a:cubicBezTo>
                  <a:cubicBezTo>
                    <a:pt x="1668" y="334"/>
                    <a:pt x="1334"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8"/>
            <p:cNvSpPr/>
            <p:nvPr/>
          </p:nvSpPr>
          <p:spPr>
            <a:xfrm>
              <a:off x="1540048" y="3015217"/>
              <a:ext cx="55820" cy="86909"/>
            </a:xfrm>
            <a:custGeom>
              <a:avLst/>
              <a:gdLst/>
              <a:ahLst/>
              <a:cxnLst/>
              <a:rect l="l" t="t" r="r" b="b"/>
              <a:pathLst>
                <a:path w="1668" h="2597" extrusionOk="0">
                  <a:moveTo>
                    <a:pt x="167" y="1"/>
                  </a:moveTo>
                  <a:cubicBezTo>
                    <a:pt x="96" y="1"/>
                    <a:pt x="0" y="96"/>
                    <a:pt x="0" y="191"/>
                  </a:cubicBezTo>
                  <a:lnTo>
                    <a:pt x="0" y="1763"/>
                  </a:lnTo>
                  <a:cubicBezTo>
                    <a:pt x="0" y="2215"/>
                    <a:pt x="358" y="2596"/>
                    <a:pt x="834" y="2596"/>
                  </a:cubicBezTo>
                  <a:cubicBezTo>
                    <a:pt x="1286" y="2596"/>
                    <a:pt x="1667" y="2239"/>
                    <a:pt x="1667" y="1763"/>
                  </a:cubicBezTo>
                  <a:lnTo>
                    <a:pt x="1667" y="191"/>
                  </a:lnTo>
                  <a:cubicBezTo>
                    <a:pt x="1667" y="96"/>
                    <a:pt x="1572" y="1"/>
                    <a:pt x="1477" y="1"/>
                  </a:cubicBezTo>
                  <a:cubicBezTo>
                    <a:pt x="1405" y="1"/>
                    <a:pt x="1310" y="96"/>
                    <a:pt x="1310" y="191"/>
                  </a:cubicBezTo>
                  <a:lnTo>
                    <a:pt x="1310" y="1763"/>
                  </a:lnTo>
                  <a:cubicBezTo>
                    <a:pt x="1310" y="2025"/>
                    <a:pt x="1096" y="2239"/>
                    <a:pt x="834" y="2239"/>
                  </a:cubicBezTo>
                  <a:cubicBezTo>
                    <a:pt x="572" y="2239"/>
                    <a:pt x="358" y="2025"/>
                    <a:pt x="358" y="1763"/>
                  </a:cubicBezTo>
                  <a:lnTo>
                    <a:pt x="358" y="191"/>
                  </a:lnTo>
                  <a:cubicBezTo>
                    <a:pt x="358" y="96"/>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8"/>
            <p:cNvSpPr/>
            <p:nvPr/>
          </p:nvSpPr>
          <p:spPr>
            <a:xfrm>
              <a:off x="1607780" y="3015217"/>
              <a:ext cx="63784" cy="86909"/>
            </a:xfrm>
            <a:custGeom>
              <a:avLst/>
              <a:gdLst/>
              <a:ahLst/>
              <a:cxnLst/>
              <a:rect l="l" t="t" r="r" b="b"/>
              <a:pathLst>
                <a:path w="1906" h="2597" extrusionOk="0">
                  <a:moveTo>
                    <a:pt x="208" y="1"/>
                  </a:moveTo>
                  <a:cubicBezTo>
                    <a:pt x="181" y="1"/>
                    <a:pt x="151" y="9"/>
                    <a:pt x="120" y="24"/>
                  </a:cubicBezTo>
                  <a:cubicBezTo>
                    <a:pt x="24" y="96"/>
                    <a:pt x="1" y="191"/>
                    <a:pt x="48" y="263"/>
                  </a:cubicBezTo>
                  <a:lnTo>
                    <a:pt x="763" y="1525"/>
                  </a:lnTo>
                  <a:lnTo>
                    <a:pt x="763" y="2406"/>
                  </a:lnTo>
                  <a:cubicBezTo>
                    <a:pt x="763" y="2501"/>
                    <a:pt x="858" y="2596"/>
                    <a:pt x="953" y="2596"/>
                  </a:cubicBezTo>
                  <a:cubicBezTo>
                    <a:pt x="1048" y="2596"/>
                    <a:pt x="1120" y="2501"/>
                    <a:pt x="1120" y="2406"/>
                  </a:cubicBezTo>
                  <a:lnTo>
                    <a:pt x="1120" y="1525"/>
                  </a:lnTo>
                  <a:lnTo>
                    <a:pt x="1834" y="263"/>
                  </a:lnTo>
                  <a:cubicBezTo>
                    <a:pt x="1906" y="191"/>
                    <a:pt x="1882" y="72"/>
                    <a:pt x="1787" y="24"/>
                  </a:cubicBezTo>
                  <a:cubicBezTo>
                    <a:pt x="1755" y="9"/>
                    <a:pt x="1723" y="1"/>
                    <a:pt x="1693" y="1"/>
                  </a:cubicBezTo>
                  <a:cubicBezTo>
                    <a:pt x="1633" y="1"/>
                    <a:pt x="1580" y="32"/>
                    <a:pt x="1549" y="96"/>
                  </a:cubicBezTo>
                  <a:lnTo>
                    <a:pt x="953" y="1144"/>
                  </a:lnTo>
                  <a:lnTo>
                    <a:pt x="358" y="96"/>
                  </a:lnTo>
                  <a:cubicBezTo>
                    <a:pt x="310" y="32"/>
                    <a:pt x="263"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8"/>
            <p:cNvSpPr/>
            <p:nvPr/>
          </p:nvSpPr>
          <p:spPr>
            <a:xfrm>
              <a:off x="1677119" y="3091249"/>
              <a:ext cx="117998" cy="187806"/>
            </a:xfrm>
            <a:custGeom>
              <a:avLst/>
              <a:gdLst/>
              <a:ahLst/>
              <a:cxnLst/>
              <a:rect l="l" t="t" r="r" b="b"/>
              <a:pathLst>
                <a:path w="3526" h="5612" extrusionOk="0">
                  <a:moveTo>
                    <a:pt x="334" y="586"/>
                  </a:moveTo>
                  <a:lnTo>
                    <a:pt x="2906" y="2825"/>
                  </a:lnTo>
                  <a:lnTo>
                    <a:pt x="1477" y="2873"/>
                  </a:lnTo>
                  <a:cubicBezTo>
                    <a:pt x="1429" y="2873"/>
                    <a:pt x="1382" y="2920"/>
                    <a:pt x="1358" y="2944"/>
                  </a:cubicBezTo>
                  <a:lnTo>
                    <a:pt x="334" y="3992"/>
                  </a:lnTo>
                  <a:lnTo>
                    <a:pt x="334" y="586"/>
                  </a:lnTo>
                  <a:close/>
                  <a:moveTo>
                    <a:pt x="167" y="1"/>
                  </a:moveTo>
                  <a:cubicBezTo>
                    <a:pt x="145" y="1"/>
                    <a:pt x="122" y="6"/>
                    <a:pt x="96" y="15"/>
                  </a:cubicBezTo>
                  <a:cubicBezTo>
                    <a:pt x="48" y="62"/>
                    <a:pt x="0" y="110"/>
                    <a:pt x="0" y="182"/>
                  </a:cubicBezTo>
                  <a:lnTo>
                    <a:pt x="0" y="4397"/>
                  </a:lnTo>
                  <a:cubicBezTo>
                    <a:pt x="0" y="4468"/>
                    <a:pt x="48" y="4540"/>
                    <a:pt x="120" y="4540"/>
                  </a:cubicBezTo>
                  <a:lnTo>
                    <a:pt x="191" y="4540"/>
                  </a:lnTo>
                  <a:cubicBezTo>
                    <a:pt x="239" y="4540"/>
                    <a:pt x="286" y="4516"/>
                    <a:pt x="310" y="4492"/>
                  </a:cubicBezTo>
                  <a:lnTo>
                    <a:pt x="1429" y="3301"/>
                  </a:lnTo>
                  <a:lnTo>
                    <a:pt x="2453" y="5540"/>
                  </a:lnTo>
                  <a:cubicBezTo>
                    <a:pt x="2477" y="5587"/>
                    <a:pt x="2549" y="5611"/>
                    <a:pt x="2596" y="5611"/>
                  </a:cubicBezTo>
                  <a:cubicBezTo>
                    <a:pt x="2620" y="5611"/>
                    <a:pt x="2668" y="5611"/>
                    <a:pt x="2668" y="5587"/>
                  </a:cubicBezTo>
                  <a:cubicBezTo>
                    <a:pt x="2739" y="5564"/>
                    <a:pt x="2787" y="5445"/>
                    <a:pt x="2739" y="5349"/>
                  </a:cubicBezTo>
                  <a:lnTo>
                    <a:pt x="1739" y="3111"/>
                  </a:lnTo>
                  <a:lnTo>
                    <a:pt x="3382" y="3015"/>
                  </a:lnTo>
                  <a:cubicBezTo>
                    <a:pt x="3427" y="3015"/>
                    <a:pt x="3494" y="2972"/>
                    <a:pt x="3521" y="2907"/>
                  </a:cubicBezTo>
                  <a:lnTo>
                    <a:pt x="3521" y="2907"/>
                  </a:lnTo>
                  <a:cubicBezTo>
                    <a:pt x="3523" y="2910"/>
                    <a:pt x="3524" y="2912"/>
                    <a:pt x="3524" y="2912"/>
                  </a:cubicBezTo>
                  <a:cubicBezTo>
                    <a:pt x="3525" y="2912"/>
                    <a:pt x="3525" y="2907"/>
                    <a:pt x="3525" y="2896"/>
                  </a:cubicBezTo>
                  <a:lnTo>
                    <a:pt x="3525" y="2896"/>
                  </a:lnTo>
                  <a:cubicBezTo>
                    <a:pt x="3524" y="2900"/>
                    <a:pt x="3523" y="2903"/>
                    <a:pt x="3521" y="2907"/>
                  </a:cubicBezTo>
                  <a:lnTo>
                    <a:pt x="3521" y="2907"/>
                  </a:lnTo>
                  <a:cubicBezTo>
                    <a:pt x="3515" y="2893"/>
                    <a:pt x="3498" y="2854"/>
                    <a:pt x="3454" y="2825"/>
                  </a:cubicBezTo>
                  <a:lnTo>
                    <a:pt x="286" y="62"/>
                  </a:lnTo>
                  <a:cubicBezTo>
                    <a:pt x="241" y="17"/>
                    <a:pt x="205"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1" name="Google Shape;4691;p58"/>
          <p:cNvGrpSpPr/>
          <p:nvPr/>
        </p:nvGrpSpPr>
        <p:grpSpPr>
          <a:xfrm>
            <a:off x="2054063" y="2731368"/>
            <a:ext cx="398501" cy="314837"/>
            <a:chOff x="2054063" y="2966593"/>
            <a:chExt cx="398501" cy="314837"/>
          </a:xfrm>
        </p:grpSpPr>
        <p:sp>
          <p:nvSpPr>
            <p:cNvPr id="4692" name="Google Shape;4692;p58"/>
            <p:cNvSpPr/>
            <p:nvPr/>
          </p:nvSpPr>
          <p:spPr>
            <a:xfrm>
              <a:off x="2097902" y="3214465"/>
              <a:ext cx="310856" cy="11980"/>
            </a:xfrm>
            <a:custGeom>
              <a:avLst/>
              <a:gdLst/>
              <a:ahLst/>
              <a:cxnLst/>
              <a:rect l="l" t="t" r="r" b="b"/>
              <a:pathLst>
                <a:path w="9289" h="358" extrusionOk="0">
                  <a:moveTo>
                    <a:pt x="167" y="0"/>
                  </a:moveTo>
                  <a:cubicBezTo>
                    <a:pt x="72" y="0"/>
                    <a:pt x="1" y="95"/>
                    <a:pt x="1" y="191"/>
                  </a:cubicBezTo>
                  <a:cubicBezTo>
                    <a:pt x="1" y="262"/>
                    <a:pt x="96" y="357"/>
                    <a:pt x="167" y="357"/>
                  </a:cubicBezTo>
                  <a:lnTo>
                    <a:pt x="9098" y="357"/>
                  </a:lnTo>
                  <a:cubicBezTo>
                    <a:pt x="9193" y="357"/>
                    <a:pt x="9288" y="262"/>
                    <a:pt x="9288" y="191"/>
                  </a:cubicBezTo>
                  <a:cubicBezTo>
                    <a:pt x="9288" y="95"/>
                    <a:pt x="9217" y="0"/>
                    <a:pt x="9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8"/>
            <p:cNvSpPr/>
            <p:nvPr/>
          </p:nvSpPr>
          <p:spPr>
            <a:xfrm>
              <a:off x="2054063" y="3108450"/>
              <a:ext cx="398501" cy="172981"/>
            </a:xfrm>
            <a:custGeom>
              <a:avLst/>
              <a:gdLst/>
              <a:ahLst/>
              <a:cxnLst/>
              <a:rect l="l" t="t" r="r" b="b"/>
              <a:pathLst>
                <a:path w="11908" h="5169" extrusionOk="0">
                  <a:moveTo>
                    <a:pt x="11527" y="4311"/>
                  </a:moveTo>
                  <a:lnTo>
                    <a:pt x="11527" y="4669"/>
                  </a:lnTo>
                  <a:lnTo>
                    <a:pt x="11551" y="4669"/>
                  </a:lnTo>
                  <a:cubicBezTo>
                    <a:pt x="11551" y="4788"/>
                    <a:pt x="11456" y="4859"/>
                    <a:pt x="11336" y="4859"/>
                  </a:cubicBezTo>
                  <a:lnTo>
                    <a:pt x="572" y="4859"/>
                  </a:lnTo>
                  <a:cubicBezTo>
                    <a:pt x="453" y="4859"/>
                    <a:pt x="358" y="4788"/>
                    <a:pt x="358" y="4669"/>
                  </a:cubicBezTo>
                  <a:lnTo>
                    <a:pt x="358" y="4311"/>
                  </a:lnTo>
                  <a:lnTo>
                    <a:pt x="5216" y="4311"/>
                  </a:lnTo>
                  <a:cubicBezTo>
                    <a:pt x="5216" y="4383"/>
                    <a:pt x="5288" y="4478"/>
                    <a:pt x="5383" y="4478"/>
                  </a:cubicBezTo>
                  <a:lnTo>
                    <a:pt x="6478" y="4478"/>
                  </a:lnTo>
                  <a:cubicBezTo>
                    <a:pt x="6574" y="4478"/>
                    <a:pt x="6669" y="4383"/>
                    <a:pt x="6669" y="4311"/>
                  </a:cubicBezTo>
                  <a:close/>
                  <a:moveTo>
                    <a:pt x="739" y="1"/>
                  </a:moveTo>
                  <a:cubicBezTo>
                    <a:pt x="644" y="1"/>
                    <a:pt x="572" y="96"/>
                    <a:pt x="572" y="191"/>
                  </a:cubicBezTo>
                  <a:lnTo>
                    <a:pt x="572" y="3906"/>
                  </a:lnTo>
                  <a:lnTo>
                    <a:pt x="358" y="3906"/>
                  </a:lnTo>
                  <a:cubicBezTo>
                    <a:pt x="144" y="3906"/>
                    <a:pt x="1" y="4073"/>
                    <a:pt x="1" y="4264"/>
                  </a:cubicBezTo>
                  <a:lnTo>
                    <a:pt x="1" y="4621"/>
                  </a:lnTo>
                  <a:cubicBezTo>
                    <a:pt x="1" y="4931"/>
                    <a:pt x="239" y="5169"/>
                    <a:pt x="525" y="5169"/>
                  </a:cubicBezTo>
                  <a:lnTo>
                    <a:pt x="11313" y="5169"/>
                  </a:lnTo>
                  <a:cubicBezTo>
                    <a:pt x="11598" y="5169"/>
                    <a:pt x="11837" y="4931"/>
                    <a:pt x="11837" y="4621"/>
                  </a:cubicBezTo>
                  <a:lnTo>
                    <a:pt x="11837" y="4264"/>
                  </a:lnTo>
                  <a:cubicBezTo>
                    <a:pt x="11908" y="4073"/>
                    <a:pt x="11741" y="3906"/>
                    <a:pt x="11551" y="3906"/>
                  </a:cubicBezTo>
                  <a:lnTo>
                    <a:pt x="11336" y="3906"/>
                  </a:lnTo>
                  <a:lnTo>
                    <a:pt x="11336" y="191"/>
                  </a:lnTo>
                  <a:cubicBezTo>
                    <a:pt x="11336" y="96"/>
                    <a:pt x="11241" y="1"/>
                    <a:pt x="11146" y="1"/>
                  </a:cubicBezTo>
                  <a:cubicBezTo>
                    <a:pt x="11074" y="1"/>
                    <a:pt x="10979" y="96"/>
                    <a:pt x="10979" y="191"/>
                  </a:cubicBezTo>
                  <a:lnTo>
                    <a:pt x="10979" y="3906"/>
                  </a:lnTo>
                  <a:lnTo>
                    <a:pt x="930" y="3906"/>
                  </a:lnTo>
                  <a:lnTo>
                    <a:pt x="930" y="191"/>
                  </a:lnTo>
                  <a:cubicBezTo>
                    <a:pt x="930" y="96"/>
                    <a:pt x="834" y="1"/>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8"/>
            <p:cNvSpPr/>
            <p:nvPr/>
          </p:nvSpPr>
          <p:spPr>
            <a:xfrm>
              <a:off x="2055670" y="2966593"/>
              <a:ext cx="396895" cy="133124"/>
            </a:xfrm>
            <a:custGeom>
              <a:avLst/>
              <a:gdLst/>
              <a:ahLst/>
              <a:cxnLst/>
              <a:rect l="l" t="t" r="r" b="b"/>
              <a:pathLst>
                <a:path w="11860" h="3978" extrusionOk="0">
                  <a:moveTo>
                    <a:pt x="10503" y="334"/>
                  </a:moveTo>
                  <a:cubicBezTo>
                    <a:pt x="10598" y="334"/>
                    <a:pt x="10669" y="382"/>
                    <a:pt x="10693" y="453"/>
                  </a:cubicBezTo>
                  <a:lnTo>
                    <a:pt x="11431" y="2192"/>
                  </a:lnTo>
                  <a:lnTo>
                    <a:pt x="429" y="2192"/>
                  </a:lnTo>
                  <a:lnTo>
                    <a:pt x="1167" y="453"/>
                  </a:lnTo>
                  <a:cubicBezTo>
                    <a:pt x="1191" y="382"/>
                    <a:pt x="1263" y="334"/>
                    <a:pt x="1358" y="334"/>
                  </a:cubicBezTo>
                  <a:close/>
                  <a:moveTo>
                    <a:pt x="2834" y="2525"/>
                  </a:moveTo>
                  <a:cubicBezTo>
                    <a:pt x="2787" y="3144"/>
                    <a:pt x="2239" y="3621"/>
                    <a:pt x="1596" y="3621"/>
                  </a:cubicBezTo>
                  <a:cubicBezTo>
                    <a:pt x="953" y="3621"/>
                    <a:pt x="429" y="3144"/>
                    <a:pt x="334" y="2525"/>
                  </a:cubicBezTo>
                  <a:close/>
                  <a:moveTo>
                    <a:pt x="5716" y="2525"/>
                  </a:moveTo>
                  <a:cubicBezTo>
                    <a:pt x="5644" y="3144"/>
                    <a:pt x="5120" y="3621"/>
                    <a:pt x="4477" y="3621"/>
                  </a:cubicBezTo>
                  <a:cubicBezTo>
                    <a:pt x="3858" y="3621"/>
                    <a:pt x="3311" y="3144"/>
                    <a:pt x="3215" y="2525"/>
                  </a:cubicBezTo>
                  <a:close/>
                  <a:moveTo>
                    <a:pt x="8621" y="2525"/>
                  </a:moveTo>
                  <a:cubicBezTo>
                    <a:pt x="8526" y="3144"/>
                    <a:pt x="7978" y="3621"/>
                    <a:pt x="7359" y="3621"/>
                  </a:cubicBezTo>
                  <a:cubicBezTo>
                    <a:pt x="6740" y="3621"/>
                    <a:pt x="6192" y="3144"/>
                    <a:pt x="6121" y="2525"/>
                  </a:cubicBezTo>
                  <a:close/>
                  <a:moveTo>
                    <a:pt x="11503" y="2525"/>
                  </a:moveTo>
                  <a:cubicBezTo>
                    <a:pt x="11408" y="3144"/>
                    <a:pt x="10884" y="3621"/>
                    <a:pt x="10241" y="3621"/>
                  </a:cubicBezTo>
                  <a:cubicBezTo>
                    <a:pt x="9621" y="3621"/>
                    <a:pt x="9098" y="3144"/>
                    <a:pt x="9002" y="2525"/>
                  </a:cubicBezTo>
                  <a:close/>
                  <a:moveTo>
                    <a:pt x="1334" y="1"/>
                  </a:moveTo>
                  <a:cubicBezTo>
                    <a:pt x="1143" y="1"/>
                    <a:pt x="929" y="120"/>
                    <a:pt x="834" y="334"/>
                  </a:cubicBezTo>
                  <a:lnTo>
                    <a:pt x="0" y="2311"/>
                  </a:lnTo>
                  <a:lnTo>
                    <a:pt x="0" y="2382"/>
                  </a:lnTo>
                  <a:cubicBezTo>
                    <a:pt x="0" y="3264"/>
                    <a:pt x="715" y="3978"/>
                    <a:pt x="1620" y="3978"/>
                  </a:cubicBezTo>
                  <a:cubicBezTo>
                    <a:pt x="2239" y="3978"/>
                    <a:pt x="2763" y="3621"/>
                    <a:pt x="3049" y="3097"/>
                  </a:cubicBezTo>
                  <a:cubicBezTo>
                    <a:pt x="3311" y="3621"/>
                    <a:pt x="3835" y="3978"/>
                    <a:pt x="4477" y="3978"/>
                  </a:cubicBezTo>
                  <a:cubicBezTo>
                    <a:pt x="5097" y="3978"/>
                    <a:pt x="5644" y="3621"/>
                    <a:pt x="5906" y="3097"/>
                  </a:cubicBezTo>
                  <a:cubicBezTo>
                    <a:pt x="6168" y="3621"/>
                    <a:pt x="6716" y="3978"/>
                    <a:pt x="7335" y="3978"/>
                  </a:cubicBezTo>
                  <a:cubicBezTo>
                    <a:pt x="7954" y="3978"/>
                    <a:pt x="8502" y="3621"/>
                    <a:pt x="8764" y="3097"/>
                  </a:cubicBezTo>
                  <a:cubicBezTo>
                    <a:pt x="9026" y="3621"/>
                    <a:pt x="9574" y="3978"/>
                    <a:pt x="10193" y="3978"/>
                  </a:cubicBezTo>
                  <a:cubicBezTo>
                    <a:pt x="11074" y="3978"/>
                    <a:pt x="11789" y="3264"/>
                    <a:pt x="11789" y="2382"/>
                  </a:cubicBezTo>
                  <a:cubicBezTo>
                    <a:pt x="11860" y="2359"/>
                    <a:pt x="11860" y="2311"/>
                    <a:pt x="11860" y="2311"/>
                  </a:cubicBezTo>
                  <a:lnTo>
                    <a:pt x="11026" y="334"/>
                  </a:lnTo>
                  <a:cubicBezTo>
                    <a:pt x="10931" y="120"/>
                    <a:pt x="10717" y="1"/>
                    <a:pt x="10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8"/>
            <p:cNvSpPr/>
            <p:nvPr/>
          </p:nvSpPr>
          <p:spPr>
            <a:xfrm>
              <a:off x="2161652" y="3102359"/>
              <a:ext cx="63550" cy="96982"/>
            </a:xfrm>
            <a:custGeom>
              <a:avLst/>
              <a:gdLst/>
              <a:ahLst/>
              <a:cxnLst/>
              <a:rect l="l" t="t" r="r" b="b"/>
              <a:pathLst>
                <a:path w="1899" h="2898" extrusionOk="0">
                  <a:moveTo>
                    <a:pt x="334" y="540"/>
                  </a:moveTo>
                  <a:lnTo>
                    <a:pt x="1287" y="1350"/>
                  </a:lnTo>
                  <a:lnTo>
                    <a:pt x="763" y="1374"/>
                  </a:lnTo>
                  <a:cubicBezTo>
                    <a:pt x="739" y="1374"/>
                    <a:pt x="691" y="1421"/>
                    <a:pt x="644" y="1445"/>
                  </a:cubicBezTo>
                  <a:lnTo>
                    <a:pt x="334" y="1802"/>
                  </a:lnTo>
                  <a:lnTo>
                    <a:pt x="334" y="540"/>
                  </a:lnTo>
                  <a:close/>
                  <a:moveTo>
                    <a:pt x="164" y="1"/>
                  </a:moveTo>
                  <a:cubicBezTo>
                    <a:pt x="140" y="1"/>
                    <a:pt x="116" y="6"/>
                    <a:pt x="96" y="16"/>
                  </a:cubicBezTo>
                  <a:cubicBezTo>
                    <a:pt x="25" y="40"/>
                    <a:pt x="1" y="111"/>
                    <a:pt x="1" y="159"/>
                  </a:cubicBezTo>
                  <a:lnTo>
                    <a:pt x="1" y="2207"/>
                  </a:lnTo>
                  <a:cubicBezTo>
                    <a:pt x="1" y="2279"/>
                    <a:pt x="25" y="2374"/>
                    <a:pt x="120" y="2374"/>
                  </a:cubicBezTo>
                  <a:lnTo>
                    <a:pt x="167" y="2374"/>
                  </a:lnTo>
                  <a:cubicBezTo>
                    <a:pt x="239" y="2374"/>
                    <a:pt x="263" y="2326"/>
                    <a:pt x="286" y="2302"/>
                  </a:cubicBezTo>
                  <a:lnTo>
                    <a:pt x="739" y="1826"/>
                  </a:lnTo>
                  <a:lnTo>
                    <a:pt x="1191" y="2803"/>
                  </a:lnTo>
                  <a:cubicBezTo>
                    <a:pt x="1215" y="2874"/>
                    <a:pt x="1287" y="2898"/>
                    <a:pt x="1334" y="2898"/>
                  </a:cubicBezTo>
                  <a:cubicBezTo>
                    <a:pt x="1358" y="2898"/>
                    <a:pt x="1406" y="2898"/>
                    <a:pt x="1406" y="2874"/>
                  </a:cubicBezTo>
                  <a:cubicBezTo>
                    <a:pt x="1477" y="2850"/>
                    <a:pt x="1525" y="2731"/>
                    <a:pt x="1477" y="2636"/>
                  </a:cubicBezTo>
                  <a:lnTo>
                    <a:pt x="1049" y="1659"/>
                  </a:lnTo>
                  <a:lnTo>
                    <a:pt x="1692" y="1612"/>
                  </a:lnTo>
                  <a:cubicBezTo>
                    <a:pt x="1763" y="1612"/>
                    <a:pt x="1811" y="1564"/>
                    <a:pt x="1834" y="1493"/>
                  </a:cubicBezTo>
                  <a:cubicBezTo>
                    <a:pt x="1844" y="1496"/>
                    <a:pt x="1852" y="1497"/>
                    <a:pt x="1858" y="1497"/>
                  </a:cubicBezTo>
                  <a:cubicBezTo>
                    <a:pt x="1899" y="1497"/>
                    <a:pt x="1872" y="1436"/>
                    <a:pt x="1811" y="1374"/>
                  </a:cubicBezTo>
                  <a:lnTo>
                    <a:pt x="263" y="40"/>
                  </a:lnTo>
                  <a:cubicBezTo>
                    <a:pt x="235" y="12"/>
                    <a:pt x="199"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6" name="Google Shape;4696;p58"/>
          <p:cNvGrpSpPr/>
          <p:nvPr/>
        </p:nvGrpSpPr>
        <p:grpSpPr>
          <a:xfrm>
            <a:off x="2731486" y="2730598"/>
            <a:ext cx="398501" cy="315608"/>
            <a:chOff x="2731486" y="2965823"/>
            <a:chExt cx="398501" cy="315608"/>
          </a:xfrm>
        </p:grpSpPr>
        <p:sp>
          <p:nvSpPr>
            <p:cNvPr id="4697" name="Google Shape;4697;p58"/>
            <p:cNvSpPr/>
            <p:nvPr/>
          </p:nvSpPr>
          <p:spPr>
            <a:xfrm>
              <a:off x="2775291" y="2990520"/>
              <a:ext cx="310856" cy="11980"/>
            </a:xfrm>
            <a:custGeom>
              <a:avLst/>
              <a:gdLst/>
              <a:ahLst/>
              <a:cxnLst/>
              <a:rect l="l" t="t" r="r" b="b"/>
              <a:pathLst>
                <a:path w="9289" h="358" extrusionOk="0">
                  <a:moveTo>
                    <a:pt x="168" y="0"/>
                  </a:moveTo>
                  <a:cubicBezTo>
                    <a:pt x="72" y="0"/>
                    <a:pt x="1" y="96"/>
                    <a:pt x="1" y="167"/>
                  </a:cubicBezTo>
                  <a:cubicBezTo>
                    <a:pt x="1" y="262"/>
                    <a:pt x="72" y="358"/>
                    <a:pt x="168" y="358"/>
                  </a:cubicBezTo>
                  <a:lnTo>
                    <a:pt x="9098" y="358"/>
                  </a:lnTo>
                  <a:cubicBezTo>
                    <a:pt x="9193" y="358"/>
                    <a:pt x="9289" y="262"/>
                    <a:pt x="9289" y="167"/>
                  </a:cubicBezTo>
                  <a:cubicBezTo>
                    <a:pt x="9289" y="96"/>
                    <a:pt x="9217" y="0"/>
                    <a:pt x="9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8"/>
            <p:cNvSpPr/>
            <p:nvPr/>
          </p:nvSpPr>
          <p:spPr>
            <a:xfrm>
              <a:off x="2775291" y="3214465"/>
              <a:ext cx="310856" cy="11980"/>
            </a:xfrm>
            <a:custGeom>
              <a:avLst/>
              <a:gdLst/>
              <a:ahLst/>
              <a:cxnLst/>
              <a:rect l="l" t="t" r="r" b="b"/>
              <a:pathLst>
                <a:path w="9289" h="358" extrusionOk="0">
                  <a:moveTo>
                    <a:pt x="168" y="0"/>
                  </a:moveTo>
                  <a:cubicBezTo>
                    <a:pt x="72" y="0"/>
                    <a:pt x="1" y="95"/>
                    <a:pt x="1" y="191"/>
                  </a:cubicBezTo>
                  <a:cubicBezTo>
                    <a:pt x="1" y="262"/>
                    <a:pt x="72" y="357"/>
                    <a:pt x="168" y="357"/>
                  </a:cubicBezTo>
                  <a:lnTo>
                    <a:pt x="9098" y="357"/>
                  </a:lnTo>
                  <a:cubicBezTo>
                    <a:pt x="9193" y="357"/>
                    <a:pt x="9289" y="262"/>
                    <a:pt x="9289" y="191"/>
                  </a:cubicBezTo>
                  <a:cubicBezTo>
                    <a:pt x="9289" y="95"/>
                    <a:pt x="9217" y="0"/>
                    <a:pt x="9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8"/>
            <p:cNvSpPr/>
            <p:nvPr/>
          </p:nvSpPr>
          <p:spPr>
            <a:xfrm>
              <a:off x="2731486" y="2965823"/>
              <a:ext cx="398501" cy="315608"/>
            </a:xfrm>
            <a:custGeom>
              <a:avLst/>
              <a:gdLst/>
              <a:ahLst/>
              <a:cxnLst/>
              <a:rect l="l" t="t" r="r" b="b"/>
              <a:pathLst>
                <a:path w="11908" h="9431" extrusionOk="0">
                  <a:moveTo>
                    <a:pt x="10598" y="357"/>
                  </a:moveTo>
                  <a:cubicBezTo>
                    <a:pt x="10812" y="357"/>
                    <a:pt x="10979" y="524"/>
                    <a:pt x="10979" y="738"/>
                  </a:cubicBezTo>
                  <a:lnTo>
                    <a:pt x="10979" y="8168"/>
                  </a:lnTo>
                  <a:lnTo>
                    <a:pt x="929" y="8168"/>
                  </a:lnTo>
                  <a:lnTo>
                    <a:pt x="929" y="738"/>
                  </a:lnTo>
                  <a:cubicBezTo>
                    <a:pt x="929" y="524"/>
                    <a:pt x="1096" y="357"/>
                    <a:pt x="1310" y="357"/>
                  </a:cubicBezTo>
                  <a:close/>
                  <a:moveTo>
                    <a:pt x="11526" y="8573"/>
                  </a:moveTo>
                  <a:lnTo>
                    <a:pt x="11526" y="8931"/>
                  </a:lnTo>
                  <a:lnTo>
                    <a:pt x="11550" y="8931"/>
                  </a:lnTo>
                  <a:cubicBezTo>
                    <a:pt x="11550" y="9050"/>
                    <a:pt x="11455" y="9121"/>
                    <a:pt x="11336" y="9121"/>
                  </a:cubicBezTo>
                  <a:lnTo>
                    <a:pt x="572" y="9121"/>
                  </a:lnTo>
                  <a:cubicBezTo>
                    <a:pt x="453" y="9121"/>
                    <a:pt x="357" y="9050"/>
                    <a:pt x="357" y="8931"/>
                  </a:cubicBezTo>
                  <a:lnTo>
                    <a:pt x="357" y="8573"/>
                  </a:lnTo>
                  <a:lnTo>
                    <a:pt x="5215" y="8573"/>
                  </a:lnTo>
                  <a:cubicBezTo>
                    <a:pt x="5215" y="8645"/>
                    <a:pt x="5287" y="8740"/>
                    <a:pt x="5382" y="8740"/>
                  </a:cubicBezTo>
                  <a:lnTo>
                    <a:pt x="6478" y="8740"/>
                  </a:lnTo>
                  <a:cubicBezTo>
                    <a:pt x="6573" y="8740"/>
                    <a:pt x="6668" y="8645"/>
                    <a:pt x="6668" y="8573"/>
                  </a:cubicBezTo>
                  <a:close/>
                  <a:moveTo>
                    <a:pt x="1310" y="0"/>
                  </a:moveTo>
                  <a:cubicBezTo>
                    <a:pt x="881" y="0"/>
                    <a:pt x="572" y="310"/>
                    <a:pt x="572" y="738"/>
                  </a:cubicBezTo>
                  <a:lnTo>
                    <a:pt x="572" y="8168"/>
                  </a:lnTo>
                  <a:lnTo>
                    <a:pt x="357" y="8168"/>
                  </a:lnTo>
                  <a:cubicBezTo>
                    <a:pt x="143" y="8168"/>
                    <a:pt x="0" y="8335"/>
                    <a:pt x="0" y="8526"/>
                  </a:cubicBezTo>
                  <a:lnTo>
                    <a:pt x="0" y="8883"/>
                  </a:lnTo>
                  <a:cubicBezTo>
                    <a:pt x="0" y="9193"/>
                    <a:pt x="238" y="9431"/>
                    <a:pt x="524" y="9431"/>
                  </a:cubicBezTo>
                  <a:lnTo>
                    <a:pt x="11312" y="9431"/>
                  </a:lnTo>
                  <a:cubicBezTo>
                    <a:pt x="11598" y="9431"/>
                    <a:pt x="11836" y="9193"/>
                    <a:pt x="11836" y="8883"/>
                  </a:cubicBezTo>
                  <a:lnTo>
                    <a:pt x="11836" y="8526"/>
                  </a:lnTo>
                  <a:cubicBezTo>
                    <a:pt x="11907" y="8335"/>
                    <a:pt x="11764" y="8168"/>
                    <a:pt x="11550" y="8168"/>
                  </a:cubicBezTo>
                  <a:lnTo>
                    <a:pt x="11336" y="8168"/>
                  </a:lnTo>
                  <a:lnTo>
                    <a:pt x="11336" y="738"/>
                  </a:lnTo>
                  <a:cubicBezTo>
                    <a:pt x="11336" y="310"/>
                    <a:pt x="11002" y="0"/>
                    <a:pt x="10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8"/>
            <p:cNvSpPr/>
            <p:nvPr/>
          </p:nvSpPr>
          <p:spPr>
            <a:xfrm>
              <a:off x="2837468" y="3037103"/>
              <a:ext cx="161803" cy="151898"/>
            </a:xfrm>
            <a:custGeom>
              <a:avLst/>
              <a:gdLst/>
              <a:ahLst/>
              <a:cxnLst/>
              <a:rect l="l" t="t" r="r" b="b"/>
              <a:pathLst>
                <a:path w="4835" h="4539" extrusionOk="0">
                  <a:moveTo>
                    <a:pt x="4073" y="1442"/>
                  </a:moveTo>
                  <a:lnTo>
                    <a:pt x="4454" y="1514"/>
                  </a:lnTo>
                  <a:lnTo>
                    <a:pt x="4454" y="1966"/>
                  </a:lnTo>
                  <a:lnTo>
                    <a:pt x="4073" y="2085"/>
                  </a:lnTo>
                  <a:lnTo>
                    <a:pt x="4073" y="1442"/>
                  </a:lnTo>
                  <a:close/>
                  <a:moveTo>
                    <a:pt x="1286" y="1157"/>
                  </a:moveTo>
                  <a:lnTo>
                    <a:pt x="1286" y="2300"/>
                  </a:lnTo>
                  <a:lnTo>
                    <a:pt x="548" y="2300"/>
                  </a:lnTo>
                  <a:cubicBezTo>
                    <a:pt x="536" y="2302"/>
                    <a:pt x="524" y="2303"/>
                    <a:pt x="512" y="2303"/>
                  </a:cubicBezTo>
                  <a:cubicBezTo>
                    <a:pt x="410" y="2303"/>
                    <a:pt x="334" y="2216"/>
                    <a:pt x="334" y="2109"/>
                  </a:cubicBezTo>
                  <a:lnTo>
                    <a:pt x="334" y="1371"/>
                  </a:lnTo>
                  <a:cubicBezTo>
                    <a:pt x="334" y="1252"/>
                    <a:pt x="429" y="1157"/>
                    <a:pt x="548" y="1157"/>
                  </a:cubicBezTo>
                  <a:close/>
                  <a:moveTo>
                    <a:pt x="3668" y="323"/>
                  </a:moveTo>
                  <a:lnTo>
                    <a:pt x="3668" y="3140"/>
                  </a:lnTo>
                  <a:lnTo>
                    <a:pt x="3668" y="3140"/>
                  </a:lnTo>
                  <a:lnTo>
                    <a:pt x="1620" y="2395"/>
                  </a:lnTo>
                  <a:lnTo>
                    <a:pt x="1620" y="1133"/>
                  </a:lnTo>
                  <a:lnTo>
                    <a:pt x="3668" y="323"/>
                  </a:lnTo>
                  <a:close/>
                  <a:moveTo>
                    <a:pt x="1334" y="2704"/>
                  </a:moveTo>
                  <a:lnTo>
                    <a:pt x="1810" y="4181"/>
                  </a:lnTo>
                  <a:lnTo>
                    <a:pt x="1263" y="4205"/>
                  </a:lnTo>
                  <a:lnTo>
                    <a:pt x="762" y="2704"/>
                  </a:lnTo>
                  <a:close/>
                  <a:moveTo>
                    <a:pt x="3713" y="1"/>
                  </a:moveTo>
                  <a:cubicBezTo>
                    <a:pt x="3671" y="1"/>
                    <a:pt x="3625" y="11"/>
                    <a:pt x="3573" y="37"/>
                  </a:cubicBezTo>
                  <a:lnTo>
                    <a:pt x="1429" y="871"/>
                  </a:lnTo>
                  <a:lnTo>
                    <a:pt x="548" y="871"/>
                  </a:lnTo>
                  <a:cubicBezTo>
                    <a:pt x="239" y="871"/>
                    <a:pt x="0" y="1109"/>
                    <a:pt x="0" y="1395"/>
                  </a:cubicBezTo>
                  <a:lnTo>
                    <a:pt x="0" y="2157"/>
                  </a:lnTo>
                  <a:cubicBezTo>
                    <a:pt x="0" y="2395"/>
                    <a:pt x="167" y="2562"/>
                    <a:pt x="358" y="2657"/>
                  </a:cubicBezTo>
                  <a:lnTo>
                    <a:pt x="905" y="4300"/>
                  </a:lnTo>
                  <a:cubicBezTo>
                    <a:pt x="953" y="4443"/>
                    <a:pt x="1096" y="4538"/>
                    <a:pt x="1239" y="4538"/>
                  </a:cubicBezTo>
                  <a:lnTo>
                    <a:pt x="1763" y="4538"/>
                  </a:lnTo>
                  <a:cubicBezTo>
                    <a:pt x="1882" y="4538"/>
                    <a:pt x="2001" y="4467"/>
                    <a:pt x="2072" y="4371"/>
                  </a:cubicBezTo>
                  <a:cubicBezTo>
                    <a:pt x="2120" y="4300"/>
                    <a:pt x="2168" y="4181"/>
                    <a:pt x="2120" y="4062"/>
                  </a:cubicBezTo>
                  <a:lnTo>
                    <a:pt x="1715" y="2776"/>
                  </a:lnTo>
                  <a:lnTo>
                    <a:pt x="1715" y="2776"/>
                  </a:lnTo>
                  <a:lnTo>
                    <a:pt x="3620" y="3490"/>
                  </a:lnTo>
                  <a:cubicBezTo>
                    <a:pt x="3644" y="3514"/>
                    <a:pt x="3715" y="3514"/>
                    <a:pt x="3739" y="3514"/>
                  </a:cubicBezTo>
                  <a:cubicBezTo>
                    <a:pt x="3787" y="3514"/>
                    <a:pt x="3882" y="3490"/>
                    <a:pt x="3930" y="3467"/>
                  </a:cubicBezTo>
                  <a:cubicBezTo>
                    <a:pt x="4025" y="3395"/>
                    <a:pt x="4096" y="3276"/>
                    <a:pt x="4096" y="3157"/>
                  </a:cubicBezTo>
                  <a:lnTo>
                    <a:pt x="4096" y="2443"/>
                  </a:lnTo>
                  <a:lnTo>
                    <a:pt x="4573" y="2323"/>
                  </a:lnTo>
                  <a:cubicBezTo>
                    <a:pt x="4716" y="2300"/>
                    <a:pt x="4835" y="2157"/>
                    <a:pt x="4835" y="1966"/>
                  </a:cubicBezTo>
                  <a:lnTo>
                    <a:pt x="4835" y="1514"/>
                  </a:lnTo>
                  <a:cubicBezTo>
                    <a:pt x="4811" y="1371"/>
                    <a:pt x="4692" y="1228"/>
                    <a:pt x="4549" y="1204"/>
                  </a:cubicBezTo>
                  <a:lnTo>
                    <a:pt x="4073" y="1085"/>
                  </a:lnTo>
                  <a:lnTo>
                    <a:pt x="4073" y="371"/>
                  </a:lnTo>
                  <a:cubicBezTo>
                    <a:pt x="4073" y="252"/>
                    <a:pt x="4001" y="133"/>
                    <a:pt x="3906" y="61"/>
                  </a:cubicBezTo>
                  <a:cubicBezTo>
                    <a:pt x="3846" y="31"/>
                    <a:pt x="3785" y="1"/>
                    <a:pt x="37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8"/>
            <p:cNvSpPr/>
            <p:nvPr/>
          </p:nvSpPr>
          <p:spPr>
            <a:xfrm>
              <a:off x="3011986" y="3090144"/>
              <a:ext cx="43069" cy="11980"/>
            </a:xfrm>
            <a:custGeom>
              <a:avLst/>
              <a:gdLst/>
              <a:ahLst/>
              <a:cxnLst/>
              <a:rect l="l" t="t" r="r" b="b"/>
              <a:pathLst>
                <a:path w="1287" h="358" extrusionOk="0">
                  <a:moveTo>
                    <a:pt x="191" y="0"/>
                  </a:moveTo>
                  <a:cubicBezTo>
                    <a:pt x="96" y="0"/>
                    <a:pt x="1" y="95"/>
                    <a:pt x="1" y="167"/>
                  </a:cubicBezTo>
                  <a:cubicBezTo>
                    <a:pt x="1" y="262"/>
                    <a:pt x="96" y="357"/>
                    <a:pt x="191" y="357"/>
                  </a:cubicBezTo>
                  <a:lnTo>
                    <a:pt x="1120" y="357"/>
                  </a:lnTo>
                  <a:cubicBezTo>
                    <a:pt x="1191" y="357"/>
                    <a:pt x="1287" y="262"/>
                    <a:pt x="1287" y="167"/>
                  </a:cubicBezTo>
                  <a:cubicBezTo>
                    <a:pt x="1263" y="95"/>
                    <a:pt x="1191"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8"/>
            <p:cNvSpPr/>
            <p:nvPr/>
          </p:nvSpPr>
          <p:spPr>
            <a:xfrm>
              <a:off x="3005627" y="3058755"/>
              <a:ext cx="24731" cy="17067"/>
            </a:xfrm>
            <a:custGeom>
              <a:avLst/>
              <a:gdLst/>
              <a:ahLst/>
              <a:cxnLst/>
              <a:rect l="l" t="t" r="r" b="b"/>
              <a:pathLst>
                <a:path w="739" h="510" extrusionOk="0">
                  <a:moveTo>
                    <a:pt x="534" y="1"/>
                  </a:moveTo>
                  <a:cubicBezTo>
                    <a:pt x="513" y="1"/>
                    <a:pt x="493" y="4"/>
                    <a:pt x="477" y="9"/>
                  </a:cubicBezTo>
                  <a:lnTo>
                    <a:pt x="119" y="200"/>
                  </a:lnTo>
                  <a:cubicBezTo>
                    <a:pt x="24" y="224"/>
                    <a:pt x="0" y="343"/>
                    <a:pt x="24" y="438"/>
                  </a:cubicBezTo>
                  <a:cubicBezTo>
                    <a:pt x="48" y="486"/>
                    <a:pt x="119" y="510"/>
                    <a:pt x="167" y="510"/>
                  </a:cubicBezTo>
                  <a:cubicBezTo>
                    <a:pt x="191" y="510"/>
                    <a:pt x="238" y="510"/>
                    <a:pt x="262" y="486"/>
                  </a:cubicBezTo>
                  <a:lnTo>
                    <a:pt x="619" y="295"/>
                  </a:lnTo>
                  <a:cubicBezTo>
                    <a:pt x="715" y="271"/>
                    <a:pt x="738" y="200"/>
                    <a:pt x="715" y="105"/>
                  </a:cubicBezTo>
                  <a:cubicBezTo>
                    <a:pt x="678" y="32"/>
                    <a:pt x="600"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8"/>
            <p:cNvSpPr/>
            <p:nvPr/>
          </p:nvSpPr>
          <p:spPr>
            <a:xfrm>
              <a:off x="3004824" y="3115343"/>
              <a:ext cx="25534" cy="18640"/>
            </a:xfrm>
            <a:custGeom>
              <a:avLst/>
              <a:gdLst/>
              <a:ahLst/>
              <a:cxnLst/>
              <a:rect l="l" t="t" r="r" b="b"/>
              <a:pathLst>
                <a:path w="763" h="557" extrusionOk="0">
                  <a:moveTo>
                    <a:pt x="219" y="1"/>
                  </a:moveTo>
                  <a:cubicBezTo>
                    <a:pt x="149" y="1"/>
                    <a:pt x="84" y="32"/>
                    <a:pt x="48" y="105"/>
                  </a:cubicBezTo>
                  <a:cubicBezTo>
                    <a:pt x="0" y="200"/>
                    <a:pt x="48" y="295"/>
                    <a:pt x="143" y="343"/>
                  </a:cubicBezTo>
                  <a:lnTo>
                    <a:pt x="501" y="533"/>
                  </a:lnTo>
                  <a:cubicBezTo>
                    <a:pt x="524" y="533"/>
                    <a:pt x="548" y="557"/>
                    <a:pt x="572" y="557"/>
                  </a:cubicBezTo>
                  <a:cubicBezTo>
                    <a:pt x="643" y="557"/>
                    <a:pt x="691" y="533"/>
                    <a:pt x="739" y="462"/>
                  </a:cubicBezTo>
                  <a:cubicBezTo>
                    <a:pt x="762" y="343"/>
                    <a:pt x="739" y="224"/>
                    <a:pt x="643" y="200"/>
                  </a:cubicBezTo>
                  <a:lnTo>
                    <a:pt x="286" y="9"/>
                  </a:lnTo>
                  <a:cubicBezTo>
                    <a:pt x="264" y="4"/>
                    <a:pt x="241"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4" name="Google Shape;4704;p58"/>
          <p:cNvGrpSpPr/>
          <p:nvPr/>
        </p:nvGrpSpPr>
        <p:grpSpPr>
          <a:xfrm>
            <a:off x="3360251" y="2700313"/>
            <a:ext cx="398501" cy="373804"/>
            <a:chOff x="3360251" y="2935538"/>
            <a:chExt cx="398501" cy="373804"/>
          </a:xfrm>
        </p:grpSpPr>
        <p:sp>
          <p:nvSpPr>
            <p:cNvPr id="4705" name="Google Shape;4705;p58"/>
            <p:cNvSpPr/>
            <p:nvPr/>
          </p:nvSpPr>
          <p:spPr>
            <a:xfrm>
              <a:off x="3360251" y="2935538"/>
              <a:ext cx="398501" cy="373804"/>
            </a:xfrm>
            <a:custGeom>
              <a:avLst/>
              <a:gdLst/>
              <a:ahLst/>
              <a:cxnLst/>
              <a:rect l="l" t="t" r="r" b="b"/>
              <a:pathLst>
                <a:path w="11908" h="11170" extrusionOk="0">
                  <a:moveTo>
                    <a:pt x="1834" y="357"/>
                  </a:moveTo>
                  <a:lnTo>
                    <a:pt x="1834" y="1453"/>
                  </a:lnTo>
                  <a:lnTo>
                    <a:pt x="1477" y="1453"/>
                  </a:lnTo>
                  <a:lnTo>
                    <a:pt x="1477" y="357"/>
                  </a:lnTo>
                  <a:close/>
                  <a:moveTo>
                    <a:pt x="10384" y="357"/>
                  </a:moveTo>
                  <a:lnTo>
                    <a:pt x="10384" y="1453"/>
                  </a:lnTo>
                  <a:lnTo>
                    <a:pt x="10027" y="1453"/>
                  </a:lnTo>
                  <a:lnTo>
                    <a:pt x="10027" y="357"/>
                  </a:lnTo>
                  <a:close/>
                  <a:moveTo>
                    <a:pt x="11098" y="1096"/>
                  </a:moveTo>
                  <a:cubicBezTo>
                    <a:pt x="11289" y="1096"/>
                    <a:pt x="11479" y="1286"/>
                    <a:pt x="11479" y="1501"/>
                  </a:cubicBezTo>
                  <a:lnTo>
                    <a:pt x="11479" y="2239"/>
                  </a:lnTo>
                  <a:lnTo>
                    <a:pt x="10908" y="2239"/>
                  </a:lnTo>
                  <a:cubicBezTo>
                    <a:pt x="10836" y="2239"/>
                    <a:pt x="10741" y="2334"/>
                    <a:pt x="10741" y="2405"/>
                  </a:cubicBezTo>
                  <a:cubicBezTo>
                    <a:pt x="10741" y="2501"/>
                    <a:pt x="10836" y="2596"/>
                    <a:pt x="10908" y="2596"/>
                  </a:cubicBezTo>
                  <a:lnTo>
                    <a:pt x="11479" y="2596"/>
                  </a:lnTo>
                  <a:lnTo>
                    <a:pt x="11479" y="10383"/>
                  </a:lnTo>
                  <a:lnTo>
                    <a:pt x="11503" y="10383"/>
                  </a:lnTo>
                  <a:cubicBezTo>
                    <a:pt x="11503" y="10598"/>
                    <a:pt x="11336" y="10788"/>
                    <a:pt x="11122" y="10788"/>
                  </a:cubicBezTo>
                  <a:lnTo>
                    <a:pt x="715" y="10788"/>
                  </a:lnTo>
                  <a:cubicBezTo>
                    <a:pt x="501" y="10788"/>
                    <a:pt x="310" y="10598"/>
                    <a:pt x="310" y="10383"/>
                  </a:cubicBezTo>
                  <a:lnTo>
                    <a:pt x="310" y="2548"/>
                  </a:lnTo>
                  <a:lnTo>
                    <a:pt x="882" y="2548"/>
                  </a:lnTo>
                  <a:cubicBezTo>
                    <a:pt x="977" y="2548"/>
                    <a:pt x="1072" y="2477"/>
                    <a:pt x="1072" y="2382"/>
                  </a:cubicBezTo>
                  <a:cubicBezTo>
                    <a:pt x="1072" y="2286"/>
                    <a:pt x="977" y="2191"/>
                    <a:pt x="882" y="2191"/>
                  </a:cubicBezTo>
                  <a:lnTo>
                    <a:pt x="310" y="2191"/>
                  </a:lnTo>
                  <a:lnTo>
                    <a:pt x="310" y="1501"/>
                  </a:lnTo>
                  <a:cubicBezTo>
                    <a:pt x="310" y="1286"/>
                    <a:pt x="501" y="1096"/>
                    <a:pt x="715" y="1096"/>
                  </a:cubicBezTo>
                  <a:lnTo>
                    <a:pt x="1096" y="1096"/>
                  </a:lnTo>
                  <a:lnTo>
                    <a:pt x="1096" y="1501"/>
                  </a:lnTo>
                  <a:cubicBezTo>
                    <a:pt x="1096" y="1691"/>
                    <a:pt x="1239" y="1858"/>
                    <a:pt x="1453" y="1858"/>
                  </a:cubicBezTo>
                  <a:lnTo>
                    <a:pt x="1811" y="1858"/>
                  </a:lnTo>
                  <a:cubicBezTo>
                    <a:pt x="2001" y="1858"/>
                    <a:pt x="2168" y="1691"/>
                    <a:pt x="2168" y="1501"/>
                  </a:cubicBezTo>
                  <a:lnTo>
                    <a:pt x="2168" y="1096"/>
                  </a:lnTo>
                  <a:lnTo>
                    <a:pt x="9646" y="1096"/>
                  </a:lnTo>
                  <a:lnTo>
                    <a:pt x="9646" y="1501"/>
                  </a:lnTo>
                  <a:cubicBezTo>
                    <a:pt x="9646" y="1691"/>
                    <a:pt x="9788" y="1858"/>
                    <a:pt x="10003" y="1858"/>
                  </a:cubicBezTo>
                  <a:lnTo>
                    <a:pt x="10336" y="1858"/>
                  </a:lnTo>
                  <a:cubicBezTo>
                    <a:pt x="10551" y="1858"/>
                    <a:pt x="10693" y="1691"/>
                    <a:pt x="10693" y="1501"/>
                  </a:cubicBezTo>
                  <a:lnTo>
                    <a:pt x="10693" y="1096"/>
                  </a:lnTo>
                  <a:close/>
                  <a:moveTo>
                    <a:pt x="1477" y="0"/>
                  </a:moveTo>
                  <a:cubicBezTo>
                    <a:pt x="1263" y="0"/>
                    <a:pt x="1120" y="143"/>
                    <a:pt x="1120" y="357"/>
                  </a:cubicBezTo>
                  <a:lnTo>
                    <a:pt x="1120" y="738"/>
                  </a:lnTo>
                  <a:lnTo>
                    <a:pt x="739" y="738"/>
                  </a:lnTo>
                  <a:cubicBezTo>
                    <a:pt x="310" y="738"/>
                    <a:pt x="1" y="1072"/>
                    <a:pt x="1" y="1501"/>
                  </a:cubicBezTo>
                  <a:lnTo>
                    <a:pt x="1" y="10431"/>
                  </a:lnTo>
                  <a:cubicBezTo>
                    <a:pt x="1" y="10836"/>
                    <a:pt x="310" y="11169"/>
                    <a:pt x="739" y="11169"/>
                  </a:cubicBezTo>
                  <a:lnTo>
                    <a:pt x="11146" y="11169"/>
                  </a:lnTo>
                  <a:cubicBezTo>
                    <a:pt x="11575" y="11169"/>
                    <a:pt x="11908" y="10836"/>
                    <a:pt x="11908" y="10431"/>
                  </a:cubicBezTo>
                  <a:lnTo>
                    <a:pt x="11908" y="1501"/>
                  </a:lnTo>
                  <a:cubicBezTo>
                    <a:pt x="11860" y="1072"/>
                    <a:pt x="11551" y="738"/>
                    <a:pt x="11122" y="738"/>
                  </a:cubicBezTo>
                  <a:lnTo>
                    <a:pt x="10741" y="738"/>
                  </a:lnTo>
                  <a:lnTo>
                    <a:pt x="10741" y="357"/>
                  </a:lnTo>
                  <a:cubicBezTo>
                    <a:pt x="10741" y="143"/>
                    <a:pt x="10598" y="0"/>
                    <a:pt x="10384" y="0"/>
                  </a:cubicBezTo>
                  <a:lnTo>
                    <a:pt x="10027" y="0"/>
                  </a:lnTo>
                  <a:cubicBezTo>
                    <a:pt x="9812" y="0"/>
                    <a:pt x="9669" y="143"/>
                    <a:pt x="9669" y="357"/>
                  </a:cubicBezTo>
                  <a:lnTo>
                    <a:pt x="9669" y="738"/>
                  </a:lnTo>
                  <a:lnTo>
                    <a:pt x="2192" y="738"/>
                  </a:lnTo>
                  <a:lnTo>
                    <a:pt x="2192" y="357"/>
                  </a:lnTo>
                  <a:cubicBezTo>
                    <a:pt x="2192" y="143"/>
                    <a:pt x="2049" y="0"/>
                    <a:pt x="1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8"/>
            <p:cNvSpPr/>
            <p:nvPr/>
          </p:nvSpPr>
          <p:spPr>
            <a:xfrm>
              <a:off x="3409678" y="3010432"/>
              <a:ext cx="298073" cy="11980"/>
            </a:xfrm>
            <a:custGeom>
              <a:avLst/>
              <a:gdLst/>
              <a:ahLst/>
              <a:cxnLst/>
              <a:rect l="l" t="t" r="r" b="b"/>
              <a:pathLst>
                <a:path w="8907" h="358" extrusionOk="0">
                  <a:moveTo>
                    <a:pt x="191" y="1"/>
                  </a:moveTo>
                  <a:cubicBezTo>
                    <a:pt x="95" y="1"/>
                    <a:pt x="0" y="96"/>
                    <a:pt x="0" y="167"/>
                  </a:cubicBezTo>
                  <a:cubicBezTo>
                    <a:pt x="0" y="263"/>
                    <a:pt x="95" y="358"/>
                    <a:pt x="191" y="358"/>
                  </a:cubicBezTo>
                  <a:lnTo>
                    <a:pt x="8716" y="358"/>
                  </a:lnTo>
                  <a:cubicBezTo>
                    <a:pt x="8812" y="358"/>
                    <a:pt x="8907" y="263"/>
                    <a:pt x="8907" y="167"/>
                  </a:cubicBezTo>
                  <a:cubicBezTo>
                    <a:pt x="8907" y="96"/>
                    <a:pt x="8812" y="1"/>
                    <a:pt x="8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8"/>
            <p:cNvSpPr/>
            <p:nvPr/>
          </p:nvSpPr>
          <p:spPr>
            <a:xfrm>
              <a:off x="3434375" y="3052831"/>
              <a:ext cx="224784" cy="210261"/>
            </a:xfrm>
            <a:custGeom>
              <a:avLst/>
              <a:gdLst/>
              <a:ahLst/>
              <a:cxnLst/>
              <a:rect l="l" t="t" r="r" b="b"/>
              <a:pathLst>
                <a:path w="6717" h="6283" extrusionOk="0">
                  <a:moveTo>
                    <a:pt x="1167" y="1020"/>
                  </a:moveTo>
                  <a:lnTo>
                    <a:pt x="2168" y="1068"/>
                  </a:lnTo>
                  <a:lnTo>
                    <a:pt x="2287" y="1758"/>
                  </a:lnTo>
                  <a:lnTo>
                    <a:pt x="1334" y="1734"/>
                  </a:lnTo>
                  <a:lnTo>
                    <a:pt x="1167" y="1020"/>
                  </a:lnTo>
                  <a:close/>
                  <a:moveTo>
                    <a:pt x="2572" y="1115"/>
                  </a:moveTo>
                  <a:lnTo>
                    <a:pt x="3739" y="1163"/>
                  </a:lnTo>
                  <a:lnTo>
                    <a:pt x="3739" y="1830"/>
                  </a:lnTo>
                  <a:lnTo>
                    <a:pt x="2691" y="1782"/>
                  </a:lnTo>
                  <a:lnTo>
                    <a:pt x="2572" y="1115"/>
                  </a:lnTo>
                  <a:close/>
                  <a:moveTo>
                    <a:pt x="4049" y="1163"/>
                  </a:moveTo>
                  <a:lnTo>
                    <a:pt x="5073" y="1234"/>
                  </a:lnTo>
                  <a:lnTo>
                    <a:pt x="5001" y="1853"/>
                  </a:lnTo>
                  <a:lnTo>
                    <a:pt x="4049" y="1830"/>
                  </a:lnTo>
                  <a:lnTo>
                    <a:pt x="4049" y="1163"/>
                  </a:lnTo>
                  <a:close/>
                  <a:moveTo>
                    <a:pt x="5430" y="1234"/>
                  </a:moveTo>
                  <a:lnTo>
                    <a:pt x="6311" y="1282"/>
                  </a:lnTo>
                  <a:lnTo>
                    <a:pt x="6240" y="1877"/>
                  </a:lnTo>
                  <a:lnTo>
                    <a:pt x="5359" y="1853"/>
                  </a:lnTo>
                  <a:lnTo>
                    <a:pt x="5430" y="1234"/>
                  </a:lnTo>
                  <a:close/>
                  <a:moveTo>
                    <a:pt x="5359" y="2211"/>
                  </a:moveTo>
                  <a:lnTo>
                    <a:pt x="6192" y="2234"/>
                  </a:lnTo>
                  <a:lnTo>
                    <a:pt x="6121" y="2758"/>
                  </a:lnTo>
                  <a:lnTo>
                    <a:pt x="5311" y="2782"/>
                  </a:lnTo>
                  <a:lnTo>
                    <a:pt x="5311" y="2782"/>
                  </a:lnTo>
                  <a:lnTo>
                    <a:pt x="5359" y="2211"/>
                  </a:lnTo>
                  <a:close/>
                  <a:moveTo>
                    <a:pt x="4049" y="2187"/>
                  </a:moveTo>
                  <a:lnTo>
                    <a:pt x="4978" y="2211"/>
                  </a:lnTo>
                  <a:lnTo>
                    <a:pt x="4954" y="2782"/>
                  </a:lnTo>
                  <a:lnTo>
                    <a:pt x="4049" y="2806"/>
                  </a:lnTo>
                  <a:lnTo>
                    <a:pt x="4049" y="2187"/>
                  </a:lnTo>
                  <a:close/>
                  <a:moveTo>
                    <a:pt x="1477" y="2092"/>
                  </a:moveTo>
                  <a:lnTo>
                    <a:pt x="2358" y="2115"/>
                  </a:lnTo>
                  <a:lnTo>
                    <a:pt x="2477" y="2830"/>
                  </a:lnTo>
                  <a:lnTo>
                    <a:pt x="1667" y="2830"/>
                  </a:lnTo>
                  <a:lnTo>
                    <a:pt x="1477" y="2092"/>
                  </a:lnTo>
                  <a:close/>
                  <a:moveTo>
                    <a:pt x="2739" y="2163"/>
                  </a:moveTo>
                  <a:lnTo>
                    <a:pt x="3739" y="2187"/>
                  </a:lnTo>
                  <a:lnTo>
                    <a:pt x="3739" y="2806"/>
                  </a:lnTo>
                  <a:lnTo>
                    <a:pt x="2858" y="2830"/>
                  </a:lnTo>
                  <a:lnTo>
                    <a:pt x="2739" y="2163"/>
                  </a:lnTo>
                  <a:close/>
                  <a:moveTo>
                    <a:pt x="6025" y="3116"/>
                  </a:moveTo>
                  <a:lnTo>
                    <a:pt x="6002" y="3425"/>
                  </a:lnTo>
                  <a:cubicBezTo>
                    <a:pt x="6002" y="3520"/>
                    <a:pt x="5906" y="3592"/>
                    <a:pt x="5811" y="3616"/>
                  </a:cubicBezTo>
                  <a:lnTo>
                    <a:pt x="5216" y="3663"/>
                  </a:lnTo>
                  <a:lnTo>
                    <a:pt x="5240" y="3139"/>
                  </a:lnTo>
                  <a:lnTo>
                    <a:pt x="6025" y="3116"/>
                  </a:lnTo>
                  <a:close/>
                  <a:moveTo>
                    <a:pt x="4930" y="3116"/>
                  </a:moveTo>
                  <a:lnTo>
                    <a:pt x="4859" y="3663"/>
                  </a:lnTo>
                  <a:lnTo>
                    <a:pt x="4049" y="3735"/>
                  </a:lnTo>
                  <a:lnTo>
                    <a:pt x="4049" y="3139"/>
                  </a:lnTo>
                  <a:lnTo>
                    <a:pt x="4930" y="3116"/>
                  </a:lnTo>
                  <a:close/>
                  <a:moveTo>
                    <a:pt x="3739" y="3139"/>
                  </a:moveTo>
                  <a:lnTo>
                    <a:pt x="3739" y="3759"/>
                  </a:lnTo>
                  <a:lnTo>
                    <a:pt x="3049" y="3806"/>
                  </a:lnTo>
                  <a:lnTo>
                    <a:pt x="2930" y="3163"/>
                  </a:lnTo>
                  <a:lnTo>
                    <a:pt x="3739" y="3139"/>
                  </a:lnTo>
                  <a:close/>
                  <a:moveTo>
                    <a:pt x="2549" y="3187"/>
                  </a:moveTo>
                  <a:lnTo>
                    <a:pt x="2668" y="3878"/>
                  </a:lnTo>
                  <a:lnTo>
                    <a:pt x="2310" y="3901"/>
                  </a:lnTo>
                  <a:cubicBezTo>
                    <a:pt x="2285" y="3908"/>
                    <a:pt x="2260" y="3911"/>
                    <a:pt x="2236" y="3911"/>
                  </a:cubicBezTo>
                  <a:cubicBezTo>
                    <a:pt x="2077" y="3911"/>
                    <a:pt x="1944" y="3784"/>
                    <a:pt x="1882" y="3640"/>
                  </a:cubicBezTo>
                  <a:lnTo>
                    <a:pt x="1763" y="3235"/>
                  </a:lnTo>
                  <a:lnTo>
                    <a:pt x="2549" y="3187"/>
                  </a:lnTo>
                  <a:close/>
                  <a:moveTo>
                    <a:pt x="2025" y="5568"/>
                  </a:moveTo>
                  <a:cubicBezTo>
                    <a:pt x="2144" y="5568"/>
                    <a:pt x="2239" y="5664"/>
                    <a:pt x="2239" y="5783"/>
                  </a:cubicBezTo>
                  <a:cubicBezTo>
                    <a:pt x="2239" y="5902"/>
                    <a:pt x="2144" y="5997"/>
                    <a:pt x="2025" y="5997"/>
                  </a:cubicBezTo>
                  <a:cubicBezTo>
                    <a:pt x="1906" y="5997"/>
                    <a:pt x="1834" y="5902"/>
                    <a:pt x="1834" y="5783"/>
                  </a:cubicBezTo>
                  <a:cubicBezTo>
                    <a:pt x="1858" y="5664"/>
                    <a:pt x="1953" y="5568"/>
                    <a:pt x="2025" y="5568"/>
                  </a:cubicBezTo>
                  <a:close/>
                  <a:moveTo>
                    <a:pt x="5406" y="5568"/>
                  </a:moveTo>
                  <a:cubicBezTo>
                    <a:pt x="5525" y="5568"/>
                    <a:pt x="5597" y="5664"/>
                    <a:pt x="5597" y="5783"/>
                  </a:cubicBezTo>
                  <a:cubicBezTo>
                    <a:pt x="5597" y="5902"/>
                    <a:pt x="5525" y="5997"/>
                    <a:pt x="5406" y="5997"/>
                  </a:cubicBezTo>
                  <a:cubicBezTo>
                    <a:pt x="5287" y="5997"/>
                    <a:pt x="5192" y="5902"/>
                    <a:pt x="5192" y="5783"/>
                  </a:cubicBezTo>
                  <a:cubicBezTo>
                    <a:pt x="5192" y="5664"/>
                    <a:pt x="5287" y="5568"/>
                    <a:pt x="5406" y="5568"/>
                  </a:cubicBezTo>
                  <a:close/>
                  <a:moveTo>
                    <a:pt x="194" y="0"/>
                  </a:moveTo>
                  <a:cubicBezTo>
                    <a:pt x="143" y="0"/>
                    <a:pt x="100" y="26"/>
                    <a:pt x="72" y="67"/>
                  </a:cubicBezTo>
                  <a:cubicBezTo>
                    <a:pt x="0" y="163"/>
                    <a:pt x="48" y="258"/>
                    <a:pt x="96" y="306"/>
                  </a:cubicBezTo>
                  <a:lnTo>
                    <a:pt x="691" y="758"/>
                  </a:lnTo>
                  <a:cubicBezTo>
                    <a:pt x="762" y="806"/>
                    <a:pt x="810" y="877"/>
                    <a:pt x="834" y="972"/>
                  </a:cubicBezTo>
                  <a:lnTo>
                    <a:pt x="1596" y="3663"/>
                  </a:lnTo>
                  <a:cubicBezTo>
                    <a:pt x="1644" y="3854"/>
                    <a:pt x="1739" y="3973"/>
                    <a:pt x="1858" y="4068"/>
                  </a:cubicBezTo>
                  <a:lnTo>
                    <a:pt x="1310" y="5021"/>
                  </a:lnTo>
                  <a:cubicBezTo>
                    <a:pt x="1263" y="5140"/>
                    <a:pt x="1263" y="5259"/>
                    <a:pt x="1310" y="5378"/>
                  </a:cubicBezTo>
                  <a:cubicBezTo>
                    <a:pt x="1382" y="5449"/>
                    <a:pt x="1429" y="5521"/>
                    <a:pt x="1548" y="5545"/>
                  </a:cubicBezTo>
                  <a:cubicBezTo>
                    <a:pt x="1525" y="5616"/>
                    <a:pt x="1525" y="5664"/>
                    <a:pt x="1525" y="5759"/>
                  </a:cubicBezTo>
                  <a:cubicBezTo>
                    <a:pt x="1525" y="6045"/>
                    <a:pt x="1763" y="6283"/>
                    <a:pt x="2072" y="6283"/>
                  </a:cubicBezTo>
                  <a:cubicBezTo>
                    <a:pt x="2358" y="6283"/>
                    <a:pt x="2596" y="6045"/>
                    <a:pt x="2596" y="5759"/>
                  </a:cubicBezTo>
                  <a:cubicBezTo>
                    <a:pt x="2596" y="5688"/>
                    <a:pt x="2596" y="5616"/>
                    <a:pt x="2572" y="5545"/>
                  </a:cubicBezTo>
                  <a:lnTo>
                    <a:pt x="4882" y="5545"/>
                  </a:lnTo>
                  <a:cubicBezTo>
                    <a:pt x="4859" y="5616"/>
                    <a:pt x="4859" y="5664"/>
                    <a:pt x="4859" y="5759"/>
                  </a:cubicBezTo>
                  <a:cubicBezTo>
                    <a:pt x="4859" y="6045"/>
                    <a:pt x="5097" y="6283"/>
                    <a:pt x="5406" y="6283"/>
                  </a:cubicBezTo>
                  <a:cubicBezTo>
                    <a:pt x="5692" y="6283"/>
                    <a:pt x="5930" y="6045"/>
                    <a:pt x="5930" y="5759"/>
                  </a:cubicBezTo>
                  <a:cubicBezTo>
                    <a:pt x="5930" y="5688"/>
                    <a:pt x="5930" y="5616"/>
                    <a:pt x="5906" y="5545"/>
                  </a:cubicBezTo>
                  <a:lnTo>
                    <a:pt x="5954" y="5545"/>
                  </a:lnTo>
                  <a:cubicBezTo>
                    <a:pt x="6049" y="5545"/>
                    <a:pt x="6145" y="5449"/>
                    <a:pt x="6145" y="5378"/>
                  </a:cubicBezTo>
                  <a:cubicBezTo>
                    <a:pt x="6145" y="5283"/>
                    <a:pt x="6049" y="5187"/>
                    <a:pt x="5954" y="5187"/>
                  </a:cubicBezTo>
                  <a:lnTo>
                    <a:pt x="1644" y="5187"/>
                  </a:lnTo>
                  <a:lnTo>
                    <a:pt x="2215" y="4211"/>
                  </a:lnTo>
                  <a:lnTo>
                    <a:pt x="2358" y="4211"/>
                  </a:lnTo>
                  <a:lnTo>
                    <a:pt x="5883" y="3901"/>
                  </a:lnTo>
                  <a:cubicBezTo>
                    <a:pt x="6145" y="3878"/>
                    <a:pt x="6311" y="3711"/>
                    <a:pt x="6383" y="3425"/>
                  </a:cubicBezTo>
                  <a:lnTo>
                    <a:pt x="6716" y="1115"/>
                  </a:lnTo>
                  <a:cubicBezTo>
                    <a:pt x="6668" y="1115"/>
                    <a:pt x="6668" y="1044"/>
                    <a:pt x="6645" y="1020"/>
                  </a:cubicBezTo>
                  <a:cubicBezTo>
                    <a:pt x="6621" y="996"/>
                    <a:pt x="6549" y="972"/>
                    <a:pt x="6526" y="972"/>
                  </a:cubicBezTo>
                  <a:lnTo>
                    <a:pt x="1048" y="663"/>
                  </a:lnTo>
                  <a:cubicBezTo>
                    <a:pt x="1024" y="615"/>
                    <a:pt x="953" y="544"/>
                    <a:pt x="905" y="472"/>
                  </a:cubicBezTo>
                  <a:lnTo>
                    <a:pt x="310" y="44"/>
                  </a:lnTo>
                  <a:cubicBezTo>
                    <a:pt x="270" y="14"/>
                    <a:pt x="230"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8" name="Google Shape;4708;p58"/>
          <p:cNvGrpSpPr/>
          <p:nvPr/>
        </p:nvGrpSpPr>
        <p:grpSpPr>
          <a:xfrm>
            <a:off x="4754919" y="2690742"/>
            <a:ext cx="335520" cy="396895"/>
            <a:chOff x="4754919" y="2925967"/>
            <a:chExt cx="335520" cy="396895"/>
          </a:xfrm>
        </p:grpSpPr>
        <p:sp>
          <p:nvSpPr>
            <p:cNvPr id="4709" name="Google Shape;4709;p58"/>
            <p:cNvSpPr/>
            <p:nvPr/>
          </p:nvSpPr>
          <p:spPr>
            <a:xfrm>
              <a:off x="5040204" y="3019200"/>
              <a:ext cx="11980" cy="74158"/>
            </a:xfrm>
            <a:custGeom>
              <a:avLst/>
              <a:gdLst/>
              <a:ahLst/>
              <a:cxnLst/>
              <a:rect l="l" t="t" r="r" b="b"/>
              <a:pathLst>
                <a:path w="358" h="2216" extrusionOk="0">
                  <a:moveTo>
                    <a:pt x="191" y="1"/>
                  </a:moveTo>
                  <a:cubicBezTo>
                    <a:pt x="96" y="1"/>
                    <a:pt x="1" y="96"/>
                    <a:pt x="1" y="191"/>
                  </a:cubicBezTo>
                  <a:lnTo>
                    <a:pt x="1" y="2025"/>
                  </a:lnTo>
                  <a:cubicBezTo>
                    <a:pt x="1" y="2120"/>
                    <a:pt x="96" y="2215"/>
                    <a:pt x="191" y="2215"/>
                  </a:cubicBezTo>
                  <a:cubicBezTo>
                    <a:pt x="263" y="2215"/>
                    <a:pt x="358" y="2120"/>
                    <a:pt x="358" y="2025"/>
                  </a:cubicBezTo>
                  <a:lnTo>
                    <a:pt x="358" y="191"/>
                  </a:lnTo>
                  <a:cubicBezTo>
                    <a:pt x="358" y="72"/>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8"/>
            <p:cNvSpPr/>
            <p:nvPr/>
          </p:nvSpPr>
          <p:spPr>
            <a:xfrm>
              <a:off x="4754919" y="2925967"/>
              <a:ext cx="297270" cy="396895"/>
            </a:xfrm>
            <a:custGeom>
              <a:avLst/>
              <a:gdLst/>
              <a:ahLst/>
              <a:cxnLst/>
              <a:rect l="l" t="t" r="r" b="b"/>
              <a:pathLst>
                <a:path w="8883" h="11860" extrusionOk="0">
                  <a:moveTo>
                    <a:pt x="6859" y="620"/>
                  </a:moveTo>
                  <a:lnTo>
                    <a:pt x="8287" y="2048"/>
                  </a:lnTo>
                  <a:lnTo>
                    <a:pt x="6859" y="2048"/>
                  </a:lnTo>
                  <a:lnTo>
                    <a:pt x="6859" y="620"/>
                  </a:lnTo>
                  <a:close/>
                  <a:moveTo>
                    <a:pt x="357" y="0"/>
                  </a:moveTo>
                  <a:cubicBezTo>
                    <a:pt x="143" y="0"/>
                    <a:pt x="0" y="143"/>
                    <a:pt x="0" y="358"/>
                  </a:cubicBezTo>
                  <a:lnTo>
                    <a:pt x="0" y="11503"/>
                  </a:lnTo>
                  <a:cubicBezTo>
                    <a:pt x="0" y="11717"/>
                    <a:pt x="143" y="11860"/>
                    <a:pt x="357" y="11860"/>
                  </a:cubicBezTo>
                  <a:lnTo>
                    <a:pt x="8526" y="11860"/>
                  </a:lnTo>
                  <a:cubicBezTo>
                    <a:pt x="8740" y="11860"/>
                    <a:pt x="8883" y="11717"/>
                    <a:pt x="8883" y="11503"/>
                  </a:cubicBezTo>
                  <a:lnTo>
                    <a:pt x="8883" y="9669"/>
                  </a:lnTo>
                  <a:cubicBezTo>
                    <a:pt x="8883" y="9550"/>
                    <a:pt x="8811" y="9479"/>
                    <a:pt x="8716" y="9479"/>
                  </a:cubicBezTo>
                  <a:cubicBezTo>
                    <a:pt x="8621" y="9479"/>
                    <a:pt x="8526" y="9574"/>
                    <a:pt x="8526" y="9669"/>
                  </a:cubicBezTo>
                  <a:lnTo>
                    <a:pt x="8526" y="11503"/>
                  </a:lnTo>
                  <a:lnTo>
                    <a:pt x="333" y="11503"/>
                  </a:lnTo>
                  <a:lnTo>
                    <a:pt x="333" y="358"/>
                  </a:lnTo>
                  <a:lnTo>
                    <a:pt x="6501" y="358"/>
                  </a:lnTo>
                  <a:lnTo>
                    <a:pt x="6501" y="2048"/>
                  </a:lnTo>
                  <a:cubicBezTo>
                    <a:pt x="6501" y="2239"/>
                    <a:pt x="6668" y="2406"/>
                    <a:pt x="6859" y="2406"/>
                  </a:cubicBezTo>
                  <a:lnTo>
                    <a:pt x="8716" y="2406"/>
                  </a:lnTo>
                  <a:cubicBezTo>
                    <a:pt x="8764" y="2406"/>
                    <a:pt x="8835" y="2358"/>
                    <a:pt x="8859" y="2287"/>
                  </a:cubicBezTo>
                  <a:cubicBezTo>
                    <a:pt x="8883" y="2215"/>
                    <a:pt x="8859" y="2144"/>
                    <a:pt x="8835" y="2096"/>
                  </a:cubicBezTo>
                  <a:lnTo>
                    <a:pt x="6787" y="48"/>
                  </a:lnTo>
                  <a:cubicBezTo>
                    <a:pt x="6740" y="24"/>
                    <a:pt x="6716" y="0"/>
                    <a:pt x="6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8"/>
            <p:cNvSpPr/>
            <p:nvPr/>
          </p:nvSpPr>
          <p:spPr>
            <a:xfrm>
              <a:off x="4792365" y="3106074"/>
              <a:ext cx="298073" cy="122750"/>
            </a:xfrm>
            <a:custGeom>
              <a:avLst/>
              <a:gdLst/>
              <a:ahLst/>
              <a:cxnLst/>
              <a:rect l="l" t="t" r="r" b="b"/>
              <a:pathLst>
                <a:path w="8907" h="3668" extrusionOk="0">
                  <a:moveTo>
                    <a:pt x="8335" y="358"/>
                  </a:moveTo>
                  <a:cubicBezTo>
                    <a:pt x="8454" y="358"/>
                    <a:pt x="8550" y="453"/>
                    <a:pt x="8550" y="572"/>
                  </a:cubicBezTo>
                  <a:lnTo>
                    <a:pt x="8550" y="3144"/>
                  </a:lnTo>
                  <a:cubicBezTo>
                    <a:pt x="8550" y="3263"/>
                    <a:pt x="8454" y="3358"/>
                    <a:pt x="8335" y="3358"/>
                  </a:cubicBezTo>
                  <a:lnTo>
                    <a:pt x="548" y="3358"/>
                  </a:lnTo>
                  <a:cubicBezTo>
                    <a:pt x="429" y="3358"/>
                    <a:pt x="334" y="3263"/>
                    <a:pt x="334" y="3144"/>
                  </a:cubicBezTo>
                  <a:lnTo>
                    <a:pt x="334" y="572"/>
                  </a:lnTo>
                  <a:cubicBezTo>
                    <a:pt x="334" y="453"/>
                    <a:pt x="429" y="358"/>
                    <a:pt x="548" y="358"/>
                  </a:cubicBezTo>
                  <a:close/>
                  <a:moveTo>
                    <a:pt x="548" y="0"/>
                  </a:moveTo>
                  <a:cubicBezTo>
                    <a:pt x="238" y="0"/>
                    <a:pt x="0" y="239"/>
                    <a:pt x="0" y="524"/>
                  </a:cubicBezTo>
                  <a:lnTo>
                    <a:pt x="0" y="3120"/>
                  </a:lnTo>
                  <a:cubicBezTo>
                    <a:pt x="0" y="3430"/>
                    <a:pt x="238" y="3668"/>
                    <a:pt x="548" y="3668"/>
                  </a:cubicBezTo>
                  <a:lnTo>
                    <a:pt x="8335" y="3668"/>
                  </a:lnTo>
                  <a:cubicBezTo>
                    <a:pt x="8621" y="3668"/>
                    <a:pt x="8859" y="3430"/>
                    <a:pt x="8859" y="3120"/>
                  </a:cubicBezTo>
                  <a:lnTo>
                    <a:pt x="8859" y="524"/>
                  </a:lnTo>
                  <a:cubicBezTo>
                    <a:pt x="8907" y="239"/>
                    <a:pt x="8621" y="0"/>
                    <a:pt x="8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8"/>
            <p:cNvSpPr/>
            <p:nvPr/>
          </p:nvSpPr>
          <p:spPr>
            <a:xfrm>
              <a:off x="4816259" y="3137162"/>
              <a:ext cx="11980" cy="61375"/>
            </a:xfrm>
            <a:custGeom>
              <a:avLst/>
              <a:gdLst/>
              <a:ahLst/>
              <a:cxnLst/>
              <a:rect l="l" t="t" r="r" b="b"/>
              <a:pathLst>
                <a:path w="358" h="1834" extrusionOk="0">
                  <a:moveTo>
                    <a:pt x="191" y="0"/>
                  </a:moveTo>
                  <a:cubicBezTo>
                    <a:pt x="96" y="0"/>
                    <a:pt x="1" y="72"/>
                    <a:pt x="1" y="167"/>
                  </a:cubicBezTo>
                  <a:lnTo>
                    <a:pt x="1" y="1667"/>
                  </a:lnTo>
                  <a:cubicBezTo>
                    <a:pt x="1" y="1739"/>
                    <a:pt x="96" y="1834"/>
                    <a:pt x="191" y="1834"/>
                  </a:cubicBezTo>
                  <a:cubicBezTo>
                    <a:pt x="263" y="1834"/>
                    <a:pt x="358" y="1739"/>
                    <a:pt x="358" y="1667"/>
                  </a:cubicBezTo>
                  <a:lnTo>
                    <a:pt x="358" y="167"/>
                  </a:lnTo>
                  <a:cubicBezTo>
                    <a:pt x="358" y="72"/>
                    <a:pt x="310"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8"/>
            <p:cNvSpPr/>
            <p:nvPr/>
          </p:nvSpPr>
          <p:spPr>
            <a:xfrm>
              <a:off x="4970865" y="3137162"/>
              <a:ext cx="11980" cy="61375"/>
            </a:xfrm>
            <a:custGeom>
              <a:avLst/>
              <a:gdLst/>
              <a:ahLst/>
              <a:cxnLst/>
              <a:rect l="l" t="t" r="r" b="b"/>
              <a:pathLst>
                <a:path w="358" h="1834" extrusionOk="0">
                  <a:moveTo>
                    <a:pt x="167" y="0"/>
                  </a:moveTo>
                  <a:cubicBezTo>
                    <a:pt x="96" y="0"/>
                    <a:pt x="1" y="72"/>
                    <a:pt x="1" y="167"/>
                  </a:cubicBezTo>
                  <a:lnTo>
                    <a:pt x="1" y="1667"/>
                  </a:lnTo>
                  <a:cubicBezTo>
                    <a:pt x="1" y="1739"/>
                    <a:pt x="72" y="1834"/>
                    <a:pt x="167" y="1834"/>
                  </a:cubicBezTo>
                  <a:cubicBezTo>
                    <a:pt x="263" y="1834"/>
                    <a:pt x="358" y="1739"/>
                    <a:pt x="358" y="1667"/>
                  </a:cubicBezTo>
                  <a:lnTo>
                    <a:pt x="358" y="167"/>
                  </a:lnTo>
                  <a:cubicBezTo>
                    <a:pt x="310" y="72"/>
                    <a:pt x="263"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8"/>
            <p:cNvSpPr/>
            <p:nvPr/>
          </p:nvSpPr>
          <p:spPr>
            <a:xfrm>
              <a:off x="4836204" y="3136627"/>
              <a:ext cx="38284" cy="61910"/>
            </a:xfrm>
            <a:custGeom>
              <a:avLst/>
              <a:gdLst/>
              <a:ahLst/>
              <a:cxnLst/>
              <a:rect l="l" t="t" r="r" b="b"/>
              <a:pathLst>
                <a:path w="1144" h="1850" extrusionOk="0">
                  <a:moveTo>
                    <a:pt x="209" y="1"/>
                  </a:moveTo>
                  <a:cubicBezTo>
                    <a:pt x="187" y="1"/>
                    <a:pt x="165" y="5"/>
                    <a:pt x="143" y="16"/>
                  </a:cubicBezTo>
                  <a:cubicBezTo>
                    <a:pt x="72" y="40"/>
                    <a:pt x="0" y="88"/>
                    <a:pt x="0" y="183"/>
                  </a:cubicBezTo>
                  <a:lnTo>
                    <a:pt x="0" y="1683"/>
                  </a:lnTo>
                  <a:cubicBezTo>
                    <a:pt x="0" y="1755"/>
                    <a:pt x="95" y="1850"/>
                    <a:pt x="191" y="1850"/>
                  </a:cubicBezTo>
                  <a:cubicBezTo>
                    <a:pt x="262" y="1850"/>
                    <a:pt x="357" y="1755"/>
                    <a:pt x="357" y="1683"/>
                  </a:cubicBezTo>
                  <a:lnTo>
                    <a:pt x="357" y="921"/>
                  </a:lnTo>
                  <a:lnTo>
                    <a:pt x="786" y="1755"/>
                  </a:lnTo>
                  <a:cubicBezTo>
                    <a:pt x="810" y="1826"/>
                    <a:pt x="857" y="1850"/>
                    <a:pt x="929" y="1850"/>
                  </a:cubicBezTo>
                  <a:lnTo>
                    <a:pt x="953" y="1850"/>
                  </a:lnTo>
                  <a:cubicBezTo>
                    <a:pt x="1048" y="1826"/>
                    <a:pt x="1096" y="1755"/>
                    <a:pt x="1096" y="1683"/>
                  </a:cubicBezTo>
                  <a:lnTo>
                    <a:pt x="1096" y="183"/>
                  </a:lnTo>
                  <a:cubicBezTo>
                    <a:pt x="1143" y="88"/>
                    <a:pt x="1072" y="16"/>
                    <a:pt x="953" y="16"/>
                  </a:cubicBezTo>
                  <a:cubicBezTo>
                    <a:pt x="857" y="16"/>
                    <a:pt x="762" y="88"/>
                    <a:pt x="762" y="183"/>
                  </a:cubicBezTo>
                  <a:lnTo>
                    <a:pt x="762" y="921"/>
                  </a:lnTo>
                  <a:lnTo>
                    <a:pt x="357" y="88"/>
                  </a:lnTo>
                  <a:cubicBezTo>
                    <a:pt x="339" y="51"/>
                    <a:pt x="279"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8"/>
            <p:cNvSpPr/>
            <p:nvPr/>
          </p:nvSpPr>
          <p:spPr>
            <a:xfrm>
              <a:off x="4882418" y="3137731"/>
              <a:ext cx="37481" cy="60806"/>
            </a:xfrm>
            <a:custGeom>
              <a:avLst/>
              <a:gdLst/>
              <a:ahLst/>
              <a:cxnLst/>
              <a:rect l="l" t="t" r="r" b="b"/>
              <a:pathLst>
                <a:path w="1120" h="1817" extrusionOk="0">
                  <a:moveTo>
                    <a:pt x="190" y="1"/>
                  </a:moveTo>
                  <a:cubicBezTo>
                    <a:pt x="175" y="1"/>
                    <a:pt x="160" y="3"/>
                    <a:pt x="143" y="7"/>
                  </a:cubicBezTo>
                  <a:cubicBezTo>
                    <a:pt x="48" y="31"/>
                    <a:pt x="0" y="126"/>
                    <a:pt x="24" y="221"/>
                  </a:cubicBezTo>
                  <a:lnTo>
                    <a:pt x="381" y="1698"/>
                  </a:lnTo>
                  <a:cubicBezTo>
                    <a:pt x="405" y="1793"/>
                    <a:pt x="477" y="1817"/>
                    <a:pt x="548" y="1817"/>
                  </a:cubicBezTo>
                  <a:cubicBezTo>
                    <a:pt x="643" y="1817"/>
                    <a:pt x="715" y="1769"/>
                    <a:pt x="739" y="1698"/>
                  </a:cubicBezTo>
                  <a:lnTo>
                    <a:pt x="1096" y="221"/>
                  </a:lnTo>
                  <a:cubicBezTo>
                    <a:pt x="1120" y="126"/>
                    <a:pt x="1072" y="7"/>
                    <a:pt x="977" y="7"/>
                  </a:cubicBezTo>
                  <a:cubicBezTo>
                    <a:pt x="960" y="3"/>
                    <a:pt x="944" y="1"/>
                    <a:pt x="928" y="1"/>
                  </a:cubicBezTo>
                  <a:cubicBezTo>
                    <a:pt x="851" y="1"/>
                    <a:pt x="782" y="47"/>
                    <a:pt x="762" y="126"/>
                  </a:cubicBezTo>
                  <a:lnTo>
                    <a:pt x="548" y="912"/>
                  </a:lnTo>
                  <a:lnTo>
                    <a:pt x="358" y="126"/>
                  </a:lnTo>
                  <a:cubicBezTo>
                    <a:pt x="318" y="47"/>
                    <a:pt x="262"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8"/>
            <p:cNvSpPr/>
            <p:nvPr/>
          </p:nvSpPr>
          <p:spPr>
            <a:xfrm>
              <a:off x="4924651" y="3137162"/>
              <a:ext cx="36678" cy="60605"/>
            </a:xfrm>
            <a:custGeom>
              <a:avLst/>
              <a:gdLst/>
              <a:ahLst/>
              <a:cxnLst/>
              <a:rect l="l" t="t" r="r" b="b"/>
              <a:pathLst>
                <a:path w="1096" h="1811" extrusionOk="0">
                  <a:moveTo>
                    <a:pt x="548" y="357"/>
                  </a:moveTo>
                  <a:cubicBezTo>
                    <a:pt x="667" y="357"/>
                    <a:pt x="763" y="429"/>
                    <a:pt x="763" y="548"/>
                  </a:cubicBezTo>
                  <a:lnTo>
                    <a:pt x="763" y="1310"/>
                  </a:lnTo>
                  <a:cubicBezTo>
                    <a:pt x="763" y="1429"/>
                    <a:pt x="667" y="1501"/>
                    <a:pt x="548" y="1501"/>
                  </a:cubicBezTo>
                  <a:cubicBezTo>
                    <a:pt x="429" y="1501"/>
                    <a:pt x="334" y="1429"/>
                    <a:pt x="334" y="1310"/>
                  </a:cubicBezTo>
                  <a:lnTo>
                    <a:pt x="334" y="548"/>
                  </a:lnTo>
                  <a:cubicBezTo>
                    <a:pt x="334" y="429"/>
                    <a:pt x="429" y="357"/>
                    <a:pt x="548" y="357"/>
                  </a:cubicBezTo>
                  <a:close/>
                  <a:moveTo>
                    <a:pt x="548" y="0"/>
                  </a:moveTo>
                  <a:cubicBezTo>
                    <a:pt x="239" y="0"/>
                    <a:pt x="1" y="238"/>
                    <a:pt x="1" y="524"/>
                  </a:cubicBezTo>
                  <a:lnTo>
                    <a:pt x="1" y="1262"/>
                  </a:lnTo>
                  <a:cubicBezTo>
                    <a:pt x="1" y="1572"/>
                    <a:pt x="239" y="1810"/>
                    <a:pt x="548" y="1810"/>
                  </a:cubicBezTo>
                  <a:cubicBezTo>
                    <a:pt x="834" y="1810"/>
                    <a:pt x="1072" y="1572"/>
                    <a:pt x="1072" y="1262"/>
                  </a:cubicBezTo>
                  <a:lnTo>
                    <a:pt x="1072" y="524"/>
                  </a:lnTo>
                  <a:cubicBezTo>
                    <a:pt x="1096" y="262"/>
                    <a:pt x="882"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8"/>
            <p:cNvSpPr/>
            <p:nvPr/>
          </p:nvSpPr>
          <p:spPr>
            <a:xfrm>
              <a:off x="4991580" y="3135556"/>
              <a:ext cx="35908" cy="61408"/>
            </a:xfrm>
            <a:custGeom>
              <a:avLst/>
              <a:gdLst/>
              <a:ahLst/>
              <a:cxnLst/>
              <a:rect l="l" t="t" r="r" b="b"/>
              <a:pathLst>
                <a:path w="1073" h="1835" extrusionOk="0">
                  <a:moveTo>
                    <a:pt x="549" y="1"/>
                  </a:moveTo>
                  <a:cubicBezTo>
                    <a:pt x="239" y="1"/>
                    <a:pt x="1" y="239"/>
                    <a:pt x="1" y="548"/>
                  </a:cubicBezTo>
                  <a:lnTo>
                    <a:pt x="1" y="1287"/>
                  </a:lnTo>
                  <a:cubicBezTo>
                    <a:pt x="1" y="1596"/>
                    <a:pt x="239" y="1834"/>
                    <a:pt x="549" y="1834"/>
                  </a:cubicBezTo>
                  <a:cubicBezTo>
                    <a:pt x="739" y="1834"/>
                    <a:pt x="930" y="1715"/>
                    <a:pt x="1025" y="1549"/>
                  </a:cubicBezTo>
                  <a:cubicBezTo>
                    <a:pt x="1049" y="1525"/>
                    <a:pt x="1025" y="1429"/>
                    <a:pt x="954" y="1382"/>
                  </a:cubicBezTo>
                  <a:cubicBezTo>
                    <a:pt x="916" y="1354"/>
                    <a:pt x="882" y="1340"/>
                    <a:pt x="850" y="1340"/>
                  </a:cubicBezTo>
                  <a:cubicBezTo>
                    <a:pt x="802" y="1340"/>
                    <a:pt x="759" y="1372"/>
                    <a:pt x="715" y="1429"/>
                  </a:cubicBezTo>
                  <a:cubicBezTo>
                    <a:pt x="692" y="1501"/>
                    <a:pt x="620" y="1525"/>
                    <a:pt x="549" y="1525"/>
                  </a:cubicBezTo>
                  <a:cubicBezTo>
                    <a:pt x="430" y="1525"/>
                    <a:pt x="334" y="1429"/>
                    <a:pt x="334" y="1310"/>
                  </a:cubicBezTo>
                  <a:lnTo>
                    <a:pt x="334" y="572"/>
                  </a:lnTo>
                  <a:cubicBezTo>
                    <a:pt x="334" y="453"/>
                    <a:pt x="406" y="358"/>
                    <a:pt x="549" y="358"/>
                  </a:cubicBezTo>
                  <a:cubicBezTo>
                    <a:pt x="596" y="358"/>
                    <a:pt x="692" y="405"/>
                    <a:pt x="715" y="453"/>
                  </a:cubicBezTo>
                  <a:cubicBezTo>
                    <a:pt x="763" y="517"/>
                    <a:pt x="811" y="548"/>
                    <a:pt x="865" y="548"/>
                  </a:cubicBezTo>
                  <a:cubicBezTo>
                    <a:pt x="893" y="548"/>
                    <a:pt x="922" y="540"/>
                    <a:pt x="954" y="525"/>
                  </a:cubicBezTo>
                  <a:cubicBezTo>
                    <a:pt x="1049" y="453"/>
                    <a:pt x="1073" y="358"/>
                    <a:pt x="1025" y="286"/>
                  </a:cubicBezTo>
                  <a:cubicBezTo>
                    <a:pt x="930" y="96"/>
                    <a:pt x="739" y="1"/>
                    <a:pt x="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8"/>
            <p:cNvSpPr/>
            <p:nvPr/>
          </p:nvSpPr>
          <p:spPr>
            <a:xfrm>
              <a:off x="5034615" y="3136359"/>
              <a:ext cx="31122" cy="62178"/>
            </a:xfrm>
            <a:custGeom>
              <a:avLst/>
              <a:gdLst/>
              <a:ahLst/>
              <a:cxnLst/>
              <a:rect l="l" t="t" r="r" b="b"/>
              <a:pathLst>
                <a:path w="930" h="1858" extrusionOk="0">
                  <a:moveTo>
                    <a:pt x="168" y="0"/>
                  </a:moveTo>
                  <a:cubicBezTo>
                    <a:pt x="96" y="0"/>
                    <a:pt x="1" y="96"/>
                    <a:pt x="1" y="191"/>
                  </a:cubicBezTo>
                  <a:lnTo>
                    <a:pt x="1" y="1667"/>
                  </a:lnTo>
                  <a:cubicBezTo>
                    <a:pt x="1" y="1763"/>
                    <a:pt x="96" y="1858"/>
                    <a:pt x="168" y="1858"/>
                  </a:cubicBezTo>
                  <a:lnTo>
                    <a:pt x="739" y="1858"/>
                  </a:lnTo>
                  <a:cubicBezTo>
                    <a:pt x="834" y="1858"/>
                    <a:pt x="930" y="1763"/>
                    <a:pt x="930" y="1667"/>
                  </a:cubicBezTo>
                  <a:cubicBezTo>
                    <a:pt x="930" y="1596"/>
                    <a:pt x="834" y="1501"/>
                    <a:pt x="739" y="1501"/>
                  </a:cubicBezTo>
                  <a:lnTo>
                    <a:pt x="358" y="1501"/>
                  </a:lnTo>
                  <a:lnTo>
                    <a:pt x="358" y="1120"/>
                  </a:lnTo>
                  <a:lnTo>
                    <a:pt x="739" y="1120"/>
                  </a:lnTo>
                  <a:cubicBezTo>
                    <a:pt x="834" y="1120"/>
                    <a:pt x="930" y="1024"/>
                    <a:pt x="930" y="929"/>
                  </a:cubicBezTo>
                  <a:cubicBezTo>
                    <a:pt x="930" y="834"/>
                    <a:pt x="834" y="762"/>
                    <a:pt x="739" y="762"/>
                  </a:cubicBezTo>
                  <a:lnTo>
                    <a:pt x="358" y="762"/>
                  </a:lnTo>
                  <a:lnTo>
                    <a:pt x="358" y="358"/>
                  </a:lnTo>
                  <a:lnTo>
                    <a:pt x="739" y="358"/>
                  </a:lnTo>
                  <a:cubicBezTo>
                    <a:pt x="834" y="358"/>
                    <a:pt x="930" y="286"/>
                    <a:pt x="930" y="191"/>
                  </a:cubicBezTo>
                  <a:cubicBezTo>
                    <a:pt x="930" y="96"/>
                    <a:pt x="834"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9" name="Google Shape;4719;p58"/>
          <p:cNvGrpSpPr/>
          <p:nvPr/>
        </p:nvGrpSpPr>
        <p:grpSpPr>
          <a:xfrm>
            <a:off x="5460987" y="2690943"/>
            <a:ext cx="236731" cy="396694"/>
            <a:chOff x="5460987" y="2926168"/>
            <a:chExt cx="236731" cy="396694"/>
          </a:xfrm>
        </p:grpSpPr>
        <p:sp>
          <p:nvSpPr>
            <p:cNvPr id="4720" name="Google Shape;4720;p58"/>
            <p:cNvSpPr/>
            <p:nvPr/>
          </p:nvSpPr>
          <p:spPr>
            <a:xfrm>
              <a:off x="5629146" y="2987341"/>
              <a:ext cx="27943" cy="11980"/>
            </a:xfrm>
            <a:custGeom>
              <a:avLst/>
              <a:gdLst/>
              <a:ahLst/>
              <a:cxnLst/>
              <a:rect l="l" t="t" r="r" b="b"/>
              <a:pathLst>
                <a:path w="835" h="358" extrusionOk="0">
                  <a:moveTo>
                    <a:pt x="191" y="0"/>
                  </a:moveTo>
                  <a:cubicBezTo>
                    <a:pt x="96" y="0"/>
                    <a:pt x="1" y="95"/>
                    <a:pt x="1" y="191"/>
                  </a:cubicBezTo>
                  <a:cubicBezTo>
                    <a:pt x="1" y="262"/>
                    <a:pt x="96" y="357"/>
                    <a:pt x="191" y="357"/>
                  </a:cubicBezTo>
                  <a:lnTo>
                    <a:pt x="667" y="357"/>
                  </a:lnTo>
                  <a:cubicBezTo>
                    <a:pt x="739" y="357"/>
                    <a:pt x="834" y="262"/>
                    <a:pt x="834" y="191"/>
                  </a:cubicBezTo>
                  <a:cubicBezTo>
                    <a:pt x="834" y="95"/>
                    <a:pt x="786"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8"/>
            <p:cNvSpPr/>
            <p:nvPr/>
          </p:nvSpPr>
          <p:spPr>
            <a:xfrm>
              <a:off x="5629146" y="3019200"/>
              <a:ext cx="27943" cy="11980"/>
            </a:xfrm>
            <a:custGeom>
              <a:avLst/>
              <a:gdLst/>
              <a:ahLst/>
              <a:cxnLst/>
              <a:rect l="l" t="t" r="r" b="b"/>
              <a:pathLst>
                <a:path w="835" h="358" extrusionOk="0">
                  <a:moveTo>
                    <a:pt x="191" y="1"/>
                  </a:moveTo>
                  <a:cubicBezTo>
                    <a:pt x="96" y="1"/>
                    <a:pt x="1" y="96"/>
                    <a:pt x="1" y="191"/>
                  </a:cubicBezTo>
                  <a:cubicBezTo>
                    <a:pt x="1" y="263"/>
                    <a:pt x="96" y="358"/>
                    <a:pt x="191" y="358"/>
                  </a:cubicBezTo>
                  <a:lnTo>
                    <a:pt x="667" y="358"/>
                  </a:lnTo>
                  <a:cubicBezTo>
                    <a:pt x="739" y="358"/>
                    <a:pt x="834" y="263"/>
                    <a:pt x="834" y="191"/>
                  </a:cubicBezTo>
                  <a:cubicBezTo>
                    <a:pt x="834" y="72"/>
                    <a:pt x="78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8"/>
            <p:cNvSpPr/>
            <p:nvPr/>
          </p:nvSpPr>
          <p:spPr>
            <a:xfrm>
              <a:off x="5629146" y="3050288"/>
              <a:ext cx="27943" cy="11980"/>
            </a:xfrm>
            <a:custGeom>
              <a:avLst/>
              <a:gdLst/>
              <a:ahLst/>
              <a:cxnLst/>
              <a:rect l="l" t="t" r="r" b="b"/>
              <a:pathLst>
                <a:path w="835" h="358" extrusionOk="0">
                  <a:moveTo>
                    <a:pt x="191" y="0"/>
                  </a:moveTo>
                  <a:cubicBezTo>
                    <a:pt x="96" y="0"/>
                    <a:pt x="1" y="96"/>
                    <a:pt x="1" y="167"/>
                  </a:cubicBezTo>
                  <a:cubicBezTo>
                    <a:pt x="1" y="262"/>
                    <a:pt x="96" y="358"/>
                    <a:pt x="191" y="358"/>
                  </a:cubicBezTo>
                  <a:lnTo>
                    <a:pt x="667" y="358"/>
                  </a:lnTo>
                  <a:cubicBezTo>
                    <a:pt x="739" y="358"/>
                    <a:pt x="834" y="262"/>
                    <a:pt x="834" y="167"/>
                  </a:cubicBezTo>
                  <a:cubicBezTo>
                    <a:pt x="834" y="96"/>
                    <a:pt x="786"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8"/>
            <p:cNvSpPr/>
            <p:nvPr/>
          </p:nvSpPr>
          <p:spPr>
            <a:xfrm>
              <a:off x="5629146" y="3081377"/>
              <a:ext cx="27943" cy="11980"/>
            </a:xfrm>
            <a:custGeom>
              <a:avLst/>
              <a:gdLst/>
              <a:ahLst/>
              <a:cxnLst/>
              <a:rect l="l" t="t" r="r" b="b"/>
              <a:pathLst>
                <a:path w="835" h="358" extrusionOk="0">
                  <a:moveTo>
                    <a:pt x="191" y="0"/>
                  </a:moveTo>
                  <a:cubicBezTo>
                    <a:pt x="96" y="0"/>
                    <a:pt x="1" y="72"/>
                    <a:pt x="1" y="167"/>
                  </a:cubicBezTo>
                  <a:cubicBezTo>
                    <a:pt x="1" y="262"/>
                    <a:pt x="96" y="357"/>
                    <a:pt x="191" y="357"/>
                  </a:cubicBezTo>
                  <a:lnTo>
                    <a:pt x="667" y="357"/>
                  </a:lnTo>
                  <a:cubicBezTo>
                    <a:pt x="739" y="357"/>
                    <a:pt x="834" y="262"/>
                    <a:pt x="834" y="167"/>
                  </a:cubicBezTo>
                  <a:cubicBezTo>
                    <a:pt x="834" y="72"/>
                    <a:pt x="786"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8"/>
            <p:cNvSpPr/>
            <p:nvPr/>
          </p:nvSpPr>
          <p:spPr>
            <a:xfrm>
              <a:off x="5629146" y="3111662"/>
              <a:ext cx="27943" cy="11980"/>
            </a:xfrm>
            <a:custGeom>
              <a:avLst/>
              <a:gdLst/>
              <a:ahLst/>
              <a:cxnLst/>
              <a:rect l="l" t="t" r="r" b="b"/>
              <a:pathLst>
                <a:path w="835" h="358" extrusionOk="0">
                  <a:moveTo>
                    <a:pt x="191" y="0"/>
                  </a:moveTo>
                  <a:cubicBezTo>
                    <a:pt x="96" y="0"/>
                    <a:pt x="1" y="95"/>
                    <a:pt x="1" y="191"/>
                  </a:cubicBezTo>
                  <a:cubicBezTo>
                    <a:pt x="1" y="286"/>
                    <a:pt x="96" y="357"/>
                    <a:pt x="191" y="357"/>
                  </a:cubicBezTo>
                  <a:lnTo>
                    <a:pt x="667" y="357"/>
                  </a:lnTo>
                  <a:cubicBezTo>
                    <a:pt x="739" y="357"/>
                    <a:pt x="834" y="286"/>
                    <a:pt x="834" y="191"/>
                  </a:cubicBezTo>
                  <a:cubicBezTo>
                    <a:pt x="834" y="95"/>
                    <a:pt x="786"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8"/>
            <p:cNvSpPr/>
            <p:nvPr/>
          </p:nvSpPr>
          <p:spPr>
            <a:xfrm>
              <a:off x="5629146" y="3143520"/>
              <a:ext cx="27943" cy="11980"/>
            </a:xfrm>
            <a:custGeom>
              <a:avLst/>
              <a:gdLst/>
              <a:ahLst/>
              <a:cxnLst/>
              <a:rect l="l" t="t" r="r" b="b"/>
              <a:pathLst>
                <a:path w="835" h="358" extrusionOk="0">
                  <a:moveTo>
                    <a:pt x="191" y="1"/>
                  </a:moveTo>
                  <a:cubicBezTo>
                    <a:pt x="96" y="1"/>
                    <a:pt x="1" y="96"/>
                    <a:pt x="1" y="191"/>
                  </a:cubicBezTo>
                  <a:cubicBezTo>
                    <a:pt x="1" y="287"/>
                    <a:pt x="96" y="358"/>
                    <a:pt x="191" y="358"/>
                  </a:cubicBezTo>
                  <a:lnTo>
                    <a:pt x="667" y="358"/>
                  </a:lnTo>
                  <a:cubicBezTo>
                    <a:pt x="739" y="358"/>
                    <a:pt x="834" y="287"/>
                    <a:pt x="834" y="191"/>
                  </a:cubicBezTo>
                  <a:cubicBezTo>
                    <a:pt x="834" y="72"/>
                    <a:pt x="78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8"/>
            <p:cNvSpPr/>
            <p:nvPr/>
          </p:nvSpPr>
          <p:spPr>
            <a:xfrm>
              <a:off x="5629146" y="3174609"/>
              <a:ext cx="27943" cy="11980"/>
            </a:xfrm>
            <a:custGeom>
              <a:avLst/>
              <a:gdLst/>
              <a:ahLst/>
              <a:cxnLst/>
              <a:rect l="l" t="t" r="r" b="b"/>
              <a:pathLst>
                <a:path w="835" h="358" extrusionOk="0">
                  <a:moveTo>
                    <a:pt x="191" y="1"/>
                  </a:moveTo>
                  <a:cubicBezTo>
                    <a:pt x="96" y="1"/>
                    <a:pt x="1" y="96"/>
                    <a:pt x="1" y="191"/>
                  </a:cubicBezTo>
                  <a:cubicBezTo>
                    <a:pt x="1" y="262"/>
                    <a:pt x="96" y="358"/>
                    <a:pt x="191" y="358"/>
                  </a:cubicBezTo>
                  <a:lnTo>
                    <a:pt x="667" y="358"/>
                  </a:lnTo>
                  <a:cubicBezTo>
                    <a:pt x="739" y="358"/>
                    <a:pt x="834" y="262"/>
                    <a:pt x="834" y="191"/>
                  </a:cubicBezTo>
                  <a:cubicBezTo>
                    <a:pt x="834" y="72"/>
                    <a:pt x="78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8"/>
            <p:cNvSpPr/>
            <p:nvPr/>
          </p:nvSpPr>
          <p:spPr>
            <a:xfrm>
              <a:off x="5498433" y="2987341"/>
              <a:ext cx="81353" cy="11980"/>
            </a:xfrm>
            <a:custGeom>
              <a:avLst/>
              <a:gdLst/>
              <a:ahLst/>
              <a:cxnLst/>
              <a:rect l="l" t="t" r="r" b="b"/>
              <a:pathLst>
                <a:path w="2431" h="358" extrusionOk="0">
                  <a:moveTo>
                    <a:pt x="191" y="0"/>
                  </a:moveTo>
                  <a:cubicBezTo>
                    <a:pt x="96" y="0"/>
                    <a:pt x="1" y="95"/>
                    <a:pt x="1" y="191"/>
                  </a:cubicBezTo>
                  <a:cubicBezTo>
                    <a:pt x="1" y="262"/>
                    <a:pt x="96" y="357"/>
                    <a:pt x="191" y="357"/>
                  </a:cubicBezTo>
                  <a:lnTo>
                    <a:pt x="2240" y="357"/>
                  </a:lnTo>
                  <a:cubicBezTo>
                    <a:pt x="2335" y="357"/>
                    <a:pt x="2430" y="262"/>
                    <a:pt x="2430" y="191"/>
                  </a:cubicBezTo>
                  <a:cubicBezTo>
                    <a:pt x="2406" y="95"/>
                    <a:pt x="2335" y="0"/>
                    <a:pt x="2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8"/>
            <p:cNvSpPr/>
            <p:nvPr/>
          </p:nvSpPr>
          <p:spPr>
            <a:xfrm>
              <a:off x="5498433" y="3019200"/>
              <a:ext cx="102871" cy="11980"/>
            </a:xfrm>
            <a:custGeom>
              <a:avLst/>
              <a:gdLst/>
              <a:ahLst/>
              <a:cxnLst/>
              <a:rect l="l" t="t" r="r" b="b"/>
              <a:pathLst>
                <a:path w="3074" h="358" extrusionOk="0">
                  <a:moveTo>
                    <a:pt x="191" y="1"/>
                  </a:moveTo>
                  <a:cubicBezTo>
                    <a:pt x="96" y="1"/>
                    <a:pt x="1" y="96"/>
                    <a:pt x="1" y="191"/>
                  </a:cubicBezTo>
                  <a:cubicBezTo>
                    <a:pt x="1" y="263"/>
                    <a:pt x="96" y="358"/>
                    <a:pt x="191" y="358"/>
                  </a:cubicBezTo>
                  <a:lnTo>
                    <a:pt x="2906" y="358"/>
                  </a:lnTo>
                  <a:cubicBezTo>
                    <a:pt x="2978" y="358"/>
                    <a:pt x="3073" y="263"/>
                    <a:pt x="3073" y="191"/>
                  </a:cubicBezTo>
                  <a:cubicBezTo>
                    <a:pt x="3073" y="72"/>
                    <a:pt x="2978" y="1"/>
                    <a:pt x="2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8"/>
            <p:cNvSpPr/>
            <p:nvPr/>
          </p:nvSpPr>
          <p:spPr>
            <a:xfrm>
              <a:off x="5498433" y="3050288"/>
              <a:ext cx="62211" cy="11980"/>
            </a:xfrm>
            <a:custGeom>
              <a:avLst/>
              <a:gdLst/>
              <a:ahLst/>
              <a:cxnLst/>
              <a:rect l="l" t="t" r="r" b="b"/>
              <a:pathLst>
                <a:path w="1859" h="358" extrusionOk="0">
                  <a:moveTo>
                    <a:pt x="191" y="0"/>
                  </a:moveTo>
                  <a:cubicBezTo>
                    <a:pt x="96" y="0"/>
                    <a:pt x="1" y="96"/>
                    <a:pt x="1" y="167"/>
                  </a:cubicBezTo>
                  <a:cubicBezTo>
                    <a:pt x="1" y="262"/>
                    <a:pt x="96" y="358"/>
                    <a:pt x="191" y="358"/>
                  </a:cubicBezTo>
                  <a:lnTo>
                    <a:pt x="1668" y="358"/>
                  </a:lnTo>
                  <a:cubicBezTo>
                    <a:pt x="1763" y="358"/>
                    <a:pt x="1858" y="262"/>
                    <a:pt x="1858" y="167"/>
                  </a:cubicBezTo>
                  <a:cubicBezTo>
                    <a:pt x="1858" y="96"/>
                    <a:pt x="1787" y="0"/>
                    <a:pt x="1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8"/>
            <p:cNvSpPr/>
            <p:nvPr/>
          </p:nvSpPr>
          <p:spPr>
            <a:xfrm>
              <a:off x="5498433" y="3081377"/>
              <a:ext cx="81353" cy="11980"/>
            </a:xfrm>
            <a:custGeom>
              <a:avLst/>
              <a:gdLst/>
              <a:ahLst/>
              <a:cxnLst/>
              <a:rect l="l" t="t" r="r" b="b"/>
              <a:pathLst>
                <a:path w="2431" h="358" extrusionOk="0">
                  <a:moveTo>
                    <a:pt x="191" y="0"/>
                  </a:moveTo>
                  <a:cubicBezTo>
                    <a:pt x="96" y="0"/>
                    <a:pt x="1" y="72"/>
                    <a:pt x="1" y="167"/>
                  </a:cubicBezTo>
                  <a:cubicBezTo>
                    <a:pt x="1" y="262"/>
                    <a:pt x="96" y="357"/>
                    <a:pt x="191" y="357"/>
                  </a:cubicBezTo>
                  <a:lnTo>
                    <a:pt x="2240" y="357"/>
                  </a:lnTo>
                  <a:cubicBezTo>
                    <a:pt x="2335" y="357"/>
                    <a:pt x="2430" y="262"/>
                    <a:pt x="2430" y="167"/>
                  </a:cubicBezTo>
                  <a:cubicBezTo>
                    <a:pt x="2406" y="72"/>
                    <a:pt x="2335" y="0"/>
                    <a:pt x="2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8"/>
            <p:cNvSpPr/>
            <p:nvPr/>
          </p:nvSpPr>
          <p:spPr>
            <a:xfrm>
              <a:off x="5498433" y="3111662"/>
              <a:ext cx="106051" cy="11980"/>
            </a:xfrm>
            <a:custGeom>
              <a:avLst/>
              <a:gdLst/>
              <a:ahLst/>
              <a:cxnLst/>
              <a:rect l="l" t="t" r="r" b="b"/>
              <a:pathLst>
                <a:path w="3169" h="358" extrusionOk="0">
                  <a:moveTo>
                    <a:pt x="191" y="0"/>
                  </a:moveTo>
                  <a:cubicBezTo>
                    <a:pt x="96" y="0"/>
                    <a:pt x="1" y="95"/>
                    <a:pt x="1" y="191"/>
                  </a:cubicBezTo>
                  <a:cubicBezTo>
                    <a:pt x="1" y="286"/>
                    <a:pt x="96" y="357"/>
                    <a:pt x="191" y="357"/>
                  </a:cubicBezTo>
                  <a:lnTo>
                    <a:pt x="2978" y="357"/>
                  </a:lnTo>
                  <a:cubicBezTo>
                    <a:pt x="3073" y="357"/>
                    <a:pt x="3168" y="286"/>
                    <a:pt x="3168" y="191"/>
                  </a:cubicBezTo>
                  <a:cubicBezTo>
                    <a:pt x="3168" y="95"/>
                    <a:pt x="3073" y="0"/>
                    <a:pt x="29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8"/>
            <p:cNvSpPr/>
            <p:nvPr/>
          </p:nvSpPr>
          <p:spPr>
            <a:xfrm>
              <a:off x="5498433" y="3143520"/>
              <a:ext cx="62211" cy="11980"/>
            </a:xfrm>
            <a:custGeom>
              <a:avLst/>
              <a:gdLst/>
              <a:ahLst/>
              <a:cxnLst/>
              <a:rect l="l" t="t" r="r" b="b"/>
              <a:pathLst>
                <a:path w="1859" h="358" extrusionOk="0">
                  <a:moveTo>
                    <a:pt x="191" y="1"/>
                  </a:moveTo>
                  <a:cubicBezTo>
                    <a:pt x="96" y="1"/>
                    <a:pt x="1" y="96"/>
                    <a:pt x="1" y="191"/>
                  </a:cubicBezTo>
                  <a:cubicBezTo>
                    <a:pt x="1" y="287"/>
                    <a:pt x="96" y="358"/>
                    <a:pt x="191" y="358"/>
                  </a:cubicBezTo>
                  <a:lnTo>
                    <a:pt x="1668" y="358"/>
                  </a:lnTo>
                  <a:cubicBezTo>
                    <a:pt x="1763" y="358"/>
                    <a:pt x="1858" y="287"/>
                    <a:pt x="1858" y="191"/>
                  </a:cubicBezTo>
                  <a:cubicBezTo>
                    <a:pt x="1858" y="72"/>
                    <a:pt x="1787"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8"/>
            <p:cNvSpPr/>
            <p:nvPr/>
          </p:nvSpPr>
          <p:spPr>
            <a:xfrm>
              <a:off x="5498433" y="3174609"/>
              <a:ext cx="81353" cy="11980"/>
            </a:xfrm>
            <a:custGeom>
              <a:avLst/>
              <a:gdLst/>
              <a:ahLst/>
              <a:cxnLst/>
              <a:rect l="l" t="t" r="r" b="b"/>
              <a:pathLst>
                <a:path w="2431" h="358" extrusionOk="0">
                  <a:moveTo>
                    <a:pt x="191" y="1"/>
                  </a:moveTo>
                  <a:cubicBezTo>
                    <a:pt x="96" y="1"/>
                    <a:pt x="1" y="96"/>
                    <a:pt x="1" y="191"/>
                  </a:cubicBezTo>
                  <a:cubicBezTo>
                    <a:pt x="1" y="262"/>
                    <a:pt x="96" y="358"/>
                    <a:pt x="191" y="358"/>
                  </a:cubicBezTo>
                  <a:lnTo>
                    <a:pt x="2240" y="358"/>
                  </a:lnTo>
                  <a:cubicBezTo>
                    <a:pt x="2335" y="358"/>
                    <a:pt x="2430" y="262"/>
                    <a:pt x="2430" y="191"/>
                  </a:cubicBezTo>
                  <a:cubicBezTo>
                    <a:pt x="2406" y="72"/>
                    <a:pt x="2335" y="1"/>
                    <a:pt x="2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8"/>
            <p:cNvSpPr/>
            <p:nvPr/>
          </p:nvSpPr>
          <p:spPr>
            <a:xfrm>
              <a:off x="5530325" y="3218448"/>
              <a:ext cx="98856" cy="11980"/>
            </a:xfrm>
            <a:custGeom>
              <a:avLst/>
              <a:gdLst/>
              <a:ahLst/>
              <a:cxnLst/>
              <a:rect l="l" t="t" r="r" b="b"/>
              <a:pathLst>
                <a:path w="2954" h="358" extrusionOk="0">
                  <a:moveTo>
                    <a:pt x="191" y="0"/>
                  </a:moveTo>
                  <a:cubicBezTo>
                    <a:pt x="96" y="0"/>
                    <a:pt x="1" y="96"/>
                    <a:pt x="1" y="191"/>
                  </a:cubicBezTo>
                  <a:cubicBezTo>
                    <a:pt x="1" y="262"/>
                    <a:pt x="96" y="358"/>
                    <a:pt x="191" y="358"/>
                  </a:cubicBezTo>
                  <a:lnTo>
                    <a:pt x="2787" y="358"/>
                  </a:lnTo>
                  <a:cubicBezTo>
                    <a:pt x="2858" y="358"/>
                    <a:pt x="2954" y="262"/>
                    <a:pt x="2954" y="191"/>
                  </a:cubicBezTo>
                  <a:cubicBezTo>
                    <a:pt x="2954" y="72"/>
                    <a:pt x="2858" y="0"/>
                    <a:pt x="2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8"/>
            <p:cNvSpPr/>
            <p:nvPr/>
          </p:nvSpPr>
          <p:spPr>
            <a:xfrm>
              <a:off x="5548664" y="3249536"/>
              <a:ext cx="61375" cy="11980"/>
            </a:xfrm>
            <a:custGeom>
              <a:avLst/>
              <a:gdLst/>
              <a:ahLst/>
              <a:cxnLst/>
              <a:rect l="l" t="t" r="r" b="b"/>
              <a:pathLst>
                <a:path w="1834" h="358" extrusionOk="0">
                  <a:moveTo>
                    <a:pt x="167" y="0"/>
                  </a:moveTo>
                  <a:cubicBezTo>
                    <a:pt x="96" y="0"/>
                    <a:pt x="0" y="95"/>
                    <a:pt x="0" y="167"/>
                  </a:cubicBezTo>
                  <a:cubicBezTo>
                    <a:pt x="0" y="262"/>
                    <a:pt x="72" y="357"/>
                    <a:pt x="167" y="357"/>
                  </a:cubicBezTo>
                  <a:lnTo>
                    <a:pt x="1667" y="357"/>
                  </a:lnTo>
                  <a:cubicBezTo>
                    <a:pt x="1739" y="357"/>
                    <a:pt x="1834" y="262"/>
                    <a:pt x="1834" y="167"/>
                  </a:cubicBezTo>
                  <a:cubicBezTo>
                    <a:pt x="1834" y="48"/>
                    <a:pt x="1786" y="0"/>
                    <a:pt x="1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8"/>
            <p:cNvSpPr/>
            <p:nvPr/>
          </p:nvSpPr>
          <p:spPr>
            <a:xfrm>
              <a:off x="5460987" y="2926168"/>
              <a:ext cx="236731" cy="396694"/>
            </a:xfrm>
            <a:custGeom>
              <a:avLst/>
              <a:gdLst/>
              <a:ahLst/>
              <a:cxnLst/>
              <a:rect l="l" t="t" r="r" b="b"/>
              <a:pathLst>
                <a:path w="7074" h="11854" extrusionOk="0">
                  <a:moveTo>
                    <a:pt x="5597" y="352"/>
                  </a:moveTo>
                  <a:lnTo>
                    <a:pt x="6192" y="661"/>
                  </a:lnTo>
                  <a:cubicBezTo>
                    <a:pt x="6216" y="685"/>
                    <a:pt x="6246" y="697"/>
                    <a:pt x="6276" y="697"/>
                  </a:cubicBezTo>
                  <a:cubicBezTo>
                    <a:pt x="6306" y="697"/>
                    <a:pt x="6335" y="685"/>
                    <a:pt x="6359" y="661"/>
                  </a:cubicBezTo>
                  <a:lnTo>
                    <a:pt x="6716" y="471"/>
                  </a:lnTo>
                  <a:lnTo>
                    <a:pt x="6716" y="11378"/>
                  </a:lnTo>
                  <a:lnTo>
                    <a:pt x="6359" y="11187"/>
                  </a:lnTo>
                  <a:cubicBezTo>
                    <a:pt x="6335" y="11163"/>
                    <a:pt x="6306" y="11151"/>
                    <a:pt x="6276" y="11151"/>
                  </a:cubicBezTo>
                  <a:cubicBezTo>
                    <a:pt x="6246" y="11151"/>
                    <a:pt x="6216" y="11163"/>
                    <a:pt x="6192" y="11187"/>
                  </a:cubicBezTo>
                  <a:lnTo>
                    <a:pt x="5597" y="11497"/>
                  </a:lnTo>
                  <a:lnTo>
                    <a:pt x="5002" y="11187"/>
                  </a:lnTo>
                  <a:cubicBezTo>
                    <a:pt x="4966" y="11163"/>
                    <a:pt x="4936" y="11151"/>
                    <a:pt x="4906" y="11151"/>
                  </a:cubicBezTo>
                  <a:cubicBezTo>
                    <a:pt x="4877" y="11151"/>
                    <a:pt x="4847" y="11163"/>
                    <a:pt x="4811" y="11187"/>
                  </a:cubicBezTo>
                  <a:lnTo>
                    <a:pt x="4216" y="11497"/>
                  </a:lnTo>
                  <a:lnTo>
                    <a:pt x="3620" y="11187"/>
                  </a:lnTo>
                  <a:cubicBezTo>
                    <a:pt x="3597" y="11187"/>
                    <a:pt x="3573" y="11140"/>
                    <a:pt x="3525" y="11140"/>
                  </a:cubicBezTo>
                  <a:cubicBezTo>
                    <a:pt x="3501" y="11140"/>
                    <a:pt x="3478" y="11140"/>
                    <a:pt x="3454" y="11187"/>
                  </a:cubicBezTo>
                  <a:lnTo>
                    <a:pt x="2858" y="11497"/>
                  </a:lnTo>
                  <a:lnTo>
                    <a:pt x="2263" y="11187"/>
                  </a:lnTo>
                  <a:cubicBezTo>
                    <a:pt x="2227" y="11163"/>
                    <a:pt x="2198" y="11151"/>
                    <a:pt x="2168" y="11151"/>
                  </a:cubicBezTo>
                  <a:cubicBezTo>
                    <a:pt x="2138" y="11151"/>
                    <a:pt x="2108" y="11163"/>
                    <a:pt x="2073" y="11187"/>
                  </a:cubicBezTo>
                  <a:lnTo>
                    <a:pt x="1477" y="11497"/>
                  </a:lnTo>
                  <a:lnTo>
                    <a:pt x="882" y="11187"/>
                  </a:lnTo>
                  <a:cubicBezTo>
                    <a:pt x="858" y="11163"/>
                    <a:pt x="828" y="11151"/>
                    <a:pt x="798" y="11151"/>
                  </a:cubicBezTo>
                  <a:cubicBezTo>
                    <a:pt x="769" y="11151"/>
                    <a:pt x="739" y="11163"/>
                    <a:pt x="715" y="11187"/>
                  </a:cubicBezTo>
                  <a:lnTo>
                    <a:pt x="358" y="11378"/>
                  </a:lnTo>
                  <a:lnTo>
                    <a:pt x="358" y="471"/>
                  </a:lnTo>
                  <a:lnTo>
                    <a:pt x="715" y="661"/>
                  </a:lnTo>
                  <a:cubicBezTo>
                    <a:pt x="739" y="685"/>
                    <a:pt x="769" y="697"/>
                    <a:pt x="798" y="697"/>
                  </a:cubicBezTo>
                  <a:cubicBezTo>
                    <a:pt x="828" y="697"/>
                    <a:pt x="858" y="685"/>
                    <a:pt x="882" y="661"/>
                  </a:cubicBezTo>
                  <a:lnTo>
                    <a:pt x="1477" y="352"/>
                  </a:lnTo>
                  <a:lnTo>
                    <a:pt x="2073" y="661"/>
                  </a:lnTo>
                  <a:cubicBezTo>
                    <a:pt x="2108" y="685"/>
                    <a:pt x="2138" y="697"/>
                    <a:pt x="2168" y="697"/>
                  </a:cubicBezTo>
                  <a:cubicBezTo>
                    <a:pt x="2198" y="697"/>
                    <a:pt x="2227" y="685"/>
                    <a:pt x="2263" y="661"/>
                  </a:cubicBezTo>
                  <a:lnTo>
                    <a:pt x="2858" y="352"/>
                  </a:lnTo>
                  <a:lnTo>
                    <a:pt x="3454" y="661"/>
                  </a:lnTo>
                  <a:cubicBezTo>
                    <a:pt x="3478" y="685"/>
                    <a:pt x="3507" y="697"/>
                    <a:pt x="3537" y="697"/>
                  </a:cubicBezTo>
                  <a:cubicBezTo>
                    <a:pt x="3567" y="697"/>
                    <a:pt x="3597" y="685"/>
                    <a:pt x="3620" y="661"/>
                  </a:cubicBezTo>
                  <a:lnTo>
                    <a:pt x="4216" y="352"/>
                  </a:lnTo>
                  <a:lnTo>
                    <a:pt x="4811" y="661"/>
                  </a:lnTo>
                  <a:cubicBezTo>
                    <a:pt x="4847" y="685"/>
                    <a:pt x="4877" y="697"/>
                    <a:pt x="4906" y="697"/>
                  </a:cubicBezTo>
                  <a:cubicBezTo>
                    <a:pt x="4936" y="697"/>
                    <a:pt x="4966" y="685"/>
                    <a:pt x="5002" y="661"/>
                  </a:cubicBezTo>
                  <a:lnTo>
                    <a:pt x="5597" y="352"/>
                  </a:lnTo>
                  <a:close/>
                  <a:moveTo>
                    <a:pt x="167" y="0"/>
                  </a:moveTo>
                  <a:cubicBezTo>
                    <a:pt x="138" y="0"/>
                    <a:pt x="108" y="6"/>
                    <a:pt x="72" y="18"/>
                  </a:cubicBezTo>
                  <a:cubicBezTo>
                    <a:pt x="24" y="42"/>
                    <a:pt x="1" y="114"/>
                    <a:pt x="1" y="161"/>
                  </a:cubicBezTo>
                  <a:lnTo>
                    <a:pt x="1" y="11687"/>
                  </a:lnTo>
                  <a:cubicBezTo>
                    <a:pt x="1" y="11735"/>
                    <a:pt x="24" y="11806"/>
                    <a:pt x="72" y="11830"/>
                  </a:cubicBezTo>
                  <a:cubicBezTo>
                    <a:pt x="108" y="11842"/>
                    <a:pt x="138" y="11848"/>
                    <a:pt x="167" y="11848"/>
                  </a:cubicBezTo>
                  <a:cubicBezTo>
                    <a:pt x="197" y="11848"/>
                    <a:pt x="227" y="11842"/>
                    <a:pt x="263" y="11830"/>
                  </a:cubicBezTo>
                  <a:lnTo>
                    <a:pt x="787" y="11497"/>
                  </a:lnTo>
                  <a:lnTo>
                    <a:pt x="1382" y="11830"/>
                  </a:lnTo>
                  <a:cubicBezTo>
                    <a:pt x="1418" y="11842"/>
                    <a:pt x="1447" y="11848"/>
                    <a:pt x="1477" y="11848"/>
                  </a:cubicBezTo>
                  <a:cubicBezTo>
                    <a:pt x="1507" y="11848"/>
                    <a:pt x="1537" y="11842"/>
                    <a:pt x="1572" y="11830"/>
                  </a:cubicBezTo>
                  <a:lnTo>
                    <a:pt x="2168" y="11497"/>
                  </a:lnTo>
                  <a:lnTo>
                    <a:pt x="2763" y="11830"/>
                  </a:lnTo>
                  <a:cubicBezTo>
                    <a:pt x="2799" y="11842"/>
                    <a:pt x="2829" y="11848"/>
                    <a:pt x="2855" y="11848"/>
                  </a:cubicBezTo>
                  <a:cubicBezTo>
                    <a:pt x="2882" y="11848"/>
                    <a:pt x="2906" y="11842"/>
                    <a:pt x="2930" y="11830"/>
                  </a:cubicBezTo>
                  <a:lnTo>
                    <a:pt x="3525" y="11497"/>
                  </a:lnTo>
                  <a:lnTo>
                    <a:pt x="4121" y="11830"/>
                  </a:lnTo>
                  <a:cubicBezTo>
                    <a:pt x="4156" y="11842"/>
                    <a:pt x="4186" y="11848"/>
                    <a:pt x="4216" y="11848"/>
                  </a:cubicBezTo>
                  <a:cubicBezTo>
                    <a:pt x="4246" y="11848"/>
                    <a:pt x="4275" y="11842"/>
                    <a:pt x="4311" y="11830"/>
                  </a:cubicBezTo>
                  <a:lnTo>
                    <a:pt x="4906" y="11497"/>
                  </a:lnTo>
                  <a:lnTo>
                    <a:pt x="5502" y="11830"/>
                  </a:lnTo>
                  <a:cubicBezTo>
                    <a:pt x="5538" y="11842"/>
                    <a:pt x="5567" y="11848"/>
                    <a:pt x="5597" y="11848"/>
                  </a:cubicBezTo>
                  <a:cubicBezTo>
                    <a:pt x="5627" y="11848"/>
                    <a:pt x="5657" y="11842"/>
                    <a:pt x="5692" y="11830"/>
                  </a:cubicBezTo>
                  <a:lnTo>
                    <a:pt x="6288" y="11497"/>
                  </a:lnTo>
                  <a:lnTo>
                    <a:pt x="6812" y="11830"/>
                  </a:lnTo>
                  <a:cubicBezTo>
                    <a:pt x="6835" y="11854"/>
                    <a:pt x="6883" y="11854"/>
                    <a:pt x="6907" y="11854"/>
                  </a:cubicBezTo>
                  <a:cubicBezTo>
                    <a:pt x="6931" y="11854"/>
                    <a:pt x="6955" y="11854"/>
                    <a:pt x="6978" y="11830"/>
                  </a:cubicBezTo>
                  <a:cubicBezTo>
                    <a:pt x="7050" y="11806"/>
                    <a:pt x="7074" y="11735"/>
                    <a:pt x="7074" y="11687"/>
                  </a:cubicBezTo>
                  <a:lnTo>
                    <a:pt x="7074" y="161"/>
                  </a:lnTo>
                  <a:cubicBezTo>
                    <a:pt x="7074" y="90"/>
                    <a:pt x="7050" y="42"/>
                    <a:pt x="7002" y="18"/>
                  </a:cubicBezTo>
                  <a:cubicBezTo>
                    <a:pt x="6966" y="6"/>
                    <a:pt x="6937" y="0"/>
                    <a:pt x="6907" y="0"/>
                  </a:cubicBezTo>
                  <a:cubicBezTo>
                    <a:pt x="6877" y="0"/>
                    <a:pt x="6847" y="6"/>
                    <a:pt x="6812" y="18"/>
                  </a:cubicBezTo>
                  <a:lnTo>
                    <a:pt x="6288" y="352"/>
                  </a:lnTo>
                  <a:lnTo>
                    <a:pt x="5692" y="18"/>
                  </a:lnTo>
                  <a:cubicBezTo>
                    <a:pt x="5657" y="6"/>
                    <a:pt x="5627" y="0"/>
                    <a:pt x="5597" y="0"/>
                  </a:cubicBezTo>
                  <a:cubicBezTo>
                    <a:pt x="5567" y="0"/>
                    <a:pt x="5538" y="6"/>
                    <a:pt x="5502" y="18"/>
                  </a:cubicBezTo>
                  <a:lnTo>
                    <a:pt x="4906" y="352"/>
                  </a:lnTo>
                  <a:lnTo>
                    <a:pt x="4311" y="18"/>
                  </a:lnTo>
                  <a:cubicBezTo>
                    <a:pt x="4275" y="6"/>
                    <a:pt x="4246" y="0"/>
                    <a:pt x="4216" y="0"/>
                  </a:cubicBezTo>
                  <a:cubicBezTo>
                    <a:pt x="4186" y="0"/>
                    <a:pt x="4156" y="6"/>
                    <a:pt x="4121" y="18"/>
                  </a:cubicBezTo>
                  <a:lnTo>
                    <a:pt x="3525" y="352"/>
                  </a:lnTo>
                  <a:lnTo>
                    <a:pt x="2930" y="18"/>
                  </a:lnTo>
                  <a:cubicBezTo>
                    <a:pt x="2906" y="6"/>
                    <a:pt x="2882" y="0"/>
                    <a:pt x="2855" y="0"/>
                  </a:cubicBezTo>
                  <a:cubicBezTo>
                    <a:pt x="2829" y="0"/>
                    <a:pt x="2799" y="6"/>
                    <a:pt x="2763" y="18"/>
                  </a:cubicBezTo>
                  <a:lnTo>
                    <a:pt x="2168" y="352"/>
                  </a:lnTo>
                  <a:lnTo>
                    <a:pt x="1572" y="18"/>
                  </a:lnTo>
                  <a:cubicBezTo>
                    <a:pt x="1537" y="6"/>
                    <a:pt x="1507" y="0"/>
                    <a:pt x="1477" y="0"/>
                  </a:cubicBezTo>
                  <a:cubicBezTo>
                    <a:pt x="1447" y="0"/>
                    <a:pt x="1418" y="6"/>
                    <a:pt x="1382" y="18"/>
                  </a:cubicBezTo>
                  <a:lnTo>
                    <a:pt x="787" y="352"/>
                  </a:lnTo>
                  <a:lnTo>
                    <a:pt x="263" y="18"/>
                  </a:lnTo>
                  <a:cubicBezTo>
                    <a:pt x="227" y="6"/>
                    <a:pt x="197"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7" name="Google Shape;4737;p58"/>
          <p:cNvGrpSpPr/>
          <p:nvPr/>
        </p:nvGrpSpPr>
        <p:grpSpPr>
          <a:xfrm>
            <a:off x="6159124" y="2690742"/>
            <a:ext cx="174553" cy="396894"/>
            <a:chOff x="6159124" y="2925967"/>
            <a:chExt cx="174553" cy="396894"/>
          </a:xfrm>
        </p:grpSpPr>
        <p:sp>
          <p:nvSpPr>
            <p:cNvPr id="4738" name="Google Shape;4738;p58"/>
            <p:cNvSpPr/>
            <p:nvPr/>
          </p:nvSpPr>
          <p:spPr>
            <a:xfrm>
              <a:off x="6226856" y="3000091"/>
              <a:ext cx="39087" cy="17569"/>
            </a:xfrm>
            <a:custGeom>
              <a:avLst/>
              <a:gdLst/>
              <a:ahLst/>
              <a:cxnLst/>
              <a:rect l="l" t="t" r="r" b="b"/>
              <a:pathLst>
                <a:path w="1168" h="525" extrusionOk="0">
                  <a:moveTo>
                    <a:pt x="584" y="0"/>
                  </a:moveTo>
                  <a:cubicBezTo>
                    <a:pt x="399" y="0"/>
                    <a:pt x="215" y="72"/>
                    <a:pt x="72" y="215"/>
                  </a:cubicBezTo>
                  <a:cubicBezTo>
                    <a:pt x="0" y="262"/>
                    <a:pt x="0" y="405"/>
                    <a:pt x="72" y="453"/>
                  </a:cubicBezTo>
                  <a:cubicBezTo>
                    <a:pt x="96" y="488"/>
                    <a:pt x="137" y="506"/>
                    <a:pt x="179" y="506"/>
                  </a:cubicBezTo>
                  <a:cubicBezTo>
                    <a:pt x="221" y="506"/>
                    <a:pt x="262" y="488"/>
                    <a:pt x="286" y="453"/>
                  </a:cubicBezTo>
                  <a:cubicBezTo>
                    <a:pt x="370" y="381"/>
                    <a:pt x="471" y="345"/>
                    <a:pt x="569" y="345"/>
                  </a:cubicBezTo>
                  <a:cubicBezTo>
                    <a:pt x="667" y="345"/>
                    <a:pt x="762" y="381"/>
                    <a:pt x="834" y="453"/>
                  </a:cubicBezTo>
                  <a:cubicBezTo>
                    <a:pt x="858" y="476"/>
                    <a:pt x="929" y="524"/>
                    <a:pt x="953" y="524"/>
                  </a:cubicBezTo>
                  <a:cubicBezTo>
                    <a:pt x="977" y="524"/>
                    <a:pt x="1048" y="476"/>
                    <a:pt x="1072" y="453"/>
                  </a:cubicBezTo>
                  <a:cubicBezTo>
                    <a:pt x="1167" y="405"/>
                    <a:pt x="1167" y="262"/>
                    <a:pt x="1096" y="215"/>
                  </a:cubicBezTo>
                  <a:cubicBezTo>
                    <a:pt x="953" y="72"/>
                    <a:pt x="768" y="0"/>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8"/>
            <p:cNvSpPr/>
            <p:nvPr/>
          </p:nvSpPr>
          <p:spPr>
            <a:xfrm>
              <a:off x="6199750" y="2963816"/>
              <a:ext cx="91694" cy="27542"/>
            </a:xfrm>
            <a:custGeom>
              <a:avLst/>
              <a:gdLst/>
              <a:ahLst/>
              <a:cxnLst/>
              <a:rect l="l" t="t" r="r" b="b"/>
              <a:pathLst>
                <a:path w="2740" h="823" extrusionOk="0">
                  <a:moveTo>
                    <a:pt x="1382" y="1"/>
                  </a:moveTo>
                  <a:cubicBezTo>
                    <a:pt x="906" y="1"/>
                    <a:pt x="429" y="179"/>
                    <a:pt x="72" y="536"/>
                  </a:cubicBezTo>
                  <a:cubicBezTo>
                    <a:pt x="1" y="584"/>
                    <a:pt x="1" y="703"/>
                    <a:pt x="72" y="775"/>
                  </a:cubicBezTo>
                  <a:cubicBezTo>
                    <a:pt x="96" y="798"/>
                    <a:pt x="138" y="810"/>
                    <a:pt x="182" y="810"/>
                  </a:cubicBezTo>
                  <a:cubicBezTo>
                    <a:pt x="227" y="810"/>
                    <a:pt x="275" y="798"/>
                    <a:pt x="310" y="775"/>
                  </a:cubicBezTo>
                  <a:cubicBezTo>
                    <a:pt x="608" y="477"/>
                    <a:pt x="995" y="328"/>
                    <a:pt x="1379" y="328"/>
                  </a:cubicBezTo>
                  <a:cubicBezTo>
                    <a:pt x="1763" y="328"/>
                    <a:pt x="2144" y="477"/>
                    <a:pt x="2430" y="775"/>
                  </a:cubicBezTo>
                  <a:cubicBezTo>
                    <a:pt x="2454" y="798"/>
                    <a:pt x="2501" y="822"/>
                    <a:pt x="2549" y="822"/>
                  </a:cubicBezTo>
                  <a:cubicBezTo>
                    <a:pt x="2573" y="822"/>
                    <a:pt x="2620" y="798"/>
                    <a:pt x="2668" y="775"/>
                  </a:cubicBezTo>
                  <a:cubicBezTo>
                    <a:pt x="2739" y="703"/>
                    <a:pt x="2739" y="584"/>
                    <a:pt x="2692" y="536"/>
                  </a:cubicBezTo>
                  <a:cubicBezTo>
                    <a:pt x="2335" y="179"/>
                    <a:pt x="1858" y="1"/>
                    <a:pt x="1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8"/>
            <p:cNvSpPr/>
            <p:nvPr/>
          </p:nvSpPr>
          <p:spPr>
            <a:xfrm>
              <a:off x="6175053" y="2925967"/>
              <a:ext cx="143498" cy="38284"/>
            </a:xfrm>
            <a:custGeom>
              <a:avLst/>
              <a:gdLst/>
              <a:ahLst/>
              <a:cxnLst/>
              <a:rect l="l" t="t" r="r" b="b"/>
              <a:pathLst>
                <a:path w="4288" h="1144" extrusionOk="0">
                  <a:moveTo>
                    <a:pt x="2144" y="0"/>
                  </a:moveTo>
                  <a:cubicBezTo>
                    <a:pt x="1334" y="0"/>
                    <a:pt x="596" y="286"/>
                    <a:pt x="48" y="858"/>
                  </a:cubicBezTo>
                  <a:cubicBezTo>
                    <a:pt x="0" y="905"/>
                    <a:pt x="0" y="1024"/>
                    <a:pt x="48" y="1096"/>
                  </a:cubicBezTo>
                  <a:cubicBezTo>
                    <a:pt x="84" y="1120"/>
                    <a:pt x="131" y="1132"/>
                    <a:pt x="176" y="1132"/>
                  </a:cubicBezTo>
                  <a:cubicBezTo>
                    <a:pt x="221" y="1132"/>
                    <a:pt x="262" y="1120"/>
                    <a:pt x="286" y="1096"/>
                  </a:cubicBezTo>
                  <a:cubicBezTo>
                    <a:pt x="810" y="596"/>
                    <a:pt x="1453" y="310"/>
                    <a:pt x="2144" y="310"/>
                  </a:cubicBezTo>
                  <a:cubicBezTo>
                    <a:pt x="2834" y="310"/>
                    <a:pt x="3525" y="572"/>
                    <a:pt x="4001" y="1096"/>
                  </a:cubicBezTo>
                  <a:cubicBezTo>
                    <a:pt x="4025" y="1120"/>
                    <a:pt x="4073" y="1144"/>
                    <a:pt x="4120" y="1144"/>
                  </a:cubicBezTo>
                  <a:cubicBezTo>
                    <a:pt x="4144" y="1144"/>
                    <a:pt x="4192" y="1120"/>
                    <a:pt x="4216" y="1096"/>
                  </a:cubicBezTo>
                  <a:cubicBezTo>
                    <a:pt x="4287" y="1024"/>
                    <a:pt x="4287" y="905"/>
                    <a:pt x="4216" y="858"/>
                  </a:cubicBezTo>
                  <a:cubicBezTo>
                    <a:pt x="3668" y="286"/>
                    <a:pt x="2930" y="0"/>
                    <a:pt x="2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8"/>
            <p:cNvSpPr/>
            <p:nvPr/>
          </p:nvSpPr>
          <p:spPr>
            <a:xfrm>
              <a:off x="6159124" y="3037538"/>
              <a:ext cx="174553" cy="285323"/>
            </a:xfrm>
            <a:custGeom>
              <a:avLst/>
              <a:gdLst/>
              <a:ahLst/>
              <a:cxnLst/>
              <a:rect l="l" t="t" r="r" b="b"/>
              <a:pathLst>
                <a:path w="5216" h="8526" extrusionOk="0">
                  <a:moveTo>
                    <a:pt x="4477" y="334"/>
                  </a:moveTo>
                  <a:cubicBezTo>
                    <a:pt x="4668" y="334"/>
                    <a:pt x="4858" y="524"/>
                    <a:pt x="4858" y="739"/>
                  </a:cubicBezTo>
                  <a:lnTo>
                    <a:pt x="4858" y="7788"/>
                  </a:lnTo>
                  <a:cubicBezTo>
                    <a:pt x="4858" y="8002"/>
                    <a:pt x="4668" y="8169"/>
                    <a:pt x="4477" y="8169"/>
                  </a:cubicBezTo>
                  <a:lnTo>
                    <a:pt x="738" y="8169"/>
                  </a:lnTo>
                  <a:cubicBezTo>
                    <a:pt x="524" y="8169"/>
                    <a:pt x="357" y="8002"/>
                    <a:pt x="357" y="7788"/>
                  </a:cubicBezTo>
                  <a:lnTo>
                    <a:pt x="357" y="739"/>
                  </a:lnTo>
                  <a:cubicBezTo>
                    <a:pt x="357" y="524"/>
                    <a:pt x="548" y="334"/>
                    <a:pt x="738" y="334"/>
                  </a:cubicBezTo>
                  <a:close/>
                  <a:moveTo>
                    <a:pt x="738" y="0"/>
                  </a:moveTo>
                  <a:cubicBezTo>
                    <a:pt x="334" y="0"/>
                    <a:pt x="0" y="310"/>
                    <a:pt x="0" y="739"/>
                  </a:cubicBezTo>
                  <a:lnTo>
                    <a:pt x="0" y="7788"/>
                  </a:lnTo>
                  <a:cubicBezTo>
                    <a:pt x="0" y="8193"/>
                    <a:pt x="334" y="8526"/>
                    <a:pt x="738" y="8526"/>
                  </a:cubicBezTo>
                  <a:lnTo>
                    <a:pt x="4477" y="8526"/>
                  </a:lnTo>
                  <a:cubicBezTo>
                    <a:pt x="4882" y="8526"/>
                    <a:pt x="5216" y="8193"/>
                    <a:pt x="5216" y="7788"/>
                  </a:cubicBezTo>
                  <a:lnTo>
                    <a:pt x="5216" y="739"/>
                  </a:lnTo>
                  <a:cubicBezTo>
                    <a:pt x="5192" y="310"/>
                    <a:pt x="4858" y="0"/>
                    <a:pt x="4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8"/>
            <p:cNvSpPr/>
            <p:nvPr/>
          </p:nvSpPr>
          <p:spPr>
            <a:xfrm>
              <a:off x="6183820" y="3062235"/>
              <a:ext cx="123553" cy="11980"/>
            </a:xfrm>
            <a:custGeom>
              <a:avLst/>
              <a:gdLst/>
              <a:ahLst/>
              <a:cxnLst/>
              <a:rect l="l" t="t" r="r" b="b"/>
              <a:pathLst>
                <a:path w="3692" h="358" extrusionOk="0">
                  <a:moveTo>
                    <a:pt x="191" y="1"/>
                  </a:moveTo>
                  <a:cubicBezTo>
                    <a:pt x="96" y="1"/>
                    <a:pt x="0" y="96"/>
                    <a:pt x="0" y="167"/>
                  </a:cubicBezTo>
                  <a:cubicBezTo>
                    <a:pt x="0" y="263"/>
                    <a:pt x="96" y="358"/>
                    <a:pt x="191" y="358"/>
                  </a:cubicBezTo>
                  <a:lnTo>
                    <a:pt x="3525" y="358"/>
                  </a:lnTo>
                  <a:cubicBezTo>
                    <a:pt x="3596" y="358"/>
                    <a:pt x="3692" y="263"/>
                    <a:pt x="3692" y="167"/>
                  </a:cubicBezTo>
                  <a:cubicBezTo>
                    <a:pt x="3692" y="96"/>
                    <a:pt x="3644" y="1"/>
                    <a:pt x="3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8"/>
            <p:cNvSpPr/>
            <p:nvPr/>
          </p:nvSpPr>
          <p:spPr>
            <a:xfrm>
              <a:off x="6183820" y="3274233"/>
              <a:ext cx="123553" cy="11980"/>
            </a:xfrm>
            <a:custGeom>
              <a:avLst/>
              <a:gdLst/>
              <a:ahLst/>
              <a:cxnLst/>
              <a:rect l="l" t="t" r="r" b="b"/>
              <a:pathLst>
                <a:path w="3692" h="358" extrusionOk="0">
                  <a:moveTo>
                    <a:pt x="191" y="0"/>
                  </a:moveTo>
                  <a:cubicBezTo>
                    <a:pt x="96" y="0"/>
                    <a:pt x="0" y="96"/>
                    <a:pt x="0" y="191"/>
                  </a:cubicBezTo>
                  <a:cubicBezTo>
                    <a:pt x="0" y="262"/>
                    <a:pt x="96" y="358"/>
                    <a:pt x="191" y="358"/>
                  </a:cubicBezTo>
                  <a:lnTo>
                    <a:pt x="3525" y="358"/>
                  </a:lnTo>
                  <a:cubicBezTo>
                    <a:pt x="3596" y="358"/>
                    <a:pt x="3692" y="262"/>
                    <a:pt x="3692" y="191"/>
                  </a:cubicBezTo>
                  <a:cubicBezTo>
                    <a:pt x="3692" y="72"/>
                    <a:pt x="3644" y="0"/>
                    <a:pt x="3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8"/>
            <p:cNvSpPr/>
            <p:nvPr/>
          </p:nvSpPr>
          <p:spPr>
            <a:xfrm>
              <a:off x="6234820" y="3293341"/>
              <a:ext cx="23927" cy="12014"/>
            </a:xfrm>
            <a:custGeom>
              <a:avLst/>
              <a:gdLst/>
              <a:ahLst/>
              <a:cxnLst/>
              <a:rect l="l" t="t" r="r" b="b"/>
              <a:pathLst>
                <a:path w="715" h="359" extrusionOk="0">
                  <a:moveTo>
                    <a:pt x="167" y="1"/>
                  </a:moveTo>
                  <a:cubicBezTo>
                    <a:pt x="96" y="1"/>
                    <a:pt x="1" y="96"/>
                    <a:pt x="1" y="168"/>
                  </a:cubicBezTo>
                  <a:cubicBezTo>
                    <a:pt x="1" y="263"/>
                    <a:pt x="96" y="358"/>
                    <a:pt x="167" y="358"/>
                  </a:cubicBezTo>
                  <a:lnTo>
                    <a:pt x="548" y="358"/>
                  </a:lnTo>
                  <a:cubicBezTo>
                    <a:pt x="620" y="358"/>
                    <a:pt x="715" y="263"/>
                    <a:pt x="715" y="168"/>
                  </a:cubicBezTo>
                  <a:cubicBezTo>
                    <a:pt x="691" y="48"/>
                    <a:pt x="620" y="1"/>
                    <a:pt x="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8"/>
            <p:cNvSpPr/>
            <p:nvPr/>
          </p:nvSpPr>
          <p:spPr>
            <a:xfrm>
              <a:off x="6185427" y="3130770"/>
              <a:ext cx="121946" cy="86105"/>
            </a:xfrm>
            <a:custGeom>
              <a:avLst/>
              <a:gdLst/>
              <a:ahLst/>
              <a:cxnLst/>
              <a:rect l="l" t="t" r="r" b="b"/>
              <a:pathLst>
                <a:path w="3644" h="2573" extrusionOk="0">
                  <a:moveTo>
                    <a:pt x="3120" y="334"/>
                  </a:moveTo>
                  <a:cubicBezTo>
                    <a:pt x="3239" y="334"/>
                    <a:pt x="3310" y="429"/>
                    <a:pt x="3310" y="525"/>
                  </a:cubicBezTo>
                  <a:lnTo>
                    <a:pt x="3310" y="2025"/>
                  </a:lnTo>
                  <a:cubicBezTo>
                    <a:pt x="3310" y="2144"/>
                    <a:pt x="3239" y="2239"/>
                    <a:pt x="3120" y="2239"/>
                  </a:cubicBezTo>
                  <a:lnTo>
                    <a:pt x="524" y="2239"/>
                  </a:lnTo>
                  <a:cubicBezTo>
                    <a:pt x="405" y="2239"/>
                    <a:pt x="310" y="2144"/>
                    <a:pt x="310" y="2025"/>
                  </a:cubicBezTo>
                  <a:lnTo>
                    <a:pt x="310" y="525"/>
                  </a:lnTo>
                  <a:cubicBezTo>
                    <a:pt x="310" y="429"/>
                    <a:pt x="405" y="334"/>
                    <a:pt x="524" y="334"/>
                  </a:cubicBezTo>
                  <a:close/>
                  <a:moveTo>
                    <a:pt x="524" y="1"/>
                  </a:moveTo>
                  <a:cubicBezTo>
                    <a:pt x="238" y="1"/>
                    <a:pt x="0" y="239"/>
                    <a:pt x="0" y="548"/>
                  </a:cubicBezTo>
                  <a:lnTo>
                    <a:pt x="0" y="2025"/>
                  </a:lnTo>
                  <a:cubicBezTo>
                    <a:pt x="0" y="2335"/>
                    <a:pt x="238" y="2573"/>
                    <a:pt x="524" y="2573"/>
                  </a:cubicBezTo>
                  <a:lnTo>
                    <a:pt x="3120" y="2573"/>
                  </a:lnTo>
                  <a:cubicBezTo>
                    <a:pt x="3406" y="2573"/>
                    <a:pt x="3644" y="2335"/>
                    <a:pt x="3644" y="2025"/>
                  </a:cubicBezTo>
                  <a:lnTo>
                    <a:pt x="3644" y="548"/>
                  </a:lnTo>
                  <a:cubicBezTo>
                    <a:pt x="3644" y="239"/>
                    <a:pt x="3406" y="1"/>
                    <a:pt x="3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8"/>
            <p:cNvSpPr/>
            <p:nvPr/>
          </p:nvSpPr>
          <p:spPr>
            <a:xfrm>
              <a:off x="6210124" y="3181001"/>
              <a:ext cx="73355" cy="11980"/>
            </a:xfrm>
            <a:custGeom>
              <a:avLst/>
              <a:gdLst/>
              <a:ahLst/>
              <a:cxnLst/>
              <a:rect l="l" t="t" r="r" b="b"/>
              <a:pathLst>
                <a:path w="2192" h="358" extrusionOk="0">
                  <a:moveTo>
                    <a:pt x="167" y="0"/>
                  </a:moveTo>
                  <a:cubicBezTo>
                    <a:pt x="96" y="0"/>
                    <a:pt x="0" y="71"/>
                    <a:pt x="0" y="167"/>
                  </a:cubicBezTo>
                  <a:cubicBezTo>
                    <a:pt x="0" y="262"/>
                    <a:pt x="72" y="357"/>
                    <a:pt x="167" y="357"/>
                  </a:cubicBezTo>
                  <a:lnTo>
                    <a:pt x="2025" y="357"/>
                  </a:lnTo>
                  <a:cubicBezTo>
                    <a:pt x="2096" y="357"/>
                    <a:pt x="2191" y="262"/>
                    <a:pt x="2191" y="167"/>
                  </a:cubicBezTo>
                  <a:cubicBezTo>
                    <a:pt x="2167" y="71"/>
                    <a:pt x="2120" y="0"/>
                    <a:pt x="2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8"/>
            <p:cNvSpPr/>
            <p:nvPr/>
          </p:nvSpPr>
          <p:spPr>
            <a:xfrm>
              <a:off x="6210124" y="3155467"/>
              <a:ext cx="23927" cy="12014"/>
            </a:xfrm>
            <a:custGeom>
              <a:avLst/>
              <a:gdLst/>
              <a:ahLst/>
              <a:cxnLst/>
              <a:rect l="l" t="t" r="r" b="b"/>
              <a:pathLst>
                <a:path w="715" h="359" extrusionOk="0">
                  <a:moveTo>
                    <a:pt x="167" y="1"/>
                  </a:moveTo>
                  <a:cubicBezTo>
                    <a:pt x="96" y="1"/>
                    <a:pt x="0" y="96"/>
                    <a:pt x="0" y="191"/>
                  </a:cubicBezTo>
                  <a:cubicBezTo>
                    <a:pt x="0" y="287"/>
                    <a:pt x="72" y="358"/>
                    <a:pt x="167" y="358"/>
                  </a:cubicBezTo>
                  <a:lnTo>
                    <a:pt x="524" y="358"/>
                  </a:lnTo>
                  <a:cubicBezTo>
                    <a:pt x="619" y="358"/>
                    <a:pt x="715" y="287"/>
                    <a:pt x="715" y="191"/>
                  </a:cubicBezTo>
                  <a:cubicBezTo>
                    <a:pt x="691" y="96"/>
                    <a:pt x="619"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8" name="Google Shape;4748;p58"/>
          <p:cNvGrpSpPr/>
          <p:nvPr/>
        </p:nvGrpSpPr>
        <p:grpSpPr>
          <a:xfrm>
            <a:off x="2732256" y="2073120"/>
            <a:ext cx="398535" cy="373001"/>
            <a:chOff x="2732256" y="2308345"/>
            <a:chExt cx="398535" cy="373001"/>
          </a:xfrm>
        </p:grpSpPr>
        <p:sp>
          <p:nvSpPr>
            <p:cNvPr id="4749" name="Google Shape;4749;p58"/>
            <p:cNvSpPr/>
            <p:nvPr/>
          </p:nvSpPr>
          <p:spPr>
            <a:xfrm>
              <a:off x="2732256" y="2308345"/>
              <a:ext cx="398535" cy="373001"/>
            </a:xfrm>
            <a:custGeom>
              <a:avLst/>
              <a:gdLst/>
              <a:ahLst/>
              <a:cxnLst/>
              <a:rect l="l" t="t" r="r" b="b"/>
              <a:pathLst>
                <a:path w="11909" h="11146" extrusionOk="0">
                  <a:moveTo>
                    <a:pt x="1858" y="358"/>
                  </a:moveTo>
                  <a:lnTo>
                    <a:pt x="1858" y="1453"/>
                  </a:lnTo>
                  <a:lnTo>
                    <a:pt x="1501" y="1453"/>
                  </a:lnTo>
                  <a:lnTo>
                    <a:pt x="1501" y="358"/>
                  </a:lnTo>
                  <a:close/>
                  <a:moveTo>
                    <a:pt x="10384" y="358"/>
                  </a:moveTo>
                  <a:lnTo>
                    <a:pt x="10384" y="1453"/>
                  </a:lnTo>
                  <a:lnTo>
                    <a:pt x="10027" y="1453"/>
                  </a:lnTo>
                  <a:lnTo>
                    <a:pt x="10027" y="358"/>
                  </a:lnTo>
                  <a:close/>
                  <a:moveTo>
                    <a:pt x="11098" y="1096"/>
                  </a:moveTo>
                  <a:cubicBezTo>
                    <a:pt x="11313" y="1096"/>
                    <a:pt x="11503" y="1262"/>
                    <a:pt x="11503" y="1477"/>
                  </a:cubicBezTo>
                  <a:lnTo>
                    <a:pt x="11503" y="2215"/>
                  </a:lnTo>
                  <a:lnTo>
                    <a:pt x="10932" y="2215"/>
                  </a:lnTo>
                  <a:cubicBezTo>
                    <a:pt x="10836" y="2215"/>
                    <a:pt x="10741" y="2310"/>
                    <a:pt x="10741" y="2406"/>
                  </a:cubicBezTo>
                  <a:cubicBezTo>
                    <a:pt x="10741" y="2501"/>
                    <a:pt x="10836" y="2572"/>
                    <a:pt x="10932" y="2572"/>
                  </a:cubicBezTo>
                  <a:lnTo>
                    <a:pt x="11503" y="2572"/>
                  </a:lnTo>
                  <a:lnTo>
                    <a:pt x="11503" y="10383"/>
                  </a:lnTo>
                  <a:lnTo>
                    <a:pt x="11527" y="10383"/>
                  </a:lnTo>
                  <a:cubicBezTo>
                    <a:pt x="11527" y="10574"/>
                    <a:pt x="11337" y="10764"/>
                    <a:pt x="11146" y="10764"/>
                  </a:cubicBezTo>
                  <a:lnTo>
                    <a:pt x="715" y="10764"/>
                  </a:lnTo>
                  <a:cubicBezTo>
                    <a:pt x="501" y="10764"/>
                    <a:pt x="334" y="10574"/>
                    <a:pt x="334" y="10383"/>
                  </a:cubicBezTo>
                  <a:lnTo>
                    <a:pt x="334" y="2548"/>
                  </a:lnTo>
                  <a:lnTo>
                    <a:pt x="882" y="2548"/>
                  </a:lnTo>
                  <a:cubicBezTo>
                    <a:pt x="977" y="2548"/>
                    <a:pt x="1073" y="2453"/>
                    <a:pt x="1073" y="2358"/>
                  </a:cubicBezTo>
                  <a:cubicBezTo>
                    <a:pt x="1073" y="2286"/>
                    <a:pt x="977" y="2191"/>
                    <a:pt x="882" y="2191"/>
                  </a:cubicBezTo>
                  <a:lnTo>
                    <a:pt x="334" y="2191"/>
                  </a:lnTo>
                  <a:lnTo>
                    <a:pt x="334" y="1477"/>
                  </a:lnTo>
                  <a:cubicBezTo>
                    <a:pt x="334" y="1262"/>
                    <a:pt x="501" y="1096"/>
                    <a:pt x="715" y="1096"/>
                  </a:cubicBezTo>
                  <a:lnTo>
                    <a:pt x="1096" y="1096"/>
                  </a:lnTo>
                  <a:lnTo>
                    <a:pt x="1096" y="1477"/>
                  </a:lnTo>
                  <a:cubicBezTo>
                    <a:pt x="1096" y="1691"/>
                    <a:pt x="1263" y="1834"/>
                    <a:pt x="1454" y="1834"/>
                  </a:cubicBezTo>
                  <a:lnTo>
                    <a:pt x="1811" y="1834"/>
                  </a:lnTo>
                  <a:cubicBezTo>
                    <a:pt x="2025" y="1834"/>
                    <a:pt x="2168" y="1691"/>
                    <a:pt x="2168" y="1477"/>
                  </a:cubicBezTo>
                  <a:lnTo>
                    <a:pt x="2168" y="1096"/>
                  </a:lnTo>
                  <a:lnTo>
                    <a:pt x="9646" y="1096"/>
                  </a:lnTo>
                  <a:lnTo>
                    <a:pt x="9646" y="1477"/>
                  </a:lnTo>
                  <a:cubicBezTo>
                    <a:pt x="9646" y="1691"/>
                    <a:pt x="9789" y="1834"/>
                    <a:pt x="10003" y="1834"/>
                  </a:cubicBezTo>
                  <a:lnTo>
                    <a:pt x="10360" y="1834"/>
                  </a:lnTo>
                  <a:cubicBezTo>
                    <a:pt x="10575" y="1834"/>
                    <a:pt x="10717" y="1691"/>
                    <a:pt x="10717" y="1477"/>
                  </a:cubicBezTo>
                  <a:lnTo>
                    <a:pt x="10717" y="1096"/>
                  </a:lnTo>
                  <a:close/>
                  <a:moveTo>
                    <a:pt x="1501" y="0"/>
                  </a:moveTo>
                  <a:cubicBezTo>
                    <a:pt x="1287" y="0"/>
                    <a:pt x="1144" y="143"/>
                    <a:pt x="1144" y="358"/>
                  </a:cubicBezTo>
                  <a:lnTo>
                    <a:pt x="1144" y="739"/>
                  </a:lnTo>
                  <a:lnTo>
                    <a:pt x="739" y="739"/>
                  </a:lnTo>
                  <a:cubicBezTo>
                    <a:pt x="334" y="739"/>
                    <a:pt x="1" y="1072"/>
                    <a:pt x="1" y="1477"/>
                  </a:cubicBezTo>
                  <a:lnTo>
                    <a:pt x="1" y="10407"/>
                  </a:lnTo>
                  <a:cubicBezTo>
                    <a:pt x="1" y="10812"/>
                    <a:pt x="334" y="11145"/>
                    <a:pt x="739" y="11145"/>
                  </a:cubicBezTo>
                  <a:lnTo>
                    <a:pt x="11170" y="11145"/>
                  </a:lnTo>
                  <a:cubicBezTo>
                    <a:pt x="11575" y="11145"/>
                    <a:pt x="11908" y="10812"/>
                    <a:pt x="11908" y="10407"/>
                  </a:cubicBezTo>
                  <a:lnTo>
                    <a:pt x="11908" y="1477"/>
                  </a:lnTo>
                  <a:cubicBezTo>
                    <a:pt x="11884" y="1072"/>
                    <a:pt x="11551" y="739"/>
                    <a:pt x="11146" y="739"/>
                  </a:cubicBezTo>
                  <a:lnTo>
                    <a:pt x="10741" y="739"/>
                  </a:lnTo>
                  <a:lnTo>
                    <a:pt x="10741" y="358"/>
                  </a:lnTo>
                  <a:cubicBezTo>
                    <a:pt x="10741" y="143"/>
                    <a:pt x="10598" y="0"/>
                    <a:pt x="10384" y="0"/>
                  </a:cubicBezTo>
                  <a:lnTo>
                    <a:pt x="10027" y="0"/>
                  </a:lnTo>
                  <a:cubicBezTo>
                    <a:pt x="9836" y="0"/>
                    <a:pt x="9670" y="143"/>
                    <a:pt x="9670" y="358"/>
                  </a:cubicBezTo>
                  <a:lnTo>
                    <a:pt x="9670" y="739"/>
                  </a:lnTo>
                  <a:lnTo>
                    <a:pt x="2192" y="739"/>
                  </a:lnTo>
                  <a:lnTo>
                    <a:pt x="2192" y="358"/>
                  </a:lnTo>
                  <a:cubicBezTo>
                    <a:pt x="2192" y="143"/>
                    <a:pt x="2049" y="0"/>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8"/>
            <p:cNvSpPr/>
            <p:nvPr/>
          </p:nvSpPr>
          <p:spPr>
            <a:xfrm>
              <a:off x="2782486" y="2382469"/>
              <a:ext cx="297270" cy="11980"/>
            </a:xfrm>
            <a:custGeom>
              <a:avLst/>
              <a:gdLst/>
              <a:ahLst/>
              <a:cxnLst/>
              <a:rect l="l" t="t" r="r" b="b"/>
              <a:pathLst>
                <a:path w="8883" h="358" extrusionOk="0">
                  <a:moveTo>
                    <a:pt x="167" y="0"/>
                  </a:moveTo>
                  <a:cubicBezTo>
                    <a:pt x="72" y="0"/>
                    <a:pt x="0" y="95"/>
                    <a:pt x="0" y="191"/>
                  </a:cubicBezTo>
                  <a:cubicBezTo>
                    <a:pt x="0" y="286"/>
                    <a:pt x="72" y="357"/>
                    <a:pt x="167" y="357"/>
                  </a:cubicBezTo>
                  <a:lnTo>
                    <a:pt x="8716" y="357"/>
                  </a:lnTo>
                  <a:cubicBezTo>
                    <a:pt x="8812" y="357"/>
                    <a:pt x="8883" y="262"/>
                    <a:pt x="8883" y="191"/>
                  </a:cubicBezTo>
                  <a:cubicBezTo>
                    <a:pt x="8883" y="95"/>
                    <a:pt x="8812" y="0"/>
                    <a:pt x="8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8"/>
            <p:cNvSpPr/>
            <p:nvPr/>
          </p:nvSpPr>
          <p:spPr>
            <a:xfrm>
              <a:off x="2815147" y="2463754"/>
              <a:ext cx="255873" cy="148250"/>
            </a:xfrm>
            <a:custGeom>
              <a:avLst/>
              <a:gdLst/>
              <a:ahLst/>
              <a:cxnLst/>
              <a:rect l="l" t="t" r="r" b="b"/>
              <a:pathLst>
                <a:path w="7646" h="4430" extrusionOk="0">
                  <a:moveTo>
                    <a:pt x="5645" y="905"/>
                  </a:moveTo>
                  <a:cubicBezTo>
                    <a:pt x="5740" y="905"/>
                    <a:pt x="5811" y="953"/>
                    <a:pt x="5835" y="1024"/>
                  </a:cubicBezTo>
                  <a:lnTo>
                    <a:pt x="6169" y="1691"/>
                  </a:lnTo>
                  <a:lnTo>
                    <a:pt x="4763" y="1691"/>
                  </a:lnTo>
                  <a:lnTo>
                    <a:pt x="4763" y="905"/>
                  </a:lnTo>
                  <a:close/>
                  <a:moveTo>
                    <a:pt x="4406" y="381"/>
                  </a:moveTo>
                  <a:lnTo>
                    <a:pt x="4406" y="3358"/>
                  </a:lnTo>
                  <a:lnTo>
                    <a:pt x="2239" y="3358"/>
                  </a:lnTo>
                  <a:cubicBezTo>
                    <a:pt x="2120" y="3144"/>
                    <a:pt x="1882" y="3001"/>
                    <a:pt x="1596" y="3001"/>
                  </a:cubicBezTo>
                  <a:cubicBezTo>
                    <a:pt x="1334" y="3001"/>
                    <a:pt x="1096" y="3144"/>
                    <a:pt x="977" y="3358"/>
                  </a:cubicBezTo>
                  <a:lnTo>
                    <a:pt x="310" y="3358"/>
                  </a:lnTo>
                  <a:lnTo>
                    <a:pt x="310" y="381"/>
                  </a:lnTo>
                  <a:close/>
                  <a:moveTo>
                    <a:pt x="6430" y="2024"/>
                  </a:moveTo>
                  <a:lnTo>
                    <a:pt x="7050" y="2143"/>
                  </a:lnTo>
                  <a:cubicBezTo>
                    <a:pt x="7145" y="2167"/>
                    <a:pt x="7193" y="2215"/>
                    <a:pt x="7193" y="2334"/>
                  </a:cubicBezTo>
                  <a:lnTo>
                    <a:pt x="7193" y="2405"/>
                  </a:lnTo>
                  <a:lnTo>
                    <a:pt x="7002" y="2405"/>
                  </a:lnTo>
                  <a:cubicBezTo>
                    <a:pt x="6907" y="2405"/>
                    <a:pt x="6812" y="2501"/>
                    <a:pt x="6812" y="2572"/>
                  </a:cubicBezTo>
                  <a:cubicBezTo>
                    <a:pt x="6812" y="2667"/>
                    <a:pt x="6907" y="2763"/>
                    <a:pt x="7002" y="2763"/>
                  </a:cubicBezTo>
                  <a:lnTo>
                    <a:pt x="7193" y="2763"/>
                  </a:lnTo>
                  <a:lnTo>
                    <a:pt x="7193" y="2929"/>
                  </a:lnTo>
                  <a:cubicBezTo>
                    <a:pt x="7193" y="3001"/>
                    <a:pt x="7169" y="3048"/>
                    <a:pt x="7121" y="3120"/>
                  </a:cubicBezTo>
                  <a:lnTo>
                    <a:pt x="6835" y="3286"/>
                  </a:lnTo>
                  <a:cubicBezTo>
                    <a:pt x="6716" y="3120"/>
                    <a:pt x="6478" y="3001"/>
                    <a:pt x="6240" y="3001"/>
                  </a:cubicBezTo>
                  <a:cubicBezTo>
                    <a:pt x="5978" y="3001"/>
                    <a:pt x="5740" y="3144"/>
                    <a:pt x="5621" y="3358"/>
                  </a:cubicBezTo>
                  <a:lnTo>
                    <a:pt x="4763" y="3358"/>
                  </a:lnTo>
                  <a:lnTo>
                    <a:pt x="4763" y="2024"/>
                  </a:lnTo>
                  <a:close/>
                  <a:moveTo>
                    <a:pt x="1596" y="3310"/>
                  </a:moveTo>
                  <a:cubicBezTo>
                    <a:pt x="1810" y="3310"/>
                    <a:pt x="2001" y="3501"/>
                    <a:pt x="2001" y="3715"/>
                  </a:cubicBezTo>
                  <a:cubicBezTo>
                    <a:pt x="2001" y="3929"/>
                    <a:pt x="1810" y="4096"/>
                    <a:pt x="1596" y="4096"/>
                  </a:cubicBezTo>
                  <a:cubicBezTo>
                    <a:pt x="1406" y="4096"/>
                    <a:pt x="1215" y="3906"/>
                    <a:pt x="1215" y="3715"/>
                  </a:cubicBezTo>
                  <a:cubicBezTo>
                    <a:pt x="1215" y="3501"/>
                    <a:pt x="1406" y="3310"/>
                    <a:pt x="1596" y="3310"/>
                  </a:cubicBezTo>
                  <a:close/>
                  <a:moveTo>
                    <a:pt x="6240" y="3310"/>
                  </a:moveTo>
                  <a:cubicBezTo>
                    <a:pt x="6454" y="3310"/>
                    <a:pt x="6645" y="3501"/>
                    <a:pt x="6645" y="3715"/>
                  </a:cubicBezTo>
                  <a:cubicBezTo>
                    <a:pt x="6645" y="3929"/>
                    <a:pt x="6454" y="4096"/>
                    <a:pt x="6240" y="4096"/>
                  </a:cubicBezTo>
                  <a:cubicBezTo>
                    <a:pt x="6049" y="4096"/>
                    <a:pt x="5859" y="3906"/>
                    <a:pt x="5859" y="3715"/>
                  </a:cubicBezTo>
                  <a:cubicBezTo>
                    <a:pt x="5859" y="3501"/>
                    <a:pt x="6049" y="3310"/>
                    <a:pt x="6240" y="3310"/>
                  </a:cubicBezTo>
                  <a:close/>
                  <a:moveTo>
                    <a:pt x="358" y="0"/>
                  </a:moveTo>
                  <a:cubicBezTo>
                    <a:pt x="143" y="0"/>
                    <a:pt x="1" y="143"/>
                    <a:pt x="1" y="357"/>
                  </a:cubicBezTo>
                  <a:lnTo>
                    <a:pt x="1" y="3334"/>
                  </a:lnTo>
                  <a:cubicBezTo>
                    <a:pt x="1" y="3525"/>
                    <a:pt x="143" y="3691"/>
                    <a:pt x="358" y="3691"/>
                  </a:cubicBezTo>
                  <a:lnTo>
                    <a:pt x="906" y="3691"/>
                  </a:lnTo>
                  <a:cubicBezTo>
                    <a:pt x="906" y="4096"/>
                    <a:pt x="1239" y="4430"/>
                    <a:pt x="1668" y="4430"/>
                  </a:cubicBezTo>
                  <a:cubicBezTo>
                    <a:pt x="2072" y="4430"/>
                    <a:pt x="2406" y="4096"/>
                    <a:pt x="2406" y="3691"/>
                  </a:cubicBezTo>
                  <a:lnTo>
                    <a:pt x="5597" y="3691"/>
                  </a:lnTo>
                  <a:cubicBezTo>
                    <a:pt x="5597" y="4096"/>
                    <a:pt x="5930" y="4430"/>
                    <a:pt x="6335" y="4430"/>
                  </a:cubicBezTo>
                  <a:cubicBezTo>
                    <a:pt x="6740" y="4430"/>
                    <a:pt x="7073" y="4096"/>
                    <a:pt x="7073" y="3691"/>
                  </a:cubicBezTo>
                  <a:lnTo>
                    <a:pt x="7073" y="3596"/>
                  </a:lnTo>
                  <a:lnTo>
                    <a:pt x="7407" y="3382"/>
                  </a:lnTo>
                  <a:cubicBezTo>
                    <a:pt x="7550" y="3286"/>
                    <a:pt x="7645" y="3120"/>
                    <a:pt x="7645" y="2929"/>
                  </a:cubicBezTo>
                  <a:lnTo>
                    <a:pt x="7645" y="2310"/>
                  </a:lnTo>
                  <a:cubicBezTo>
                    <a:pt x="7526" y="2072"/>
                    <a:pt x="7359" y="1834"/>
                    <a:pt x="7121" y="1810"/>
                  </a:cubicBezTo>
                  <a:lnTo>
                    <a:pt x="6573" y="1691"/>
                  </a:lnTo>
                  <a:lnTo>
                    <a:pt x="6169" y="857"/>
                  </a:lnTo>
                  <a:cubicBezTo>
                    <a:pt x="6073" y="667"/>
                    <a:pt x="5883" y="548"/>
                    <a:pt x="5668" y="548"/>
                  </a:cubicBezTo>
                  <a:lnTo>
                    <a:pt x="4787" y="548"/>
                  </a:lnTo>
                  <a:lnTo>
                    <a:pt x="4787" y="357"/>
                  </a:lnTo>
                  <a:cubicBezTo>
                    <a:pt x="4787" y="143"/>
                    <a:pt x="4644" y="0"/>
                    <a:pt x="4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8"/>
            <p:cNvSpPr/>
            <p:nvPr/>
          </p:nvSpPr>
          <p:spPr>
            <a:xfrm>
              <a:off x="2843826" y="2494174"/>
              <a:ext cx="99659" cy="47688"/>
            </a:xfrm>
            <a:custGeom>
              <a:avLst/>
              <a:gdLst/>
              <a:ahLst/>
              <a:cxnLst/>
              <a:rect l="l" t="t" r="r" b="b"/>
              <a:pathLst>
                <a:path w="2978" h="1425" extrusionOk="0">
                  <a:moveTo>
                    <a:pt x="2028" y="1"/>
                  </a:moveTo>
                  <a:cubicBezTo>
                    <a:pt x="1978" y="1"/>
                    <a:pt x="1934" y="26"/>
                    <a:pt x="1906" y="67"/>
                  </a:cubicBezTo>
                  <a:cubicBezTo>
                    <a:pt x="1835" y="163"/>
                    <a:pt x="1882" y="234"/>
                    <a:pt x="1930" y="306"/>
                  </a:cubicBezTo>
                  <a:lnTo>
                    <a:pt x="2263" y="544"/>
                  </a:lnTo>
                  <a:lnTo>
                    <a:pt x="191" y="544"/>
                  </a:lnTo>
                  <a:cubicBezTo>
                    <a:pt x="96" y="544"/>
                    <a:pt x="1" y="639"/>
                    <a:pt x="1" y="710"/>
                  </a:cubicBezTo>
                  <a:cubicBezTo>
                    <a:pt x="1" y="806"/>
                    <a:pt x="96" y="901"/>
                    <a:pt x="191" y="901"/>
                  </a:cubicBezTo>
                  <a:lnTo>
                    <a:pt x="2263" y="901"/>
                  </a:lnTo>
                  <a:lnTo>
                    <a:pt x="1930" y="1139"/>
                  </a:lnTo>
                  <a:cubicBezTo>
                    <a:pt x="1835" y="1187"/>
                    <a:pt x="1835" y="1306"/>
                    <a:pt x="1906" y="1377"/>
                  </a:cubicBezTo>
                  <a:cubicBezTo>
                    <a:pt x="1930" y="1425"/>
                    <a:pt x="2001" y="1425"/>
                    <a:pt x="2049" y="1425"/>
                  </a:cubicBezTo>
                  <a:cubicBezTo>
                    <a:pt x="2097" y="1425"/>
                    <a:pt x="2120" y="1425"/>
                    <a:pt x="2168" y="1401"/>
                  </a:cubicBezTo>
                  <a:lnTo>
                    <a:pt x="2906" y="830"/>
                  </a:lnTo>
                  <a:cubicBezTo>
                    <a:pt x="2954" y="806"/>
                    <a:pt x="2978" y="758"/>
                    <a:pt x="2978" y="687"/>
                  </a:cubicBezTo>
                  <a:cubicBezTo>
                    <a:pt x="2978" y="687"/>
                    <a:pt x="2954" y="639"/>
                    <a:pt x="2882" y="591"/>
                  </a:cubicBezTo>
                  <a:lnTo>
                    <a:pt x="2144" y="44"/>
                  </a:lnTo>
                  <a:cubicBezTo>
                    <a:pt x="2104" y="14"/>
                    <a:pt x="2064" y="1"/>
                    <a:pt x="2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3" name="Google Shape;4753;p58"/>
          <p:cNvGrpSpPr/>
          <p:nvPr/>
        </p:nvGrpSpPr>
        <p:grpSpPr>
          <a:xfrm>
            <a:off x="1437245" y="1484980"/>
            <a:ext cx="310823" cy="397698"/>
            <a:chOff x="1437245" y="1720205"/>
            <a:chExt cx="310823" cy="397698"/>
          </a:xfrm>
        </p:grpSpPr>
        <p:sp>
          <p:nvSpPr>
            <p:cNvPr id="4754" name="Google Shape;4754;p58"/>
            <p:cNvSpPr/>
            <p:nvPr/>
          </p:nvSpPr>
          <p:spPr>
            <a:xfrm>
              <a:off x="1437245" y="1720205"/>
              <a:ext cx="310823" cy="397698"/>
            </a:xfrm>
            <a:custGeom>
              <a:avLst/>
              <a:gdLst/>
              <a:ahLst/>
              <a:cxnLst/>
              <a:rect l="l" t="t" r="r" b="b"/>
              <a:pathLst>
                <a:path w="9288" h="11884" extrusionOk="0">
                  <a:moveTo>
                    <a:pt x="8359" y="358"/>
                  </a:moveTo>
                  <a:cubicBezTo>
                    <a:pt x="8693" y="358"/>
                    <a:pt x="8931" y="619"/>
                    <a:pt x="8931" y="929"/>
                  </a:cubicBezTo>
                  <a:lnTo>
                    <a:pt x="8931" y="4477"/>
                  </a:lnTo>
                  <a:lnTo>
                    <a:pt x="358" y="4477"/>
                  </a:lnTo>
                  <a:lnTo>
                    <a:pt x="358" y="929"/>
                  </a:lnTo>
                  <a:cubicBezTo>
                    <a:pt x="358" y="596"/>
                    <a:pt x="620" y="358"/>
                    <a:pt x="929" y="358"/>
                  </a:cubicBezTo>
                  <a:close/>
                  <a:moveTo>
                    <a:pt x="8931" y="4787"/>
                  </a:moveTo>
                  <a:lnTo>
                    <a:pt x="8931" y="10955"/>
                  </a:lnTo>
                  <a:cubicBezTo>
                    <a:pt x="8931" y="11288"/>
                    <a:pt x="8669" y="11526"/>
                    <a:pt x="8359" y="11526"/>
                  </a:cubicBezTo>
                  <a:lnTo>
                    <a:pt x="929" y="11526"/>
                  </a:lnTo>
                  <a:cubicBezTo>
                    <a:pt x="596" y="11526"/>
                    <a:pt x="358" y="11265"/>
                    <a:pt x="358" y="10955"/>
                  </a:cubicBezTo>
                  <a:lnTo>
                    <a:pt x="358" y="4787"/>
                  </a:lnTo>
                  <a:close/>
                  <a:moveTo>
                    <a:pt x="929" y="0"/>
                  </a:moveTo>
                  <a:cubicBezTo>
                    <a:pt x="429" y="0"/>
                    <a:pt x="0" y="429"/>
                    <a:pt x="0" y="929"/>
                  </a:cubicBezTo>
                  <a:lnTo>
                    <a:pt x="0" y="10955"/>
                  </a:lnTo>
                  <a:cubicBezTo>
                    <a:pt x="0" y="11455"/>
                    <a:pt x="429" y="11884"/>
                    <a:pt x="929" y="11884"/>
                  </a:cubicBezTo>
                  <a:lnTo>
                    <a:pt x="8359" y="11884"/>
                  </a:lnTo>
                  <a:cubicBezTo>
                    <a:pt x="8883" y="11884"/>
                    <a:pt x="9288" y="11455"/>
                    <a:pt x="9288" y="10955"/>
                  </a:cubicBezTo>
                  <a:lnTo>
                    <a:pt x="9288" y="929"/>
                  </a:lnTo>
                  <a:cubicBezTo>
                    <a:pt x="9288" y="429"/>
                    <a:pt x="8883" y="0"/>
                    <a:pt x="8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8"/>
            <p:cNvSpPr/>
            <p:nvPr/>
          </p:nvSpPr>
          <p:spPr>
            <a:xfrm>
              <a:off x="1475495" y="1756848"/>
              <a:ext cx="192089" cy="86105"/>
            </a:xfrm>
            <a:custGeom>
              <a:avLst/>
              <a:gdLst/>
              <a:ahLst/>
              <a:cxnLst/>
              <a:rect l="l" t="t" r="r" b="b"/>
              <a:pathLst>
                <a:path w="5740" h="2573" extrusionOk="0">
                  <a:moveTo>
                    <a:pt x="358" y="1"/>
                  </a:moveTo>
                  <a:cubicBezTo>
                    <a:pt x="143" y="1"/>
                    <a:pt x="0" y="167"/>
                    <a:pt x="0" y="358"/>
                  </a:cubicBezTo>
                  <a:lnTo>
                    <a:pt x="0" y="2216"/>
                  </a:lnTo>
                  <a:cubicBezTo>
                    <a:pt x="0" y="2406"/>
                    <a:pt x="143" y="2573"/>
                    <a:pt x="358" y="2573"/>
                  </a:cubicBezTo>
                  <a:lnTo>
                    <a:pt x="715" y="2573"/>
                  </a:lnTo>
                  <a:cubicBezTo>
                    <a:pt x="786" y="2573"/>
                    <a:pt x="882" y="2477"/>
                    <a:pt x="882" y="2382"/>
                  </a:cubicBezTo>
                  <a:cubicBezTo>
                    <a:pt x="882" y="2287"/>
                    <a:pt x="786" y="2216"/>
                    <a:pt x="715" y="2216"/>
                  </a:cubicBezTo>
                  <a:lnTo>
                    <a:pt x="358" y="2216"/>
                  </a:lnTo>
                  <a:lnTo>
                    <a:pt x="358" y="406"/>
                  </a:lnTo>
                  <a:lnTo>
                    <a:pt x="5549" y="406"/>
                  </a:lnTo>
                  <a:cubicBezTo>
                    <a:pt x="5644" y="406"/>
                    <a:pt x="5740" y="310"/>
                    <a:pt x="5740" y="215"/>
                  </a:cubicBezTo>
                  <a:cubicBezTo>
                    <a:pt x="5716" y="96"/>
                    <a:pt x="5644" y="1"/>
                    <a:pt x="5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8"/>
            <p:cNvSpPr/>
            <p:nvPr/>
          </p:nvSpPr>
          <p:spPr>
            <a:xfrm>
              <a:off x="1517727" y="1756848"/>
              <a:ext cx="192892" cy="86105"/>
            </a:xfrm>
            <a:custGeom>
              <a:avLst/>
              <a:gdLst/>
              <a:ahLst/>
              <a:cxnLst/>
              <a:rect l="l" t="t" r="r" b="b"/>
              <a:pathLst>
                <a:path w="5764" h="2573" extrusionOk="0">
                  <a:moveTo>
                    <a:pt x="5049" y="1"/>
                  </a:moveTo>
                  <a:cubicBezTo>
                    <a:pt x="4954" y="1"/>
                    <a:pt x="4859" y="96"/>
                    <a:pt x="4859" y="191"/>
                  </a:cubicBezTo>
                  <a:cubicBezTo>
                    <a:pt x="4859" y="287"/>
                    <a:pt x="4954" y="358"/>
                    <a:pt x="5049" y="358"/>
                  </a:cubicBezTo>
                  <a:lnTo>
                    <a:pt x="5406" y="358"/>
                  </a:lnTo>
                  <a:lnTo>
                    <a:pt x="5406" y="2216"/>
                  </a:lnTo>
                  <a:lnTo>
                    <a:pt x="191" y="2216"/>
                  </a:lnTo>
                  <a:cubicBezTo>
                    <a:pt x="96" y="2216"/>
                    <a:pt x="1" y="2287"/>
                    <a:pt x="1" y="2382"/>
                  </a:cubicBezTo>
                  <a:cubicBezTo>
                    <a:pt x="1" y="2477"/>
                    <a:pt x="96" y="2573"/>
                    <a:pt x="191" y="2573"/>
                  </a:cubicBezTo>
                  <a:lnTo>
                    <a:pt x="5406" y="2573"/>
                  </a:lnTo>
                  <a:cubicBezTo>
                    <a:pt x="5597" y="2573"/>
                    <a:pt x="5740" y="2406"/>
                    <a:pt x="5740" y="2216"/>
                  </a:cubicBezTo>
                  <a:lnTo>
                    <a:pt x="5740" y="406"/>
                  </a:lnTo>
                  <a:cubicBezTo>
                    <a:pt x="5764" y="191"/>
                    <a:pt x="5597" y="1"/>
                    <a:pt x="5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8"/>
            <p:cNvSpPr/>
            <p:nvPr/>
          </p:nvSpPr>
          <p:spPr>
            <a:xfrm>
              <a:off x="1536869" y="1906669"/>
              <a:ext cx="50231" cy="49461"/>
            </a:xfrm>
            <a:custGeom>
              <a:avLst/>
              <a:gdLst/>
              <a:ahLst/>
              <a:cxnLst/>
              <a:rect l="l" t="t" r="r" b="b"/>
              <a:pathLst>
                <a:path w="1501" h="1478" extrusionOk="0">
                  <a:moveTo>
                    <a:pt x="738" y="358"/>
                  </a:moveTo>
                  <a:cubicBezTo>
                    <a:pt x="953" y="358"/>
                    <a:pt x="1143" y="525"/>
                    <a:pt x="1143" y="739"/>
                  </a:cubicBezTo>
                  <a:cubicBezTo>
                    <a:pt x="1143" y="953"/>
                    <a:pt x="953" y="1120"/>
                    <a:pt x="738" y="1120"/>
                  </a:cubicBezTo>
                  <a:cubicBezTo>
                    <a:pt x="548" y="1120"/>
                    <a:pt x="357" y="953"/>
                    <a:pt x="357" y="739"/>
                  </a:cubicBezTo>
                  <a:cubicBezTo>
                    <a:pt x="357" y="525"/>
                    <a:pt x="548" y="358"/>
                    <a:pt x="738" y="358"/>
                  </a:cubicBezTo>
                  <a:close/>
                  <a:moveTo>
                    <a:pt x="738" y="1"/>
                  </a:moveTo>
                  <a:cubicBezTo>
                    <a:pt x="334" y="1"/>
                    <a:pt x="0" y="334"/>
                    <a:pt x="0" y="739"/>
                  </a:cubicBezTo>
                  <a:cubicBezTo>
                    <a:pt x="0" y="1168"/>
                    <a:pt x="334" y="1477"/>
                    <a:pt x="738" y="1477"/>
                  </a:cubicBezTo>
                  <a:cubicBezTo>
                    <a:pt x="1167" y="1477"/>
                    <a:pt x="1500" y="1168"/>
                    <a:pt x="1500" y="739"/>
                  </a:cubicBezTo>
                  <a:cubicBezTo>
                    <a:pt x="1453" y="334"/>
                    <a:pt x="1143" y="1"/>
                    <a:pt x="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8"/>
            <p:cNvSpPr/>
            <p:nvPr/>
          </p:nvSpPr>
          <p:spPr>
            <a:xfrm>
              <a:off x="1536869" y="1969650"/>
              <a:ext cx="50231" cy="49428"/>
            </a:xfrm>
            <a:custGeom>
              <a:avLst/>
              <a:gdLst/>
              <a:ahLst/>
              <a:cxnLst/>
              <a:rect l="l" t="t" r="r" b="b"/>
              <a:pathLst>
                <a:path w="1501" h="1477" extrusionOk="0">
                  <a:moveTo>
                    <a:pt x="738" y="310"/>
                  </a:moveTo>
                  <a:cubicBezTo>
                    <a:pt x="953" y="310"/>
                    <a:pt x="1143" y="500"/>
                    <a:pt x="1143" y="691"/>
                  </a:cubicBezTo>
                  <a:cubicBezTo>
                    <a:pt x="1143" y="953"/>
                    <a:pt x="953" y="1096"/>
                    <a:pt x="738" y="1096"/>
                  </a:cubicBezTo>
                  <a:cubicBezTo>
                    <a:pt x="548" y="1096"/>
                    <a:pt x="357" y="905"/>
                    <a:pt x="357" y="691"/>
                  </a:cubicBezTo>
                  <a:cubicBezTo>
                    <a:pt x="357" y="500"/>
                    <a:pt x="548" y="310"/>
                    <a:pt x="738" y="310"/>
                  </a:cubicBezTo>
                  <a:close/>
                  <a:moveTo>
                    <a:pt x="738" y="0"/>
                  </a:moveTo>
                  <a:cubicBezTo>
                    <a:pt x="334" y="0"/>
                    <a:pt x="0" y="310"/>
                    <a:pt x="0" y="738"/>
                  </a:cubicBezTo>
                  <a:cubicBezTo>
                    <a:pt x="0" y="1143"/>
                    <a:pt x="334" y="1477"/>
                    <a:pt x="738" y="1477"/>
                  </a:cubicBezTo>
                  <a:cubicBezTo>
                    <a:pt x="1167" y="1477"/>
                    <a:pt x="1500" y="1143"/>
                    <a:pt x="1500" y="738"/>
                  </a:cubicBezTo>
                  <a:cubicBezTo>
                    <a:pt x="1453" y="310"/>
                    <a:pt x="1143"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8"/>
            <p:cNvSpPr/>
            <p:nvPr/>
          </p:nvSpPr>
          <p:spPr>
            <a:xfrm>
              <a:off x="1536869" y="2030990"/>
              <a:ext cx="50231" cy="50264"/>
            </a:xfrm>
            <a:custGeom>
              <a:avLst/>
              <a:gdLst/>
              <a:ahLst/>
              <a:cxnLst/>
              <a:rect l="l" t="t" r="r" b="b"/>
              <a:pathLst>
                <a:path w="1501" h="1502" extrusionOk="0">
                  <a:moveTo>
                    <a:pt x="738" y="358"/>
                  </a:moveTo>
                  <a:cubicBezTo>
                    <a:pt x="953" y="358"/>
                    <a:pt x="1143" y="525"/>
                    <a:pt x="1143" y="739"/>
                  </a:cubicBezTo>
                  <a:cubicBezTo>
                    <a:pt x="1143" y="953"/>
                    <a:pt x="953" y="1144"/>
                    <a:pt x="738" y="1144"/>
                  </a:cubicBezTo>
                  <a:cubicBezTo>
                    <a:pt x="548" y="1144"/>
                    <a:pt x="357" y="953"/>
                    <a:pt x="357" y="739"/>
                  </a:cubicBezTo>
                  <a:cubicBezTo>
                    <a:pt x="357" y="549"/>
                    <a:pt x="548" y="358"/>
                    <a:pt x="738" y="358"/>
                  </a:cubicBezTo>
                  <a:close/>
                  <a:moveTo>
                    <a:pt x="738" y="1"/>
                  </a:moveTo>
                  <a:cubicBezTo>
                    <a:pt x="334" y="1"/>
                    <a:pt x="0" y="334"/>
                    <a:pt x="0" y="739"/>
                  </a:cubicBezTo>
                  <a:cubicBezTo>
                    <a:pt x="0" y="1168"/>
                    <a:pt x="334" y="1501"/>
                    <a:pt x="738" y="1501"/>
                  </a:cubicBezTo>
                  <a:cubicBezTo>
                    <a:pt x="1167" y="1501"/>
                    <a:pt x="1500" y="1168"/>
                    <a:pt x="1500" y="739"/>
                  </a:cubicBezTo>
                  <a:cubicBezTo>
                    <a:pt x="1453" y="334"/>
                    <a:pt x="1143" y="1"/>
                    <a:pt x="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8"/>
            <p:cNvSpPr/>
            <p:nvPr/>
          </p:nvSpPr>
          <p:spPr>
            <a:xfrm>
              <a:off x="1599013" y="1906669"/>
              <a:ext cx="49461" cy="49461"/>
            </a:xfrm>
            <a:custGeom>
              <a:avLst/>
              <a:gdLst/>
              <a:ahLst/>
              <a:cxnLst/>
              <a:rect l="l" t="t" r="r" b="b"/>
              <a:pathLst>
                <a:path w="1478" h="1478" extrusionOk="0">
                  <a:moveTo>
                    <a:pt x="739" y="358"/>
                  </a:moveTo>
                  <a:cubicBezTo>
                    <a:pt x="929" y="358"/>
                    <a:pt x="1120" y="525"/>
                    <a:pt x="1120" y="739"/>
                  </a:cubicBezTo>
                  <a:cubicBezTo>
                    <a:pt x="1120" y="953"/>
                    <a:pt x="953" y="1120"/>
                    <a:pt x="739" y="1120"/>
                  </a:cubicBezTo>
                  <a:cubicBezTo>
                    <a:pt x="525" y="1120"/>
                    <a:pt x="334" y="953"/>
                    <a:pt x="334" y="739"/>
                  </a:cubicBezTo>
                  <a:cubicBezTo>
                    <a:pt x="334" y="525"/>
                    <a:pt x="525" y="358"/>
                    <a:pt x="739" y="358"/>
                  </a:cubicBezTo>
                  <a:close/>
                  <a:moveTo>
                    <a:pt x="739" y="1"/>
                  </a:moveTo>
                  <a:cubicBezTo>
                    <a:pt x="310" y="1"/>
                    <a:pt x="1" y="334"/>
                    <a:pt x="1" y="739"/>
                  </a:cubicBezTo>
                  <a:cubicBezTo>
                    <a:pt x="1" y="1168"/>
                    <a:pt x="310" y="1477"/>
                    <a:pt x="739" y="1477"/>
                  </a:cubicBezTo>
                  <a:cubicBezTo>
                    <a:pt x="1144" y="1477"/>
                    <a:pt x="1477" y="1168"/>
                    <a:pt x="1477" y="739"/>
                  </a:cubicBezTo>
                  <a:cubicBezTo>
                    <a:pt x="1477" y="334"/>
                    <a:pt x="1144" y="1"/>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8"/>
            <p:cNvSpPr/>
            <p:nvPr/>
          </p:nvSpPr>
          <p:spPr>
            <a:xfrm>
              <a:off x="1599013" y="1969650"/>
              <a:ext cx="49461" cy="49428"/>
            </a:xfrm>
            <a:custGeom>
              <a:avLst/>
              <a:gdLst/>
              <a:ahLst/>
              <a:cxnLst/>
              <a:rect l="l" t="t" r="r" b="b"/>
              <a:pathLst>
                <a:path w="1478" h="1477" extrusionOk="0">
                  <a:moveTo>
                    <a:pt x="739" y="310"/>
                  </a:moveTo>
                  <a:cubicBezTo>
                    <a:pt x="929" y="310"/>
                    <a:pt x="1120" y="500"/>
                    <a:pt x="1120" y="691"/>
                  </a:cubicBezTo>
                  <a:cubicBezTo>
                    <a:pt x="1120" y="953"/>
                    <a:pt x="953" y="1096"/>
                    <a:pt x="739" y="1096"/>
                  </a:cubicBezTo>
                  <a:cubicBezTo>
                    <a:pt x="525" y="1096"/>
                    <a:pt x="334" y="905"/>
                    <a:pt x="334" y="691"/>
                  </a:cubicBezTo>
                  <a:cubicBezTo>
                    <a:pt x="334" y="500"/>
                    <a:pt x="525" y="310"/>
                    <a:pt x="739" y="310"/>
                  </a:cubicBezTo>
                  <a:close/>
                  <a:moveTo>
                    <a:pt x="739" y="0"/>
                  </a:moveTo>
                  <a:cubicBezTo>
                    <a:pt x="310" y="0"/>
                    <a:pt x="1" y="310"/>
                    <a:pt x="1" y="738"/>
                  </a:cubicBezTo>
                  <a:cubicBezTo>
                    <a:pt x="1" y="1143"/>
                    <a:pt x="310" y="1477"/>
                    <a:pt x="739" y="1477"/>
                  </a:cubicBezTo>
                  <a:cubicBezTo>
                    <a:pt x="1144" y="1477"/>
                    <a:pt x="1477" y="1143"/>
                    <a:pt x="1477" y="738"/>
                  </a:cubicBezTo>
                  <a:cubicBezTo>
                    <a:pt x="1477" y="310"/>
                    <a:pt x="1144"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8"/>
            <p:cNvSpPr/>
            <p:nvPr/>
          </p:nvSpPr>
          <p:spPr>
            <a:xfrm>
              <a:off x="1599013" y="2030990"/>
              <a:ext cx="49461" cy="50264"/>
            </a:xfrm>
            <a:custGeom>
              <a:avLst/>
              <a:gdLst/>
              <a:ahLst/>
              <a:cxnLst/>
              <a:rect l="l" t="t" r="r" b="b"/>
              <a:pathLst>
                <a:path w="1478" h="1502" extrusionOk="0">
                  <a:moveTo>
                    <a:pt x="739" y="358"/>
                  </a:moveTo>
                  <a:cubicBezTo>
                    <a:pt x="929" y="358"/>
                    <a:pt x="1120" y="525"/>
                    <a:pt x="1120" y="739"/>
                  </a:cubicBezTo>
                  <a:cubicBezTo>
                    <a:pt x="1120" y="953"/>
                    <a:pt x="953" y="1144"/>
                    <a:pt x="739" y="1144"/>
                  </a:cubicBezTo>
                  <a:cubicBezTo>
                    <a:pt x="525" y="1144"/>
                    <a:pt x="334" y="953"/>
                    <a:pt x="334" y="739"/>
                  </a:cubicBezTo>
                  <a:cubicBezTo>
                    <a:pt x="334" y="549"/>
                    <a:pt x="525" y="358"/>
                    <a:pt x="739" y="358"/>
                  </a:cubicBezTo>
                  <a:close/>
                  <a:moveTo>
                    <a:pt x="739" y="1"/>
                  </a:moveTo>
                  <a:cubicBezTo>
                    <a:pt x="310" y="1"/>
                    <a:pt x="1" y="334"/>
                    <a:pt x="1" y="739"/>
                  </a:cubicBezTo>
                  <a:cubicBezTo>
                    <a:pt x="1" y="1168"/>
                    <a:pt x="310" y="1501"/>
                    <a:pt x="739" y="1501"/>
                  </a:cubicBezTo>
                  <a:cubicBezTo>
                    <a:pt x="1144" y="1501"/>
                    <a:pt x="1477" y="1168"/>
                    <a:pt x="1477" y="739"/>
                  </a:cubicBezTo>
                  <a:cubicBezTo>
                    <a:pt x="1477" y="334"/>
                    <a:pt x="1144" y="1"/>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8"/>
            <p:cNvSpPr/>
            <p:nvPr/>
          </p:nvSpPr>
          <p:spPr>
            <a:xfrm>
              <a:off x="1473889" y="1906669"/>
              <a:ext cx="50264" cy="49461"/>
            </a:xfrm>
            <a:custGeom>
              <a:avLst/>
              <a:gdLst/>
              <a:ahLst/>
              <a:cxnLst/>
              <a:rect l="l" t="t" r="r" b="b"/>
              <a:pathLst>
                <a:path w="1502" h="1478" extrusionOk="0">
                  <a:moveTo>
                    <a:pt x="763" y="358"/>
                  </a:moveTo>
                  <a:cubicBezTo>
                    <a:pt x="953" y="358"/>
                    <a:pt x="1144" y="525"/>
                    <a:pt x="1144" y="739"/>
                  </a:cubicBezTo>
                  <a:cubicBezTo>
                    <a:pt x="1144" y="953"/>
                    <a:pt x="953" y="1120"/>
                    <a:pt x="763" y="1120"/>
                  </a:cubicBezTo>
                  <a:cubicBezTo>
                    <a:pt x="549" y="1120"/>
                    <a:pt x="358" y="953"/>
                    <a:pt x="358" y="739"/>
                  </a:cubicBezTo>
                  <a:cubicBezTo>
                    <a:pt x="358" y="525"/>
                    <a:pt x="549" y="358"/>
                    <a:pt x="763" y="358"/>
                  </a:cubicBezTo>
                  <a:close/>
                  <a:moveTo>
                    <a:pt x="763" y="1"/>
                  </a:moveTo>
                  <a:cubicBezTo>
                    <a:pt x="334" y="1"/>
                    <a:pt x="1" y="334"/>
                    <a:pt x="1" y="739"/>
                  </a:cubicBezTo>
                  <a:cubicBezTo>
                    <a:pt x="1" y="1168"/>
                    <a:pt x="334" y="1477"/>
                    <a:pt x="763" y="1477"/>
                  </a:cubicBezTo>
                  <a:cubicBezTo>
                    <a:pt x="1168" y="1477"/>
                    <a:pt x="1501" y="1168"/>
                    <a:pt x="1501" y="739"/>
                  </a:cubicBezTo>
                  <a:cubicBezTo>
                    <a:pt x="1501" y="334"/>
                    <a:pt x="1168" y="1"/>
                    <a:pt x="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8"/>
            <p:cNvSpPr/>
            <p:nvPr/>
          </p:nvSpPr>
          <p:spPr>
            <a:xfrm>
              <a:off x="1473889" y="1969650"/>
              <a:ext cx="50264" cy="49428"/>
            </a:xfrm>
            <a:custGeom>
              <a:avLst/>
              <a:gdLst/>
              <a:ahLst/>
              <a:cxnLst/>
              <a:rect l="l" t="t" r="r" b="b"/>
              <a:pathLst>
                <a:path w="1502" h="1477" extrusionOk="0">
                  <a:moveTo>
                    <a:pt x="763" y="310"/>
                  </a:moveTo>
                  <a:cubicBezTo>
                    <a:pt x="953" y="310"/>
                    <a:pt x="1144" y="500"/>
                    <a:pt x="1144" y="691"/>
                  </a:cubicBezTo>
                  <a:cubicBezTo>
                    <a:pt x="1144" y="953"/>
                    <a:pt x="953" y="1096"/>
                    <a:pt x="763" y="1096"/>
                  </a:cubicBezTo>
                  <a:cubicBezTo>
                    <a:pt x="549" y="1096"/>
                    <a:pt x="358" y="905"/>
                    <a:pt x="358" y="691"/>
                  </a:cubicBezTo>
                  <a:cubicBezTo>
                    <a:pt x="358" y="500"/>
                    <a:pt x="549" y="310"/>
                    <a:pt x="763" y="310"/>
                  </a:cubicBezTo>
                  <a:close/>
                  <a:moveTo>
                    <a:pt x="763" y="0"/>
                  </a:moveTo>
                  <a:cubicBezTo>
                    <a:pt x="334" y="0"/>
                    <a:pt x="1" y="310"/>
                    <a:pt x="1" y="738"/>
                  </a:cubicBezTo>
                  <a:cubicBezTo>
                    <a:pt x="1" y="1143"/>
                    <a:pt x="334" y="1477"/>
                    <a:pt x="763" y="1477"/>
                  </a:cubicBezTo>
                  <a:cubicBezTo>
                    <a:pt x="1168" y="1477"/>
                    <a:pt x="1501" y="1143"/>
                    <a:pt x="1501" y="738"/>
                  </a:cubicBezTo>
                  <a:cubicBezTo>
                    <a:pt x="1501" y="310"/>
                    <a:pt x="1168" y="0"/>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8"/>
            <p:cNvSpPr/>
            <p:nvPr/>
          </p:nvSpPr>
          <p:spPr>
            <a:xfrm>
              <a:off x="1473889" y="2030990"/>
              <a:ext cx="50264" cy="50264"/>
            </a:xfrm>
            <a:custGeom>
              <a:avLst/>
              <a:gdLst/>
              <a:ahLst/>
              <a:cxnLst/>
              <a:rect l="l" t="t" r="r" b="b"/>
              <a:pathLst>
                <a:path w="1502" h="1502" extrusionOk="0">
                  <a:moveTo>
                    <a:pt x="763" y="358"/>
                  </a:moveTo>
                  <a:cubicBezTo>
                    <a:pt x="953" y="358"/>
                    <a:pt x="1144" y="525"/>
                    <a:pt x="1144" y="739"/>
                  </a:cubicBezTo>
                  <a:cubicBezTo>
                    <a:pt x="1144" y="953"/>
                    <a:pt x="953" y="1144"/>
                    <a:pt x="763" y="1144"/>
                  </a:cubicBezTo>
                  <a:cubicBezTo>
                    <a:pt x="549" y="1144"/>
                    <a:pt x="358" y="953"/>
                    <a:pt x="358" y="739"/>
                  </a:cubicBezTo>
                  <a:cubicBezTo>
                    <a:pt x="358" y="549"/>
                    <a:pt x="549" y="358"/>
                    <a:pt x="763" y="358"/>
                  </a:cubicBezTo>
                  <a:close/>
                  <a:moveTo>
                    <a:pt x="763" y="1"/>
                  </a:moveTo>
                  <a:cubicBezTo>
                    <a:pt x="334" y="1"/>
                    <a:pt x="1" y="334"/>
                    <a:pt x="1" y="739"/>
                  </a:cubicBezTo>
                  <a:cubicBezTo>
                    <a:pt x="1" y="1168"/>
                    <a:pt x="334" y="1501"/>
                    <a:pt x="763" y="1501"/>
                  </a:cubicBezTo>
                  <a:cubicBezTo>
                    <a:pt x="1168" y="1501"/>
                    <a:pt x="1501" y="1168"/>
                    <a:pt x="1501" y="739"/>
                  </a:cubicBezTo>
                  <a:cubicBezTo>
                    <a:pt x="1501" y="334"/>
                    <a:pt x="1168" y="1"/>
                    <a:pt x="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8"/>
            <p:cNvSpPr/>
            <p:nvPr/>
          </p:nvSpPr>
          <p:spPr>
            <a:xfrm>
              <a:off x="1661190" y="1906669"/>
              <a:ext cx="50231" cy="49461"/>
            </a:xfrm>
            <a:custGeom>
              <a:avLst/>
              <a:gdLst/>
              <a:ahLst/>
              <a:cxnLst/>
              <a:rect l="l" t="t" r="r" b="b"/>
              <a:pathLst>
                <a:path w="1501" h="1478" extrusionOk="0">
                  <a:moveTo>
                    <a:pt x="762" y="358"/>
                  </a:moveTo>
                  <a:cubicBezTo>
                    <a:pt x="953" y="358"/>
                    <a:pt x="1143" y="525"/>
                    <a:pt x="1143" y="739"/>
                  </a:cubicBezTo>
                  <a:cubicBezTo>
                    <a:pt x="1119" y="953"/>
                    <a:pt x="953" y="1120"/>
                    <a:pt x="762" y="1120"/>
                  </a:cubicBezTo>
                  <a:cubicBezTo>
                    <a:pt x="548" y="1120"/>
                    <a:pt x="357" y="953"/>
                    <a:pt x="357" y="739"/>
                  </a:cubicBezTo>
                  <a:cubicBezTo>
                    <a:pt x="357" y="525"/>
                    <a:pt x="548" y="358"/>
                    <a:pt x="762" y="358"/>
                  </a:cubicBezTo>
                  <a:close/>
                  <a:moveTo>
                    <a:pt x="762" y="1"/>
                  </a:moveTo>
                  <a:cubicBezTo>
                    <a:pt x="334" y="1"/>
                    <a:pt x="0" y="334"/>
                    <a:pt x="0" y="739"/>
                  </a:cubicBezTo>
                  <a:cubicBezTo>
                    <a:pt x="0" y="1168"/>
                    <a:pt x="334" y="1477"/>
                    <a:pt x="762" y="1477"/>
                  </a:cubicBezTo>
                  <a:cubicBezTo>
                    <a:pt x="1167" y="1477"/>
                    <a:pt x="1501" y="1168"/>
                    <a:pt x="1501" y="739"/>
                  </a:cubicBezTo>
                  <a:cubicBezTo>
                    <a:pt x="1477" y="334"/>
                    <a:pt x="1143"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8"/>
            <p:cNvSpPr/>
            <p:nvPr/>
          </p:nvSpPr>
          <p:spPr>
            <a:xfrm>
              <a:off x="1661190" y="1969650"/>
              <a:ext cx="50231" cy="111606"/>
            </a:xfrm>
            <a:custGeom>
              <a:avLst/>
              <a:gdLst/>
              <a:ahLst/>
              <a:cxnLst/>
              <a:rect l="l" t="t" r="r" b="b"/>
              <a:pathLst>
                <a:path w="1501" h="3335" extrusionOk="0">
                  <a:moveTo>
                    <a:pt x="715" y="357"/>
                  </a:moveTo>
                  <a:cubicBezTo>
                    <a:pt x="929" y="357"/>
                    <a:pt x="1119" y="524"/>
                    <a:pt x="1119" y="738"/>
                  </a:cubicBezTo>
                  <a:lnTo>
                    <a:pt x="1119" y="2572"/>
                  </a:lnTo>
                  <a:cubicBezTo>
                    <a:pt x="1119" y="2786"/>
                    <a:pt x="929" y="2977"/>
                    <a:pt x="715" y="2977"/>
                  </a:cubicBezTo>
                  <a:cubicBezTo>
                    <a:pt x="524" y="2977"/>
                    <a:pt x="334" y="2786"/>
                    <a:pt x="334" y="2572"/>
                  </a:cubicBezTo>
                  <a:lnTo>
                    <a:pt x="334" y="738"/>
                  </a:lnTo>
                  <a:cubicBezTo>
                    <a:pt x="334" y="524"/>
                    <a:pt x="500" y="357"/>
                    <a:pt x="715" y="357"/>
                  </a:cubicBezTo>
                  <a:close/>
                  <a:moveTo>
                    <a:pt x="762" y="0"/>
                  </a:moveTo>
                  <a:cubicBezTo>
                    <a:pt x="334" y="0"/>
                    <a:pt x="0" y="310"/>
                    <a:pt x="0" y="738"/>
                  </a:cubicBezTo>
                  <a:lnTo>
                    <a:pt x="0" y="2572"/>
                  </a:lnTo>
                  <a:cubicBezTo>
                    <a:pt x="0" y="3001"/>
                    <a:pt x="334" y="3334"/>
                    <a:pt x="762" y="3334"/>
                  </a:cubicBezTo>
                  <a:cubicBezTo>
                    <a:pt x="1167" y="3334"/>
                    <a:pt x="1501" y="3001"/>
                    <a:pt x="1501" y="2572"/>
                  </a:cubicBezTo>
                  <a:lnTo>
                    <a:pt x="1501" y="738"/>
                  </a:lnTo>
                  <a:cubicBezTo>
                    <a:pt x="1477" y="310"/>
                    <a:pt x="1143" y="0"/>
                    <a:pt x="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8" name="Google Shape;4768;p58"/>
          <p:cNvGrpSpPr/>
          <p:nvPr/>
        </p:nvGrpSpPr>
        <p:grpSpPr>
          <a:xfrm>
            <a:off x="2070796" y="1484980"/>
            <a:ext cx="400911" cy="398501"/>
            <a:chOff x="2070796" y="1720205"/>
            <a:chExt cx="400911" cy="398501"/>
          </a:xfrm>
        </p:grpSpPr>
        <p:sp>
          <p:nvSpPr>
            <p:cNvPr id="4769" name="Google Shape;4769;p58"/>
            <p:cNvSpPr/>
            <p:nvPr/>
          </p:nvSpPr>
          <p:spPr>
            <a:xfrm>
              <a:off x="2070796" y="1720205"/>
              <a:ext cx="400911" cy="398501"/>
            </a:xfrm>
            <a:custGeom>
              <a:avLst/>
              <a:gdLst/>
              <a:ahLst/>
              <a:cxnLst/>
              <a:rect l="l" t="t" r="r" b="b"/>
              <a:pathLst>
                <a:path w="11980" h="11908" extrusionOk="0">
                  <a:moveTo>
                    <a:pt x="5240" y="6549"/>
                  </a:moveTo>
                  <a:cubicBezTo>
                    <a:pt x="5311" y="6645"/>
                    <a:pt x="5383" y="6692"/>
                    <a:pt x="5454" y="6764"/>
                  </a:cubicBezTo>
                  <a:lnTo>
                    <a:pt x="4883" y="7335"/>
                  </a:lnTo>
                  <a:lnTo>
                    <a:pt x="4668" y="7121"/>
                  </a:lnTo>
                  <a:lnTo>
                    <a:pt x="5240" y="6549"/>
                  </a:lnTo>
                  <a:close/>
                  <a:moveTo>
                    <a:pt x="8098" y="358"/>
                  </a:moveTo>
                  <a:cubicBezTo>
                    <a:pt x="10074" y="358"/>
                    <a:pt x="11646" y="1929"/>
                    <a:pt x="11646" y="3906"/>
                  </a:cubicBezTo>
                  <a:cubicBezTo>
                    <a:pt x="11646" y="5835"/>
                    <a:pt x="10051" y="7454"/>
                    <a:pt x="8098" y="7454"/>
                  </a:cubicBezTo>
                  <a:cubicBezTo>
                    <a:pt x="6145" y="7454"/>
                    <a:pt x="4549" y="5859"/>
                    <a:pt x="4549" y="3906"/>
                  </a:cubicBezTo>
                  <a:cubicBezTo>
                    <a:pt x="4549" y="1929"/>
                    <a:pt x="6145" y="358"/>
                    <a:pt x="8098" y="358"/>
                  </a:cubicBezTo>
                  <a:close/>
                  <a:moveTo>
                    <a:pt x="4264" y="7216"/>
                  </a:moveTo>
                  <a:lnTo>
                    <a:pt x="4788" y="7740"/>
                  </a:lnTo>
                  <a:cubicBezTo>
                    <a:pt x="4803" y="7732"/>
                    <a:pt x="4814" y="7729"/>
                    <a:pt x="4819" y="7729"/>
                  </a:cubicBezTo>
                  <a:cubicBezTo>
                    <a:pt x="4830" y="7729"/>
                    <a:pt x="4819" y="7740"/>
                    <a:pt x="4788" y="7740"/>
                  </a:cubicBezTo>
                  <a:lnTo>
                    <a:pt x="4407" y="8121"/>
                  </a:lnTo>
                  <a:lnTo>
                    <a:pt x="3859" y="7597"/>
                  </a:lnTo>
                  <a:lnTo>
                    <a:pt x="4264" y="7216"/>
                  </a:lnTo>
                  <a:close/>
                  <a:moveTo>
                    <a:pt x="3644" y="7859"/>
                  </a:moveTo>
                  <a:lnTo>
                    <a:pt x="4168" y="8407"/>
                  </a:lnTo>
                  <a:lnTo>
                    <a:pt x="1144" y="11431"/>
                  </a:lnTo>
                  <a:cubicBezTo>
                    <a:pt x="1061" y="11503"/>
                    <a:pt x="959" y="11538"/>
                    <a:pt x="861" y="11538"/>
                  </a:cubicBezTo>
                  <a:cubicBezTo>
                    <a:pt x="763" y="11538"/>
                    <a:pt x="668" y="11503"/>
                    <a:pt x="596" y="11431"/>
                  </a:cubicBezTo>
                  <a:cubicBezTo>
                    <a:pt x="453" y="11288"/>
                    <a:pt x="453" y="11050"/>
                    <a:pt x="596" y="10907"/>
                  </a:cubicBezTo>
                  <a:lnTo>
                    <a:pt x="3644" y="7859"/>
                  </a:lnTo>
                  <a:close/>
                  <a:moveTo>
                    <a:pt x="8098" y="0"/>
                  </a:moveTo>
                  <a:cubicBezTo>
                    <a:pt x="5954" y="0"/>
                    <a:pt x="4192" y="1763"/>
                    <a:pt x="4192" y="3906"/>
                  </a:cubicBezTo>
                  <a:cubicBezTo>
                    <a:pt x="4192" y="4787"/>
                    <a:pt x="4502" y="5621"/>
                    <a:pt x="5002" y="6287"/>
                  </a:cubicBezTo>
                  <a:lnTo>
                    <a:pt x="4407" y="6883"/>
                  </a:lnTo>
                  <a:cubicBezTo>
                    <a:pt x="4359" y="6859"/>
                    <a:pt x="4311" y="6859"/>
                    <a:pt x="4264" y="6859"/>
                  </a:cubicBezTo>
                  <a:cubicBezTo>
                    <a:pt x="4168" y="6859"/>
                    <a:pt x="4073" y="6883"/>
                    <a:pt x="4002" y="6978"/>
                  </a:cubicBezTo>
                  <a:lnTo>
                    <a:pt x="310" y="10669"/>
                  </a:lnTo>
                  <a:cubicBezTo>
                    <a:pt x="1" y="10955"/>
                    <a:pt x="1" y="11407"/>
                    <a:pt x="310" y="11693"/>
                  </a:cubicBezTo>
                  <a:cubicBezTo>
                    <a:pt x="453" y="11860"/>
                    <a:pt x="620" y="11907"/>
                    <a:pt x="811" y="11907"/>
                  </a:cubicBezTo>
                  <a:cubicBezTo>
                    <a:pt x="977" y="11907"/>
                    <a:pt x="1192" y="11860"/>
                    <a:pt x="1311" y="11693"/>
                  </a:cubicBezTo>
                  <a:lnTo>
                    <a:pt x="5002" y="8002"/>
                  </a:lnTo>
                  <a:cubicBezTo>
                    <a:pt x="5121" y="7883"/>
                    <a:pt x="5121" y="7740"/>
                    <a:pt x="5097" y="7621"/>
                  </a:cubicBezTo>
                  <a:lnTo>
                    <a:pt x="5693" y="7026"/>
                  </a:lnTo>
                  <a:cubicBezTo>
                    <a:pt x="6336" y="7526"/>
                    <a:pt x="7169" y="7835"/>
                    <a:pt x="8074" y="7835"/>
                  </a:cubicBezTo>
                  <a:cubicBezTo>
                    <a:pt x="10217" y="7835"/>
                    <a:pt x="11980" y="6073"/>
                    <a:pt x="11980" y="3930"/>
                  </a:cubicBezTo>
                  <a:cubicBezTo>
                    <a:pt x="11980" y="1786"/>
                    <a:pt x="10241" y="0"/>
                    <a:pt x="8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8"/>
            <p:cNvSpPr/>
            <p:nvPr/>
          </p:nvSpPr>
          <p:spPr>
            <a:xfrm>
              <a:off x="2278811" y="1787703"/>
              <a:ext cx="171374" cy="160465"/>
            </a:xfrm>
            <a:custGeom>
              <a:avLst/>
              <a:gdLst/>
              <a:ahLst/>
              <a:cxnLst/>
              <a:rect l="l" t="t" r="r" b="b"/>
              <a:pathLst>
                <a:path w="5121" h="4795" extrusionOk="0">
                  <a:moveTo>
                    <a:pt x="4089" y="0"/>
                  </a:moveTo>
                  <a:cubicBezTo>
                    <a:pt x="4053" y="0"/>
                    <a:pt x="4021" y="12"/>
                    <a:pt x="4001" y="31"/>
                  </a:cubicBezTo>
                  <a:cubicBezTo>
                    <a:pt x="3906" y="103"/>
                    <a:pt x="3906" y="222"/>
                    <a:pt x="3954" y="269"/>
                  </a:cubicBezTo>
                  <a:cubicBezTo>
                    <a:pt x="4763" y="1317"/>
                    <a:pt x="4644" y="2770"/>
                    <a:pt x="3715" y="3699"/>
                  </a:cubicBezTo>
                  <a:cubicBezTo>
                    <a:pt x="3219" y="4208"/>
                    <a:pt x="2544" y="4467"/>
                    <a:pt x="1870" y="4467"/>
                  </a:cubicBezTo>
                  <a:cubicBezTo>
                    <a:pt x="1315" y="4467"/>
                    <a:pt x="762" y="4292"/>
                    <a:pt x="310" y="3937"/>
                  </a:cubicBezTo>
                  <a:cubicBezTo>
                    <a:pt x="274" y="3919"/>
                    <a:pt x="237" y="3911"/>
                    <a:pt x="204" y="3911"/>
                  </a:cubicBezTo>
                  <a:cubicBezTo>
                    <a:pt x="149" y="3911"/>
                    <a:pt x="101" y="3931"/>
                    <a:pt x="72" y="3961"/>
                  </a:cubicBezTo>
                  <a:cubicBezTo>
                    <a:pt x="0" y="4056"/>
                    <a:pt x="24" y="4151"/>
                    <a:pt x="96" y="4199"/>
                  </a:cubicBezTo>
                  <a:cubicBezTo>
                    <a:pt x="620" y="4628"/>
                    <a:pt x="1263" y="4794"/>
                    <a:pt x="1882" y="4794"/>
                  </a:cubicBezTo>
                  <a:cubicBezTo>
                    <a:pt x="2644" y="4794"/>
                    <a:pt x="3406" y="4508"/>
                    <a:pt x="4001" y="3937"/>
                  </a:cubicBezTo>
                  <a:cubicBezTo>
                    <a:pt x="5025" y="2937"/>
                    <a:pt x="5121" y="1270"/>
                    <a:pt x="4239" y="79"/>
                  </a:cubicBezTo>
                  <a:cubicBezTo>
                    <a:pt x="4198" y="23"/>
                    <a:pt x="4139" y="0"/>
                    <a:pt x="4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8"/>
            <p:cNvSpPr/>
            <p:nvPr/>
          </p:nvSpPr>
          <p:spPr>
            <a:xfrm>
              <a:off x="2233400" y="1752230"/>
              <a:ext cx="172144" cy="160866"/>
            </a:xfrm>
            <a:custGeom>
              <a:avLst/>
              <a:gdLst/>
              <a:ahLst/>
              <a:cxnLst/>
              <a:rect l="l" t="t" r="r" b="b"/>
              <a:pathLst>
                <a:path w="5144" h="4807" extrusionOk="0">
                  <a:moveTo>
                    <a:pt x="3263" y="1"/>
                  </a:moveTo>
                  <a:cubicBezTo>
                    <a:pt x="2495" y="1"/>
                    <a:pt x="1730" y="290"/>
                    <a:pt x="1167" y="853"/>
                  </a:cubicBezTo>
                  <a:cubicBezTo>
                    <a:pt x="119" y="1901"/>
                    <a:pt x="0" y="3568"/>
                    <a:pt x="881" y="4759"/>
                  </a:cubicBezTo>
                  <a:cubicBezTo>
                    <a:pt x="905" y="4806"/>
                    <a:pt x="976" y="4806"/>
                    <a:pt x="1024" y="4806"/>
                  </a:cubicBezTo>
                  <a:cubicBezTo>
                    <a:pt x="1072" y="4806"/>
                    <a:pt x="1095" y="4806"/>
                    <a:pt x="1167" y="4783"/>
                  </a:cubicBezTo>
                  <a:cubicBezTo>
                    <a:pt x="1238" y="4735"/>
                    <a:pt x="1238" y="4616"/>
                    <a:pt x="1191" y="4544"/>
                  </a:cubicBezTo>
                  <a:cubicBezTo>
                    <a:pt x="381" y="3497"/>
                    <a:pt x="500" y="2044"/>
                    <a:pt x="1429" y="1115"/>
                  </a:cubicBezTo>
                  <a:cubicBezTo>
                    <a:pt x="1940" y="618"/>
                    <a:pt x="2616" y="365"/>
                    <a:pt x="3292" y="365"/>
                  </a:cubicBezTo>
                  <a:cubicBezTo>
                    <a:pt x="3845" y="365"/>
                    <a:pt x="4397" y="534"/>
                    <a:pt x="4858" y="877"/>
                  </a:cubicBezTo>
                  <a:cubicBezTo>
                    <a:pt x="4888" y="907"/>
                    <a:pt x="4922" y="920"/>
                    <a:pt x="4957" y="920"/>
                  </a:cubicBezTo>
                  <a:cubicBezTo>
                    <a:pt x="5005" y="920"/>
                    <a:pt x="5055" y="895"/>
                    <a:pt x="5096" y="853"/>
                  </a:cubicBezTo>
                  <a:cubicBezTo>
                    <a:pt x="5144" y="734"/>
                    <a:pt x="5120" y="663"/>
                    <a:pt x="5049" y="591"/>
                  </a:cubicBezTo>
                  <a:cubicBezTo>
                    <a:pt x="4523" y="195"/>
                    <a:pt x="3892" y="1"/>
                    <a:pt x="3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8"/>
            <p:cNvSpPr/>
            <p:nvPr/>
          </p:nvSpPr>
          <p:spPr>
            <a:xfrm>
              <a:off x="2143313" y="1795098"/>
              <a:ext cx="62211" cy="12014"/>
            </a:xfrm>
            <a:custGeom>
              <a:avLst/>
              <a:gdLst/>
              <a:ahLst/>
              <a:cxnLst/>
              <a:rect l="l" t="t" r="r" b="b"/>
              <a:pathLst>
                <a:path w="1859" h="359" extrusionOk="0">
                  <a:moveTo>
                    <a:pt x="191" y="1"/>
                  </a:moveTo>
                  <a:cubicBezTo>
                    <a:pt x="96" y="1"/>
                    <a:pt x="1" y="96"/>
                    <a:pt x="1" y="168"/>
                  </a:cubicBezTo>
                  <a:cubicBezTo>
                    <a:pt x="1" y="263"/>
                    <a:pt x="96" y="358"/>
                    <a:pt x="191" y="358"/>
                  </a:cubicBezTo>
                  <a:lnTo>
                    <a:pt x="1668" y="358"/>
                  </a:lnTo>
                  <a:cubicBezTo>
                    <a:pt x="1763" y="358"/>
                    <a:pt x="1858" y="263"/>
                    <a:pt x="1858" y="168"/>
                  </a:cubicBezTo>
                  <a:cubicBezTo>
                    <a:pt x="1835" y="96"/>
                    <a:pt x="1763"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73" name="Google Shape;4773;p58"/>
          <p:cNvSpPr/>
          <p:nvPr/>
        </p:nvSpPr>
        <p:spPr>
          <a:xfrm>
            <a:off x="4146835" y="1484980"/>
            <a:ext cx="223178" cy="397698"/>
          </a:xfrm>
          <a:custGeom>
            <a:avLst/>
            <a:gdLst/>
            <a:ahLst/>
            <a:cxnLst/>
            <a:rect l="l" t="t" r="r" b="b"/>
            <a:pathLst>
              <a:path w="6669" h="11884" extrusionOk="0">
                <a:moveTo>
                  <a:pt x="3335" y="346"/>
                </a:moveTo>
                <a:cubicBezTo>
                  <a:pt x="3722" y="346"/>
                  <a:pt x="4109" y="358"/>
                  <a:pt x="4502" y="381"/>
                </a:cubicBezTo>
                <a:cubicBezTo>
                  <a:pt x="4240" y="810"/>
                  <a:pt x="3835" y="1286"/>
                  <a:pt x="3335" y="1644"/>
                </a:cubicBezTo>
                <a:cubicBezTo>
                  <a:pt x="2858" y="1310"/>
                  <a:pt x="2477" y="810"/>
                  <a:pt x="2168" y="381"/>
                </a:cubicBezTo>
                <a:cubicBezTo>
                  <a:pt x="2561" y="358"/>
                  <a:pt x="2948" y="346"/>
                  <a:pt x="3335" y="346"/>
                </a:cubicBezTo>
                <a:close/>
                <a:moveTo>
                  <a:pt x="4859" y="453"/>
                </a:moveTo>
                <a:cubicBezTo>
                  <a:pt x="5025" y="477"/>
                  <a:pt x="5216" y="477"/>
                  <a:pt x="5359" y="500"/>
                </a:cubicBezTo>
                <a:cubicBezTo>
                  <a:pt x="5502" y="548"/>
                  <a:pt x="5621" y="619"/>
                  <a:pt x="5645" y="786"/>
                </a:cubicBezTo>
                <a:lnTo>
                  <a:pt x="6049" y="1977"/>
                </a:lnTo>
                <a:lnTo>
                  <a:pt x="5216" y="2334"/>
                </a:lnTo>
                <a:lnTo>
                  <a:pt x="5335" y="1739"/>
                </a:lnTo>
                <a:cubicBezTo>
                  <a:pt x="5359" y="1644"/>
                  <a:pt x="5287" y="1548"/>
                  <a:pt x="5168" y="1524"/>
                </a:cubicBezTo>
                <a:cubicBezTo>
                  <a:pt x="5156" y="1520"/>
                  <a:pt x="5144" y="1518"/>
                  <a:pt x="5131" y="1518"/>
                </a:cubicBezTo>
                <a:cubicBezTo>
                  <a:pt x="5067" y="1518"/>
                  <a:pt x="4998" y="1568"/>
                  <a:pt x="4978" y="1667"/>
                </a:cubicBezTo>
                <a:lnTo>
                  <a:pt x="4430" y="4287"/>
                </a:lnTo>
                <a:lnTo>
                  <a:pt x="2120" y="4287"/>
                </a:lnTo>
                <a:lnTo>
                  <a:pt x="1644" y="1667"/>
                </a:lnTo>
                <a:cubicBezTo>
                  <a:pt x="1620" y="1572"/>
                  <a:pt x="1525" y="1524"/>
                  <a:pt x="1429" y="1524"/>
                </a:cubicBezTo>
                <a:cubicBezTo>
                  <a:pt x="1334" y="1548"/>
                  <a:pt x="1287" y="1644"/>
                  <a:pt x="1287" y="1739"/>
                </a:cubicBezTo>
                <a:lnTo>
                  <a:pt x="1406" y="2334"/>
                </a:lnTo>
                <a:lnTo>
                  <a:pt x="572" y="1977"/>
                </a:lnTo>
                <a:lnTo>
                  <a:pt x="953" y="786"/>
                </a:lnTo>
                <a:cubicBezTo>
                  <a:pt x="1025" y="619"/>
                  <a:pt x="1096" y="548"/>
                  <a:pt x="1263" y="500"/>
                </a:cubicBezTo>
                <a:cubicBezTo>
                  <a:pt x="1429" y="477"/>
                  <a:pt x="1572" y="453"/>
                  <a:pt x="1763" y="453"/>
                </a:cubicBezTo>
                <a:cubicBezTo>
                  <a:pt x="2049" y="953"/>
                  <a:pt x="2573" y="1572"/>
                  <a:pt x="3216" y="2001"/>
                </a:cubicBezTo>
                <a:cubicBezTo>
                  <a:pt x="3239" y="2025"/>
                  <a:pt x="3263" y="2025"/>
                  <a:pt x="3311" y="2025"/>
                </a:cubicBezTo>
                <a:cubicBezTo>
                  <a:pt x="3335" y="2025"/>
                  <a:pt x="3358" y="2025"/>
                  <a:pt x="3406" y="2001"/>
                </a:cubicBezTo>
                <a:cubicBezTo>
                  <a:pt x="4049" y="1572"/>
                  <a:pt x="4525" y="929"/>
                  <a:pt x="4859" y="453"/>
                </a:cubicBezTo>
                <a:close/>
                <a:moveTo>
                  <a:pt x="4525" y="4620"/>
                </a:moveTo>
                <a:cubicBezTo>
                  <a:pt x="4763" y="5192"/>
                  <a:pt x="5835" y="8002"/>
                  <a:pt x="6311" y="11526"/>
                </a:cubicBezTo>
                <a:lnTo>
                  <a:pt x="4787" y="11526"/>
                </a:lnTo>
                <a:cubicBezTo>
                  <a:pt x="4668" y="9121"/>
                  <a:pt x="4406" y="7049"/>
                  <a:pt x="4240" y="5716"/>
                </a:cubicBezTo>
                <a:cubicBezTo>
                  <a:pt x="4240" y="5621"/>
                  <a:pt x="4144" y="5573"/>
                  <a:pt x="4025" y="5573"/>
                </a:cubicBezTo>
                <a:cubicBezTo>
                  <a:pt x="3930" y="5573"/>
                  <a:pt x="3882" y="5668"/>
                  <a:pt x="3882" y="5763"/>
                </a:cubicBezTo>
                <a:cubicBezTo>
                  <a:pt x="4049" y="7097"/>
                  <a:pt x="4287" y="9145"/>
                  <a:pt x="4430" y="11526"/>
                </a:cubicBezTo>
                <a:lnTo>
                  <a:pt x="2215" y="11526"/>
                </a:lnTo>
                <a:cubicBezTo>
                  <a:pt x="2334" y="9145"/>
                  <a:pt x="2596" y="7097"/>
                  <a:pt x="2763" y="5763"/>
                </a:cubicBezTo>
                <a:cubicBezTo>
                  <a:pt x="2763" y="5692"/>
                  <a:pt x="2715" y="5597"/>
                  <a:pt x="2620" y="5573"/>
                </a:cubicBezTo>
                <a:cubicBezTo>
                  <a:pt x="2525" y="5573"/>
                  <a:pt x="2453" y="5621"/>
                  <a:pt x="2406" y="5716"/>
                </a:cubicBezTo>
                <a:cubicBezTo>
                  <a:pt x="2239" y="7049"/>
                  <a:pt x="2001" y="9121"/>
                  <a:pt x="1858" y="11526"/>
                </a:cubicBezTo>
                <a:lnTo>
                  <a:pt x="358" y="11526"/>
                </a:lnTo>
                <a:cubicBezTo>
                  <a:pt x="834" y="8002"/>
                  <a:pt x="1906" y="5168"/>
                  <a:pt x="2144" y="4620"/>
                </a:cubicBezTo>
                <a:lnTo>
                  <a:pt x="2596" y="4620"/>
                </a:lnTo>
                <a:cubicBezTo>
                  <a:pt x="2596" y="4716"/>
                  <a:pt x="2573" y="4835"/>
                  <a:pt x="2525" y="4978"/>
                </a:cubicBezTo>
                <a:cubicBezTo>
                  <a:pt x="2525" y="5073"/>
                  <a:pt x="2596" y="5144"/>
                  <a:pt x="2692" y="5168"/>
                </a:cubicBezTo>
                <a:lnTo>
                  <a:pt x="2715" y="5168"/>
                </a:lnTo>
                <a:cubicBezTo>
                  <a:pt x="2811" y="5168"/>
                  <a:pt x="2858" y="5120"/>
                  <a:pt x="2882" y="5025"/>
                </a:cubicBezTo>
                <a:cubicBezTo>
                  <a:pt x="2930" y="4858"/>
                  <a:pt x="2954" y="4716"/>
                  <a:pt x="2954" y="4620"/>
                </a:cubicBezTo>
                <a:lnTo>
                  <a:pt x="3716" y="4620"/>
                </a:lnTo>
                <a:cubicBezTo>
                  <a:pt x="3763" y="4716"/>
                  <a:pt x="3763" y="4858"/>
                  <a:pt x="3787" y="5025"/>
                </a:cubicBezTo>
                <a:cubicBezTo>
                  <a:pt x="3787" y="5120"/>
                  <a:pt x="3882" y="5168"/>
                  <a:pt x="3954" y="5168"/>
                </a:cubicBezTo>
                <a:lnTo>
                  <a:pt x="4001" y="5168"/>
                </a:lnTo>
                <a:cubicBezTo>
                  <a:pt x="4073" y="5168"/>
                  <a:pt x="4144" y="5097"/>
                  <a:pt x="4144" y="4978"/>
                </a:cubicBezTo>
                <a:cubicBezTo>
                  <a:pt x="4120" y="4835"/>
                  <a:pt x="4120" y="4716"/>
                  <a:pt x="4073" y="4620"/>
                </a:cubicBezTo>
                <a:close/>
                <a:moveTo>
                  <a:pt x="3335" y="0"/>
                </a:moveTo>
                <a:cubicBezTo>
                  <a:pt x="2626" y="0"/>
                  <a:pt x="1918" y="48"/>
                  <a:pt x="1215" y="143"/>
                </a:cubicBezTo>
                <a:cubicBezTo>
                  <a:pt x="953" y="191"/>
                  <a:pt x="715" y="381"/>
                  <a:pt x="620" y="667"/>
                </a:cubicBezTo>
                <a:lnTo>
                  <a:pt x="239" y="1858"/>
                </a:lnTo>
                <a:cubicBezTo>
                  <a:pt x="191" y="2025"/>
                  <a:pt x="263" y="2191"/>
                  <a:pt x="453" y="2286"/>
                </a:cubicBezTo>
                <a:lnTo>
                  <a:pt x="1525" y="2739"/>
                </a:lnTo>
                <a:lnTo>
                  <a:pt x="1858" y="4430"/>
                </a:lnTo>
                <a:cubicBezTo>
                  <a:pt x="1668" y="4882"/>
                  <a:pt x="477" y="7907"/>
                  <a:pt x="1" y="11669"/>
                </a:cubicBezTo>
                <a:cubicBezTo>
                  <a:pt x="1" y="11717"/>
                  <a:pt x="1" y="11765"/>
                  <a:pt x="24" y="11812"/>
                </a:cubicBezTo>
                <a:cubicBezTo>
                  <a:pt x="72" y="11860"/>
                  <a:pt x="120" y="11884"/>
                  <a:pt x="143" y="11884"/>
                </a:cubicBezTo>
                <a:lnTo>
                  <a:pt x="6454" y="11884"/>
                </a:lnTo>
                <a:cubicBezTo>
                  <a:pt x="6526" y="11884"/>
                  <a:pt x="6550" y="11860"/>
                  <a:pt x="6573" y="11812"/>
                </a:cubicBezTo>
                <a:cubicBezTo>
                  <a:pt x="6669" y="11788"/>
                  <a:pt x="6669" y="11741"/>
                  <a:pt x="6669" y="11669"/>
                </a:cubicBezTo>
                <a:cubicBezTo>
                  <a:pt x="6192" y="7930"/>
                  <a:pt x="5002" y="4882"/>
                  <a:pt x="4835" y="4430"/>
                </a:cubicBezTo>
                <a:lnTo>
                  <a:pt x="5145" y="2739"/>
                </a:lnTo>
                <a:lnTo>
                  <a:pt x="6216" y="2286"/>
                </a:lnTo>
                <a:cubicBezTo>
                  <a:pt x="6407" y="2239"/>
                  <a:pt x="6502" y="2025"/>
                  <a:pt x="6430" y="1858"/>
                </a:cubicBezTo>
                <a:lnTo>
                  <a:pt x="6049" y="667"/>
                </a:lnTo>
                <a:cubicBezTo>
                  <a:pt x="5954" y="381"/>
                  <a:pt x="5740" y="215"/>
                  <a:pt x="5454" y="143"/>
                </a:cubicBezTo>
                <a:cubicBezTo>
                  <a:pt x="4752" y="48"/>
                  <a:pt x="4043" y="0"/>
                  <a:pt x="3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4" name="Google Shape;4774;p58"/>
          <p:cNvGrpSpPr/>
          <p:nvPr/>
        </p:nvGrpSpPr>
        <p:grpSpPr>
          <a:xfrm>
            <a:off x="4765259" y="1484176"/>
            <a:ext cx="310856" cy="399304"/>
            <a:chOff x="4765259" y="1719401"/>
            <a:chExt cx="310856" cy="399304"/>
          </a:xfrm>
        </p:grpSpPr>
        <p:sp>
          <p:nvSpPr>
            <p:cNvPr id="4775" name="Google Shape;4775;p58"/>
            <p:cNvSpPr/>
            <p:nvPr/>
          </p:nvSpPr>
          <p:spPr>
            <a:xfrm>
              <a:off x="4765259" y="1719401"/>
              <a:ext cx="310856" cy="399304"/>
            </a:xfrm>
            <a:custGeom>
              <a:avLst/>
              <a:gdLst/>
              <a:ahLst/>
              <a:cxnLst/>
              <a:rect l="l" t="t" r="r" b="b"/>
              <a:pathLst>
                <a:path w="9289" h="11932" extrusionOk="0">
                  <a:moveTo>
                    <a:pt x="5264" y="382"/>
                  </a:moveTo>
                  <a:lnTo>
                    <a:pt x="5668" y="763"/>
                  </a:lnTo>
                  <a:lnTo>
                    <a:pt x="3549" y="763"/>
                  </a:lnTo>
                  <a:lnTo>
                    <a:pt x="3930" y="382"/>
                  </a:lnTo>
                  <a:close/>
                  <a:moveTo>
                    <a:pt x="5764" y="1120"/>
                  </a:moveTo>
                  <a:lnTo>
                    <a:pt x="4978" y="2025"/>
                  </a:lnTo>
                  <a:cubicBezTo>
                    <a:pt x="4883" y="1929"/>
                    <a:pt x="4764" y="1906"/>
                    <a:pt x="4621" y="1906"/>
                  </a:cubicBezTo>
                  <a:cubicBezTo>
                    <a:pt x="4478" y="1906"/>
                    <a:pt x="4382" y="1953"/>
                    <a:pt x="4263" y="2025"/>
                  </a:cubicBezTo>
                  <a:lnTo>
                    <a:pt x="3525" y="1120"/>
                  </a:lnTo>
                  <a:close/>
                  <a:moveTo>
                    <a:pt x="4597" y="2239"/>
                  </a:moveTo>
                  <a:cubicBezTo>
                    <a:pt x="4740" y="2239"/>
                    <a:pt x="4811" y="2310"/>
                    <a:pt x="4811" y="2430"/>
                  </a:cubicBezTo>
                  <a:lnTo>
                    <a:pt x="4811" y="2644"/>
                  </a:lnTo>
                  <a:lnTo>
                    <a:pt x="4382" y="2644"/>
                  </a:lnTo>
                  <a:lnTo>
                    <a:pt x="4382" y="2430"/>
                  </a:lnTo>
                  <a:cubicBezTo>
                    <a:pt x="4382" y="2310"/>
                    <a:pt x="4478" y="2239"/>
                    <a:pt x="4597" y="2239"/>
                  </a:cubicBezTo>
                  <a:close/>
                  <a:moveTo>
                    <a:pt x="4621" y="2977"/>
                  </a:moveTo>
                  <a:cubicBezTo>
                    <a:pt x="6978" y="2977"/>
                    <a:pt x="8907" y="4906"/>
                    <a:pt x="8907" y="7264"/>
                  </a:cubicBezTo>
                  <a:cubicBezTo>
                    <a:pt x="8907" y="9622"/>
                    <a:pt x="6978" y="11550"/>
                    <a:pt x="4621" y="11550"/>
                  </a:cubicBezTo>
                  <a:cubicBezTo>
                    <a:pt x="2263" y="11550"/>
                    <a:pt x="334" y="9622"/>
                    <a:pt x="334" y="7264"/>
                  </a:cubicBezTo>
                  <a:cubicBezTo>
                    <a:pt x="334" y="4906"/>
                    <a:pt x="2263" y="2977"/>
                    <a:pt x="4621" y="2977"/>
                  </a:cubicBezTo>
                  <a:close/>
                  <a:moveTo>
                    <a:pt x="3882" y="0"/>
                  </a:moveTo>
                  <a:cubicBezTo>
                    <a:pt x="3811" y="0"/>
                    <a:pt x="3787" y="24"/>
                    <a:pt x="3763" y="48"/>
                  </a:cubicBezTo>
                  <a:lnTo>
                    <a:pt x="3025" y="786"/>
                  </a:lnTo>
                  <a:cubicBezTo>
                    <a:pt x="2954" y="858"/>
                    <a:pt x="2954" y="977"/>
                    <a:pt x="3025" y="1025"/>
                  </a:cubicBezTo>
                  <a:lnTo>
                    <a:pt x="4097" y="2310"/>
                  </a:lnTo>
                  <a:lnTo>
                    <a:pt x="4097" y="2430"/>
                  </a:lnTo>
                  <a:lnTo>
                    <a:pt x="4097" y="2668"/>
                  </a:lnTo>
                  <a:cubicBezTo>
                    <a:pt x="1787" y="2953"/>
                    <a:pt x="1" y="4906"/>
                    <a:pt x="1" y="7288"/>
                  </a:cubicBezTo>
                  <a:cubicBezTo>
                    <a:pt x="1" y="9860"/>
                    <a:pt x="2096" y="11931"/>
                    <a:pt x="4644" y="11931"/>
                  </a:cubicBezTo>
                  <a:cubicBezTo>
                    <a:pt x="7216" y="11931"/>
                    <a:pt x="9288" y="9860"/>
                    <a:pt x="9288" y="7288"/>
                  </a:cubicBezTo>
                  <a:cubicBezTo>
                    <a:pt x="9264" y="4906"/>
                    <a:pt x="7455" y="2953"/>
                    <a:pt x="5168" y="2668"/>
                  </a:cubicBezTo>
                  <a:lnTo>
                    <a:pt x="5168" y="2430"/>
                  </a:lnTo>
                  <a:lnTo>
                    <a:pt x="5168" y="2310"/>
                  </a:lnTo>
                  <a:lnTo>
                    <a:pt x="6240" y="1025"/>
                  </a:lnTo>
                  <a:cubicBezTo>
                    <a:pt x="6288" y="977"/>
                    <a:pt x="6288" y="858"/>
                    <a:pt x="6240" y="786"/>
                  </a:cubicBezTo>
                  <a:lnTo>
                    <a:pt x="5478" y="48"/>
                  </a:lnTo>
                  <a:cubicBezTo>
                    <a:pt x="5454" y="24"/>
                    <a:pt x="5407" y="0"/>
                    <a:pt x="5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8"/>
            <p:cNvSpPr/>
            <p:nvPr/>
          </p:nvSpPr>
          <p:spPr>
            <a:xfrm>
              <a:off x="4788383" y="1832411"/>
              <a:ext cx="215983" cy="214578"/>
            </a:xfrm>
            <a:custGeom>
              <a:avLst/>
              <a:gdLst/>
              <a:ahLst/>
              <a:cxnLst/>
              <a:rect l="l" t="t" r="r" b="b"/>
              <a:pathLst>
                <a:path w="6454" h="6412" extrusionOk="0">
                  <a:moveTo>
                    <a:pt x="3939" y="1"/>
                  </a:moveTo>
                  <a:cubicBezTo>
                    <a:pt x="3880" y="1"/>
                    <a:pt x="3822" y="2"/>
                    <a:pt x="3763" y="5"/>
                  </a:cubicBezTo>
                  <a:cubicBezTo>
                    <a:pt x="2763" y="77"/>
                    <a:pt x="1882" y="458"/>
                    <a:pt x="1191" y="1148"/>
                  </a:cubicBezTo>
                  <a:cubicBezTo>
                    <a:pt x="500" y="1839"/>
                    <a:pt x="96" y="2744"/>
                    <a:pt x="72" y="3696"/>
                  </a:cubicBezTo>
                  <a:cubicBezTo>
                    <a:pt x="0" y="4649"/>
                    <a:pt x="334" y="5602"/>
                    <a:pt x="929" y="6364"/>
                  </a:cubicBezTo>
                  <a:cubicBezTo>
                    <a:pt x="953" y="6387"/>
                    <a:pt x="1000" y="6411"/>
                    <a:pt x="1072" y="6411"/>
                  </a:cubicBezTo>
                  <a:cubicBezTo>
                    <a:pt x="1096" y="6411"/>
                    <a:pt x="1167" y="6411"/>
                    <a:pt x="1191" y="6387"/>
                  </a:cubicBezTo>
                  <a:cubicBezTo>
                    <a:pt x="1239" y="6316"/>
                    <a:pt x="1286" y="6197"/>
                    <a:pt x="1215" y="6149"/>
                  </a:cubicBezTo>
                  <a:cubicBezTo>
                    <a:pt x="667" y="5459"/>
                    <a:pt x="381" y="4625"/>
                    <a:pt x="405" y="3744"/>
                  </a:cubicBezTo>
                  <a:cubicBezTo>
                    <a:pt x="453" y="2839"/>
                    <a:pt x="834" y="2006"/>
                    <a:pt x="1453" y="1386"/>
                  </a:cubicBezTo>
                  <a:cubicBezTo>
                    <a:pt x="2096" y="767"/>
                    <a:pt x="2906" y="386"/>
                    <a:pt x="3811" y="339"/>
                  </a:cubicBezTo>
                  <a:cubicBezTo>
                    <a:pt x="3846" y="338"/>
                    <a:pt x="3882" y="337"/>
                    <a:pt x="3918" y="337"/>
                  </a:cubicBezTo>
                  <a:cubicBezTo>
                    <a:pt x="4739" y="337"/>
                    <a:pt x="5554" y="600"/>
                    <a:pt x="6216" y="1148"/>
                  </a:cubicBezTo>
                  <a:cubicBezTo>
                    <a:pt x="6245" y="1168"/>
                    <a:pt x="6283" y="1180"/>
                    <a:pt x="6321" y="1180"/>
                  </a:cubicBezTo>
                  <a:cubicBezTo>
                    <a:pt x="6374" y="1180"/>
                    <a:pt x="6426" y="1156"/>
                    <a:pt x="6454" y="1101"/>
                  </a:cubicBezTo>
                  <a:cubicBezTo>
                    <a:pt x="6454" y="1053"/>
                    <a:pt x="6454" y="934"/>
                    <a:pt x="6406" y="886"/>
                  </a:cubicBezTo>
                  <a:cubicBezTo>
                    <a:pt x="5715" y="328"/>
                    <a:pt x="4814" y="1"/>
                    <a:pt x="39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8"/>
            <p:cNvSpPr/>
            <p:nvPr/>
          </p:nvSpPr>
          <p:spPr>
            <a:xfrm>
              <a:off x="4834598" y="1877087"/>
              <a:ext cx="216820" cy="216117"/>
            </a:xfrm>
            <a:custGeom>
              <a:avLst/>
              <a:gdLst/>
              <a:ahLst/>
              <a:cxnLst/>
              <a:rect l="l" t="t" r="r" b="b"/>
              <a:pathLst>
                <a:path w="6479" h="6458" extrusionOk="0">
                  <a:moveTo>
                    <a:pt x="5429" y="0"/>
                  </a:moveTo>
                  <a:cubicBezTo>
                    <a:pt x="5388" y="0"/>
                    <a:pt x="5344" y="18"/>
                    <a:pt x="5311" y="51"/>
                  </a:cubicBezTo>
                  <a:cubicBezTo>
                    <a:pt x="5263" y="99"/>
                    <a:pt x="5240" y="218"/>
                    <a:pt x="5287" y="290"/>
                  </a:cubicBezTo>
                  <a:cubicBezTo>
                    <a:pt x="5859" y="980"/>
                    <a:pt x="6121" y="1814"/>
                    <a:pt x="6097" y="2695"/>
                  </a:cubicBezTo>
                  <a:cubicBezTo>
                    <a:pt x="6073" y="3600"/>
                    <a:pt x="5668" y="4433"/>
                    <a:pt x="5049" y="5052"/>
                  </a:cubicBezTo>
                  <a:cubicBezTo>
                    <a:pt x="4430" y="5672"/>
                    <a:pt x="3596" y="6029"/>
                    <a:pt x="2692" y="6100"/>
                  </a:cubicBezTo>
                  <a:cubicBezTo>
                    <a:pt x="2656" y="6101"/>
                    <a:pt x="2620" y="6102"/>
                    <a:pt x="2585" y="6102"/>
                  </a:cubicBezTo>
                  <a:cubicBezTo>
                    <a:pt x="1763" y="6102"/>
                    <a:pt x="948" y="5838"/>
                    <a:pt x="286" y="5291"/>
                  </a:cubicBezTo>
                  <a:cubicBezTo>
                    <a:pt x="264" y="5257"/>
                    <a:pt x="227" y="5240"/>
                    <a:pt x="186" y="5240"/>
                  </a:cubicBezTo>
                  <a:cubicBezTo>
                    <a:pt x="138" y="5240"/>
                    <a:pt x="86" y="5263"/>
                    <a:pt x="48" y="5314"/>
                  </a:cubicBezTo>
                  <a:cubicBezTo>
                    <a:pt x="0" y="5386"/>
                    <a:pt x="0" y="5505"/>
                    <a:pt x="72" y="5552"/>
                  </a:cubicBezTo>
                  <a:cubicBezTo>
                    <a:pt x="763" y="6124"/>
                    <a:pt x="1668" y="6457"/>
                    <a:pt x="2549" y="6457"/>
                  </a:cubicBezTo>
                  <a:lnTo>
                    <a:pt x="2739" y="6457"/>
                  </a:lnTo>
                  <a:cubicBezTo>
                    <a:pt x="3716" y="6386"/>
                    <a:pt x="4597" y="6005"/>
                    <a:pt x="5287" y="5314"/>
                  </a:cubicBezTo>
                  <a:cubicBezTo>
                    <a:pt x="5978" y="4624"/>
                    <a:pt x="6383" y="3719"/>
                    <a:pt x="6430" y="2766"/>
                  </a:cubicBezTo>
                  <a:cubicBezTo>
                    <a:pt x="6478" y="1766"/>
                    <a:pt x="6168" y="813"/>
                    <a:pt x="5549" y="75"/>
                  </a:cubicBezTo>
                  <a:cubicBezTo>
                    <a:pt x="5524" y="24"/>
                    <a:pt x="5478" y="0"/>
                    <a:pt x="5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78" name="Google Shape;4778;p58"/>
          <p:cNvSpPr/>
          <p:nvPr/>
        </p:nvSpPr>
        <p:spPr>
          <a:xfrm>
            <a:off x="6058697" y="1484980"/>
            <a:ext cx="360251" cy="398501"/>
          </a:xfrm>
          <a:custGeom>
            <a:avLst/>
            <a:gdLst/>
            <a:ahLst/>
            <a:cxnLst/>
            <a:rect l="l" t="t" r="r" b="b"/>
            <a:pathLst>
              <a:path w="10765" h="11908" extrusionOk="0">
                <a:moveTo>
                  <a:pt x="3335" y="7240"/>
                </a:moveTo>
                <a:cubicBezTo>
                  <a:pt x="3549" y="7240"/>
                  <a:pt x="3716" y="7407"/>
                  <a:pt x="3716" y="7621"/>
                </a:cubicBezTo>
                <a:cubicBezTo>
                  <a:pt x="3716" y="7835"/>
                  <a:pt x="3525" y="8002"/>
                  <a:pt x="3335" y="8002"/>
                </a:cubicBezTo>
                <a:cubicBezTo>
                  <a:pt x="3120" y="8002"/>
                  <a:pt x="2954" y="7835"/>
                  <a:pt x="2954" y="7621"/>
                </a:cubicBezTo>
                <a:cubicBezTo>
                  <a:pt x="2930" y="7407"/>
                  <a:pt x="3120" y="7240"/>
                  <a:pt x="3335" y="7240"/>
                </a:cubicBezTo>
                <a:close/>
                <a:moveTo>
                  <a:pt x="7407" y="7240"/>
                </a:moveTo>
                <a:cubicBezTo>
                  <a:pt x="7621" y="7240"/>
                  <a:pt x="7788" y="7407"/>
                  <a:pt x="7788" y="7621"/>
                </a:cubicBezTo>
                <a:cubicBezTo>
                  <a:pt x="7788" y="7835"/>
                  <a:pt x="7621" y="8002"/>
                  <a:pt x="7407" y="8002"/>
                </a:cubicBezTo>
                <a:cubicBezTo>
                  <a:pt x="7193" y="8002"/>
                  <a:pt x="7026" y="7835"/>
                  <a:pt x="7026" y="7621"/>
                </a:cubicBezTo>
                <a:cubicBezTo>
                  <a:pt x="7050" y="7407"/>
                  <a:pt x="7193" y="7240"/>
                  <a:pt x="7407" y="7240"/>
                </a:cubicBezTo>
                <a:close/>
                <a:moveTo>
                  <a:pt x="8431" y="3692"/>
                </a:moveTo>
                <a:cubicBezTo>
                  <a:pt x="8860" y="3692"/>
                  <a:pt x="9264" y="4025"/>
                  <a:pt x="9336" y="4477"/>
                </a:cubicBezTo>
                <a:lnTo>
                  <a:pt x="10407" y="10431"/>
                </a:lnTo>
                <a:cubicBezTo>
                  <a:pt x="10407" y="10693"/>
                  <a:pt x="10336" y="10979"/>
                  <a:pt x="10146" y="11193"/>
                </a:cubicBezTo>
                <a:cubicBezTo>
                  <a:pt x="9979" y="11407"/>
                  <a:pt x="9693" y="11526"/>
                  <a:pt x="9431" y="11526"/>
                </a:cubicBezTo>
                <a:lnTo>
                  <a:pt x="1334" y="11526"/>
                </a:lnTo>
                <a:cubicBezTo>
                  <a:pt x="1072" y="11526"/>
                  <a:pt x="810" y="11407"/>
                  <a:pt x="620" y="11193"/>
                </a:cubicBezTo>
                <a:cubicBezTo>
                  <a:pt x="453" y="10979"/>
                  <a:pt x="358" y="10693"/>
                  <a:pt x="405" y="10431"/>
                </a:cubicBezTo>
                <a:lnTo>
                  <a:pt x="1477" y="4477"/>
                </a:lnTo>
                <a:cubicBezTo>
                  <a:pt x="1572" y="4025"/>
                  <a:pt x="1953" y="3692"/>
                  <a:pt x="2406" y="3692"/>
                </a:cubicBezTo>
                <a:lnTo>
                  <a:pt x="2620" y="3692"/>
                </a:lnTo>
                <a:lnTo>
                  <a:pt x="2620" y="5930"/>
                </a:lnTo>
                <a:cubicBezTo>
                  <a:pt x="2620" y="6311"/>
                  <a:pt x="2715" y="6692"/>
                  <a:pt x="2858" y="7049"/>
                </a:cubicBezTo>
                <a:cubicBezTo>
                  <a:pt x="2715" y="7216"/>
                  <a:pt x="2620" y="7383"/>
                  <a:pt x="2620" y="7597"/>
                </a:cubicBezTo>
                <a:cubicBezTo>
                  <a:pt x="2620" y="8002"/>
                  <a:pt x="2954" y="8335"/>
                  <a:pt x="3358" y="8335"/>
                </a:cubicBezTo>
                <a:cubicBezTo>
                  <a:pt x="3501" y="8335"/>
                  <a:pt x="3668" y="8288"/>
                  <a:pt x="3811" y="8192"/>
                </a:cubicBezTo>
                <a:cubicBezTo>
                  <a:pt x="4287" y="8526"/>
                  <a:pt x="4811" y="8693"/>
                  <a:pt x="5406" y="8693"/>
                </a:cubicBezTo>
                <a:cubicBezTo>
                  <a:pt x="6002" y="8693"/>
                  <a:pt x="6550" y="8526"/>
                  <a:pt x="7026" y="8192"/>
                </a:cubicBezTo>
                <a:cubicBezTo>
                  <a:pt x="7145" y="8288"/>
                  <a:pt x="7288" y="8335"/>
                  <a:pt x="7478" y="8335"/>
                </a:cubicBezTo>
                <a:cubicBezTo>
                  <a:pt x="7883" y="8335"/>
                  <a:pt x="8217" y="8002"/>
                  <a:pt x="8217" y="7597"/>
                </a:cubicBezTo>
                <a:cubicBezTo>
                  <a:pt x="8217" y="7383"/>
                  <a:pt x="8121" y="7168"/>
                  <a:pt x="7978" y="7049"/>
                </a:cubicBezTo>
                <a:cubicBezTo>
                  <a:pt x="8121" y="6692"/>
                  <a:pt x="8217" y="6311"/>
                  <a:pt x="8217" y="5930"/>
                </a:cubicBezTo>
                <a:lnTo>
                  <a:pt x="8217" y="3692"/>
                </a:lnTo>
                <a:close/>
                <a:moveTo>
                  <a:pt x="5383" y="0"/>
                </a:moveTo>
                <a:cubicBezTo>
                  <a:pt x="4263" y="0"/>
                  <a:pt x="3358" y="929"/>
                  <a:pt x="3358" y="2025"/>
                </a:cubicBezTo>
                <a:lnTo>
                  <a:pt x="3358" y="4073"/>
                </a:lnTo>
                <a:cubicBezTo>
                  <a:pt x="3358" y="4168"/>
                  <a:pt x="3454" y="4263"/>
                  <a:pt x="3549" y="4263"/>
                </a:cubicBezTo>
                <a:cubicBezTo>
                  <a:pt x="3620" y="4263"/>
                  <a:pt x="3716" y="4168"/>
                  <a:pt x="3716" y="4073"/>
                </a:cubicBezTo>
                <a:lnTo>
                  <a:pt x="3716" y="3692"/>
                </a:lnTo>
                <a:lnTo>
                  <a:pt x="6526" y="3692"/>
                </a:lnTo>
                <a:cubicBezTo>
                  <a:pt x="6597" y="3692"/>
                  <a:pt x="6692" y="3596"/>
                  <a:pt x="6692" y="3525"/>
                </a:cubicBezTo>
                <a:cubicBezTo>
                  <a:pt x="6692" y="3430"/>
                  <a:pt x="6597" y="3334"/>
                  <a:pt x="6526" y="3334"/>
                </a:cubicBezTo>
                <a:lnTo>
                  <a:pt x="3716" y="3334"/>
                </a:lnTo>
                <a:lnTo>
                  <a:pt x="3716" y="2025"/>
                </a:lnTo>
                <a:cubicBezTo>
                  <a:pt x="3716" y="1096"/>
                  <a:pt x="4454" y="334"/>
                  <a:pt x="5406" y="334"/>
                </a:cubicBezTo>
                <a:cubicBezTo>
                  <a:pt x="6359" y="334"/>
                  <a:pt x="7121" y="1072"/>
                  <a:pt x="7121" y="2025"/>
                </a:cubicBezTo>
                <a:lnTo>
                  <a:pt x="7121" y="4073"/>
                </a:lnTo>
                <a:cubicBezTo>
                  <a:pt x="7121" y="4168"/>
                  <a:pt x="7193" y="4263"/>
                  <a:pt x="7288" y="4263"/>
                </a:cubicBezTo>
                <a:cubicBezTo>
                  <a:pt x="7383" y="4263"/>
                  <a:pt x="7478" y="4168"/>
                  <a:pt x="7478" y="4073"/>
                </a:cubicBezTo>
                <a:lnTo>
                  <a:pt x="7478" y="3692"/>
                </a:lnTo>
                <a:lnTo>
                  <a:pt x="7859" y="3692"/>
                </a:lnTo>
                <a:lnTo>
                  <a:pt x="7859" y="5930"/>
                </a:lnTo>
                <a:cubicBezTo>
                  <a:pt x="7859" y="6263"/>
                  <a:pt x="7788" y="6573"/>
                  <a:pt x="7645" y="6883"/>
                </a:cubicBezTo>
                <a:cubicBezTo>
                  <a:pt x="7597" y="6859"/>
                  <a:pt x="7526" y="6859"/>
                  <a:pt x="7478" y="6859"/>
                </a:cubicBezTo>
                <a:cubicBezTo>
                  <a:pt x="7050" y="6859"/>
                  <a:pt x="6716" y="7168"/>
                  <a:pt x="6716" y="7597"/>
                </a:cubicBezTo>
                <a:cubicBezTo>
                  <a:pt x="6716" y="7716"/>
                  <a:pt x="6764" y="7835"/>
                  <a:pt x="6788" y="7930"/>
                </a:cubicBezTo>
                <a:cubicBezTo>
                  <a:pt x="6359" y="8216"/>
                  <a:pt x="5883" y="8359"/>
                  <a:pt x="5383" y="8359"/>
                </a:cubicBezTo>
                <a:cubicBezTo>
                  <a:pt x="4883" y="8359"/>
                  <a:pt x="4406" y="8216"/>
                  <a:pt x="3978" y="7930"/>
                </a:cubicBezTo>
                <a:cubicBezTo>
                  <a:pt x="4049" y="7835"/>
                  <a:pt x="4049" y="7716"/>
                  <a:pt x="4049" y="7597"/>
                </a:cubicBezTo>
                <a:cubicBezTo>
                  <a:pt x="4049" y="7168"/>
                  <a:pt x="3716" y="6859"/>
                  <a:pt x="3311" y="6859"/>
                </a:cubicBezTo>
                <a:cubicBezTo>
                  <a:pt x="3239" y="6859"/>
                  <a:pt x="3192" y="6859"/>
                  <a:pt x="3120" y="6883"/>
                </a:cubicBezTo>
                <a:cubicBezTo>
                  <a:pt x="3001" y="6573"/>
                  <a:pt x="2906" y="6263"/>
                  <a:pt x="2906" y="5930"/>
                </a:cubicBezTo>
                <a:lnTo>
                  <a:pt x="2906" y="3525"/>
                </a:lnTo>
                <a:cubicBezTo>
                  <a:pt x="2906" y="3453"/>
                  <a:pt x="2882" y="3430"/>
                  <a:pt x="2858" y="3406"/>
                </a:cubicBezTo>
                <a:cubicBezTo>
                  <a:pt x="2834" y="3358"/>
                  <a:pt x="2763" y="3334"/>
                  <a:pt x="2739" y="3334"/>
                </a:cubicBezTo>
                <a:lnTo>
                  <a:pt x="2406" y="3334"/>
                </a:lnTo>
                <a:cubicBezTo>
                  <a:pt x="1787" y="3334"/>
                  <a:pt x="1239" y="3787"/>
                  <a:pt x="1120" y="4406"/>
                </a:cubicBezTo>
                <a:lnTo>
                  <a:pt x="48" y="10360"/>
                </a:lnTo>
                <a:cubicBezTo>
                  <a:pt x="1" y="10741"/>
                  <a:pt x="96" y="11145"/>
                  <a:pt x="334" y="11431"/>
                </a:cubicBezTo>
                <a:cubicBezTo>
                  <a:pt x="548" y="11741"/>
                  <a:pt x="929" y="11907"/>
                  <a:pt x="1310" y="11907"/>
                </a:cubicBezTo>
                <a:lnTo>
                  <a:pt x="9407" y="11907"/>
                </a:lnTo>
                <a:cubicBezTo>
                  <a:pt x="9788" y="11907"/>
                  <a:pt x="10146" y="11741"/>
                  <a:pt x="10384" y="11431"/>
                </a:cubicBezTo>
                <a:cubicBezTo>
                  <a:pt x="10646" y="11145"/>
                  <a:pt x="10765" y="10741"/>
                  <a:pt x="10717" y="10360"/>
                </a:cubicBezTo>
                <a:lnTo>
                  <a:pt x="9645" y="4406"/>
                </a:lnTo>
                <a:cubicBezTo>
                  <a:pt x="9526" y="3787"/>
                  <a:pt x="8979" y="3334"/>
                  <a:pt x="8359" y="3334"/>
                </a:cubicBezTo>
                <a:lnTo>
                  <a:pt x="7407" y="3334"/>
                </a:lnTo>
                <a:lnTo>
                  <a:pt x="7407" y="2025"/>
                </a:lnTo>
                <a:cubicBezTo>
                  <a:pt x="7407" y="905"/>
                  <a:pt x="6478" y="0"/>
                  <a:pt x="5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9" name="Google Shape;4779;p58"/>
          <p:cNvGrpSpPr/>
          <p:nvPr/>
        </p:nvGrpSpPr>
        <p:grpSpPr>
          <a:xfrm>
            <a:off x="5362969" y="1535176"/>
            <a:ext cx="398501" cy="298876"/>
            <a:chOff x="5362969" y="1770401"/>
            <a:chExt cx="398501" cy="298876"/>
          </a:xfrm>
        </p:grpSpPr>
        <p:sp>
          <p:nvSpPr>
            <p:cNvPr id="4780" name="Google Shape;4780;p58"/>
            <p:cNvSpPr/>
            <p:nvPr/>
          </p:nvSpPr>
          <p:spPr>
            <a:xfrm>
              <a:off x="5362969" y="1770401"/>
              <a:ext cx="398501" cy="298876"/>
            </a:xfrm>
            <a:custGeom>
              <a:avLst/>
              <a:gdLst/>
              <a:ahLst/>
              <a:cxnLst/>
              <a:rect l="l" t="t" r="r" b="b"/>
              <a:pathLst>
                <a:path w="11908" h="8931" extrusionOk="0">
                  <a:moveTo>
                    <a:pt x="2572" y="310"/>
                  </a:moveTo>
                  <a:cubicBezTo>
                    <a:pt x="2692" y="310"/>
                    <a:pt x="2787" y="405"/>
                    <a:pt x="2787" y="525"/>
                  </a:cubicBezTo>
                  <a:lnTo>
                    <a:pt x="2787" y="739"/>
                  </a:lnTo>
                  <a:lnTo>
                    <a:pt x="1429" y="739"/>
                  </a:lnTo>
                  <a:lnTo>
                    <a:pt x="1429" y="525"/>
                  </a:lnTo>
                  <a:cubicBezTo>
                    <a:pt x="1429" y="405"/>
                    <a:pt x="1525" y="310"/>
                    <a:pt x="1644" y="310"/>
                  </a:cubicBezTo>
                  <a:close/>
                  <a:moveTo>
                    <a:pt x="4406" y="310"/>
                  </a:moveTo>
                  <a:cubicBezTo>
                    <a:pt x="4525" y="310"/>
                    <a:pt x="4620" y="405"/>
                    <a:pt x="4620" y="525"/>
                  </a:cubicBezTo>
                  <a:lnTo>
                    <a:pt x="4620" y="739"/>
                  </a:lnTo>
                  <a:lnTo>
                    <a:pt x="3858" y="739"/>
                  </a:lnTo>
                  <a:lnTo>
                    <a:pt x="3858" y="525"/>
                  </a:lnTo>
                  <a:cubicBezTo>
                    <a:pt x="3858" y="405"/>
                    <a:pt x="3930" y="310"/>
                    <a:pt x="4049" y="310"/>
                  </a:cubicBezTo>
                  <a:close/>
                  <a:moveTo>
                    <a:pt x="11122" y="1096"/>
                  </a:moveTo>
                  <a:cubicBezTo>
                    <a:pt x="11312" y="1096"/>
                    <a:pt x="11503" y="1263"/>
                    <a:pt x="11503" y="1477"/>
                  </a:cubicBezTo>
                  <a:lnTo>
                    <a:pt x="11503" y="8169"/>
                  </a:lnTo>
                  <a:cubicBezTo>
                    <a:pt x="11503" y="8383"/>
                    <a:pt x="11312" y="8526"/>
                    <a:pt x="11122" y="8526"/>
                  </a:cubicBezTo>
                  <a:lnTo>
                    <a:pt x="691" y="8526"/>
                  </a:lnTo>
                  <a:cubicBezTo>
                    <a:pt x="477" y="8526"/>
                    <a:pt x="310" y="8359"/>
                    <a:pt x="310" y="8145"/>
                  </a:cubicBezTo>
                  <a:lnTo>
                    <a:pt x="310" y="1477"/>
                  </a:lnTo>
                  <a:cubicBezTo>
                    <a:pt x="310" y="1263"/>
                    <a:pt x="477" y="1096"/>
                    <a:pt x="691" y="1096"/>
                  </a:cubicBezTo>
                  <a:close/>
                  <a:moveTo>
                    <a:pt x="1668" y="1"/>
                  </a:moveTo>
                  <a:cubicBezTo>
                    <a:pt x="1382" y="1"/>
                    <a:pt x="1144" y="239"/>
                    <a:pt x="1144" y="525"/>
                  </a:cubicBezTo>
                  <a:lnTo>
                    <a:pt x="1144" y="739"/>
                  </a:lnTo>
                  <a:lnTo>
                    <a:pt x="763" y="739"/>
                  </a:lnTo>
                  <a:cubicBezTo>
                    <a:pt x="334" y="739"/>
                    <a:pt x="0" y="1072"/>
                    <a:pt x="0" y="1477"/>
                  </a:cubicBezTo>
                  <a:lnTo>
                    <a:pt x="0" y="8169"/>
                  </a:lnTo>
                  <a:cubicBezTo>
                    <a:pt x="0" y="8598"/>
                    <a:pt x="334" y="8931"/>
                    <a:pt x="763" y="8931"/>
                  </a:cubicBezTo>
                  <a:lnTo>
                    <a:pt x="11169" y="8931"/>
                  </a:lnTo>
                  <a:cubicBezTo>
                    <a:pt x="11598" y="8931"/>
                    <a:pt x="11908" y="8598"/>
                    <a:pt x="11908" y="8169"/>
                  </a:cubicBezTo>
                  <a:lnTo>
                    <a:pt x="11908" y="1477"/>
                  </a:lnTo>
                  <a:cubicBezTo>
                    <a:pt x="11860" y="1072"/>
                    <a:pt x="11527" y="739"/>
                    <a:pt x="11122" y="739"/>
                  </a:cubicBezTo>
                  <a:lnTo>
                    <a:pt x="4954" y="739"/>
                  </a:lnTo>
                  <a:lnTo>
                    <a:pt x="4954" y="525"/>
                  </a:lnTo>
                  <a:cubicBezTo>
                    <a:pt x="4954" y="239"/>
                    <a:pt x="4716" y="1"/>
                    <a:pt x="4406" y="1"/>
                  </a:cubicBezTo>
                  <a:lnTo>
                    <a:pt x="4049" y="1"/>
                  </a:lnTo>
                  <a:cubicBezTo>
                    <a:pt x="3763" y="1"/>
                    <a:pt x="3525" y="239"/>
                    <a:pt x="3525" y="525"/>
                  </a:cubicBezTo>
                  <a:lnTo>
                    <a:pt x="3525" y="739"/>
                  </a:lnTo>
                  <a:lnTo>
                    <a:pt x="3144" y="739"/>
                  </a:lnTo>
                  <a:lnTo>
                    <a:pt x="3144" y="525"/>
                  </a:lnTo>
                  <a:cubicBezTo>
                    <a:pt x="3144" y="239"/>
                    <a:pt x="2906" y="1"/>
                    <a:pt x="2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8"/>
            <p:cNvSpPr/>
            <p:nvPr/>
          </p:nvSpPr>
          <p:spPr>
            <a:xfrm>
              <a:off x="5425146" y="1882776"/>
              <a:ext cx="135500" cy="99659"/>
            </a:xfrm>
            <a:custGeom>
              <a:avLst/>
              <a:gdLst/>
              <a:ahLst/>
              <a:cxnLst/>
              <a:rect l="l" t="t" r="r" b="b"/>
              <a:pathLst>
                <a:path w="4049" h="2978" extrusionOk="0">
                  <a:moveTo>
                    <a:pt x="3191" y="310"/>
                  </a:moveTo>
                  <a:cubicBezTo>
                    <a:pt x="3239" y="310"/>
                    <a:pt x="3310" y="358"/>
                    <a:pt x="3334" y="405"/>
                  </a:cubicBezTo>
                  <a:cubicBezTo>
                    <a:pt x="3572" y="715"/>
                    <a:pt x="3691" y="1072"/>
                    <a:pt x="3691" y="1453"/>
                  </a:cubicBezTo>
                  <a:cubicBezTo>
                    <a:pt x="3691" y="1834"/>
                    <a:pt x="3572" y="2191"/>
                    <a:pt x="3334" y="2501"/>
                  </a:cubicBezTo>
                  <a:cubicBezTo>
                    <a:pt x="3310" y="2549"/>
                    <a:pt x="3239" y="2596"/>
                    <a:pt x="3191" y="2596"/>
                  </a:cubicBezTo>
                  <a:lnTo>
                    <a:pt x="857" y="2596"/>
                  </a:lnTo>
                  <a:cubicBezTo>
                    <a:pt x="810" y="2596"/>
                    <a:pt x="738" y="2549"/>
                    <a:pt x="714" y="2501"/>
                  </a:cubicBezTo>
                  <a:cubicBezTo>
                    <a:pt x="476" y="2191"/>
                    <a:pt x="357" y="1834"/>
                    <a:pt x="357" y="1453"/>
                  </a:cubicBezTo>
                  <a:cubicBezTo>
                    <a:pt x="357" y="1072"/>
                    <a:pt x="476" y="715"/>
                    <a:pt x="714" y="405"/>
                  </a:cubicBezTo>
                  <a:cubicBezTo>
                    <a:pt x="738" y="358"/>
                    <a:pt x="810" y="310"/>
                    <a:pt x="857" y="310"/>
                  </a:cubicBezTo>
                  <a:close/>
                  <a:moveTo>
                    <a:pt x="857" y="0"/>
                  </a:moveTo>
                  <a:cubicBezTo>
                    <a:pt x="691" y="0"/>
                    <a:pt x="524" y="96"/>
                    <a:pt x="452" y="215"/>
                  </a:cubicBezTo>
                  <a:cubicBezTo>
                    <a:pt x="143" y="572"/>
                    <a:pt x="0" y="1001"/>
                    <a:pt x="0" y="1477"/>
                  </a:cubicBezTo>
                  <a:cubicBezTo>
                    <a:pt x="0" y="1953"/>
                    <a:pt x="143" y="2382"/>
                    <a:pt x="452" y="2763"/>
                  </a:cubicBezTo>
                  <a:cubicBezTo>
                    <a:pt x="572" y="2882"/>
                    <a:pt x="714" y="2977"/>
                    <a:pt x="857" y="2977"/>
                  </a:cubicBezTo>
                  <a:lnTo>
                    <a:pt x="3191" y="2977"/>
                  </a:lnTo>
                  <a:cubicBezTo>
                    <a:pt x="3358" y="2977"/>
                    <a:pt x="3501" y="2882"/>
                    <a:pt x="3596" y="2763"/>
                  </a:cubicBezTo>
                  <a:cubicBezTo>
                    <a:pt x="3906" y="2406"/>
                    <a:pt x="4048" y="1953"/>
                    <a:pt x="4048" y="1477"/>
                  </a:cubicBezTo>
                  <a:cubicBezTo>
                    <a:pt x="4048" y="977"/>
                    <a:pt x="3906" y="572"/>
                    <a:pt x="3596" y="215"/>
                  </a:cubicBezTo>
                  <a:cubicBezTo>
                    <a:pt x="3477" y="96"/>
                    <a:pt x="3334" y="0"/>
                    <a:pt x="3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8"/>
            <p:cNvSpPr/>
            <p:nvPr/>
          </p:nvSpPr>
          <p:spPr>
            <a:xfrm>
              <a:off x="5468182" y="1907472"/>
              <a:ext cx="49428" cy="50231"/>
            </a:xfrm>
            <a:custGeom>
              <a:avLst/>
              <a:gdLst/>
              <a:ahLst/>
              <a:cxnLst/>
              <a:rect l="l" t="t" r="r" b="b"/>
              <a:pathLst>
                <a:path w="1477" h="1501" extrusionOk="0">
                  <a:moveTo>
                    <a:pt x="738" y="334"/>
                  </a:moveTo>
                  <a:cubicBezTo>
                    <a:pt x="929" y="334"/>
                    <a:pt x="1119" y="501"/>
                    <a:pt x="1119" y="715"/>
                  </a:cubicBezTo>
                  <a:cubicBezTo>
                    <a:pt x="1119" y="929"/>
                    <a:pt x="929" y="1096"/>
                    <a:pt x="738" y="1096"/>
                  </a:cubicBezTo>
                  <a:cubicBezTo>
                    <a:pt x="524" y="1096"/>
                    <a:pt x="357" y="929"/>
                    <a:pt x="357" y="715"/>
                  </a:cubicBezTo>
                  <a:cubicBezTo>
                    <a:pt x="357" y="501"/>
                    <a:pt x="524" y="334"/>
                    <a:pt x="738" y="334"/>
                  </a:cubicBezTo>
                  <a:close/>
                  <a:moveTo>
                    <a:pt x="738" y="1"/>
                  </a:moveTo>
                  <a:cubicBezTo>
                    <a:pt x="310" y="1"/>
                    <a:pt x="0" y="334"/>
                    <a:pt x="0" y="739"/>
                  </a:cubicBezTo>
                  <a:cubicBezTo>
                    <a:pt x="0" y="1168"/>
                    <a:pt x="310" y="1501"/>
                    <a:pt x="738" y="1501"/>
                  </a:cubicBezTo>
                  <a:cubicBezTo>
                    <a:pt x="1143" y="1501"/>
                    <a:pt x="1476" y="1168"/>
                    <a:pt x="1476" y="739"/>
                  </a:cubicBezTo>
                  <a:cubicBezTo>
                    <a:pt x="1453" y="334"/>
                    <a:pt x="1119" y="1"/>
                    <a:pt x="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8"/>
            <p:cNvSpPr/>
            <p:nvPr/>
          </p:nvSpPr>
          <p:spPr>
            <a:xfrm>
              <a:off x="5655449" y="1826187"/>
              <a:ext cx="73355" cy="47855"/>
            </a:xfrm>
            <a:custGeom>
              <a:avLst/>
              <a:gdLst/>
              <a:ahLst/>
              <a:cxnLst/>
              <a:rect l="l" t="t" r="r" b="b"/>
              <a:pathLst>
                <a:path w="2192" h="1430" extrusionOk="0">
                  <a:moveTo>
                    <a:pt x="905" y="358"/>
                  </a:moveTo>
                  <a:lnTo>
                    <a:pt x="905" y="1120"/>
                  </a:lnTo>
                  <a:lnTo>
                    <a:pt x="524" y="1120"/>
                  </a:lnTo>
                  <a:cubicBezTo>
                    <a:pt x="405" y="1120"/>
                    <a:pt x="310" y="1025"/>
                    <a:pt x="310" y="906"/>
                  </a:cubicBezTo>
                  <a:lnTo>
                    <a:pt x="310" y="548"/>
                  </a:lnTo>
                  <a:cubicBezTo>
                    <a:pt x="310" y="429"/>
                    <a:pt x="405" y="358"/>
                    <a:pt x="524" y="358"/>
                  </a:cubicBezTo>
                  <a:close/>
                  <a:moveTo>
                    <a:pt x="1620" y="358"/>
                  </a:moveTo>
                  <a:cubicBezTo>
                    <a:pt x="1739" y="358"/>
                    <a:pt x="1834" y="429"/>
                    <a:pt x="1834" y="548"/>
                  </a:cubicBezTo>
                  <a:lnTo>
                    <a:pt x="1834" y="906"/>
                  </a:lnTo>
                  <a:cubicBezTo>
                    <a:pt x="1834" y="1025"/>
                    <a:pt x="1739" y="1120"/>
                    <a:pt x="1620" y="1120"/>
                  </a:cubicBezTo>
                  <a:lnTo>
                    <a:pt x="1239" y="1120"/>
                  </a:lnTo>
                  <a:lnTo>
                    <a:pt x="1239" y="358"/>
                  </a:lnTo>
                  <a:close/>
                  <a:moveTo>
                    <a:pt x="524" y="1"/>
                  </a:moveTo>
                  <a:cubicBezTo>
                    <a:pt x="215" y="1"/>
                    <a:pt x="0" y="239"/>
                    <a:pt x="0" y="525"/>
                  </a:cubicBezTo>
                  <a:lnTo>
                    <a:pt x="0" y="882"/>
                  </a:lnTo>
                  <a:cubicBezTo>
                    <a:pt x="0" y="1191"/>
                    <a:pt x="215" y="1429"/>
                    <a:pt x="524" y="1429"/>
                  </a:cubicBezTo>
                  <a:lnTo>
                    <a:pt x="1620" y="1429"/>
                  </a:lnTo>
                  <a:cubicBezTo>
                    <a:pt x="1929" y="1429"/>
                    <a:pt x="2168" y="1191"/>
                    <a:pt x="2168" y="882"/>
                  </a:cubicBezTo>
                  <a:lnTo>
                    <a:pt x="2168" y="525"/>
                  </a:lnTo>
                  <a:cubicBezTo>
                    <a:pt x="2191" y="263"/>
                    <a:pt x="1953" y="1"/>
                    <a:pt x="1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8"/>
            <p:cNvSpPr/>
            <p:nvPr/>
          </p:nvSpPr>
          <p:spPr>
            <a:xfrm>
              <a:off x="5392451" y="1832344"/>
              <a:ext cx="163410" cy="162038"/>
            </a:xfrm>
            <a:custGeom>
              <a:avLst/>
              <a:gdLst/>
              <a:ahLst/>
              <a:cxnLst/>
              <a:rect l="l" t="t" r="r" b="b"/>
              <a:pathLst>
                <a:path w="4883" h="4842" extrusionOk="0">
                  <a:moveTo>
                    <a:pt x="2983" y="1"/>
                  </a:moveTo>
                  <a:cubicBezTo>
                    <a:pt x="2918" y="1"/>
                    <a:pt x="2852" y="3"/>
                    <a:pt x="2787" y="7"/>
                  </a:cubicBezTo>
                  <a:cubicBezTo>
                    <a:pt x="2072" y="55"/>
                    <a:pt x="1382" y="364"/>
                    <a:pt x="882" y="888"/>
                  </a:cubicBezTo>
                  <a:cubicBezTo>
                    <a:pt x="382" y="1388"/>
                    <a:pt x="72" y="2079"/>
                    <a:pt x="24" y="2793"/>
                  </a:cubicBezTo>
                  <a:cubicBezTo>
                    <a:pt x="1" y="3508"/>
                    <a:pt x="191" y="4222"/>
                    <a:pt x="620" y="4770"/>
                  </a:cubicBezTo>
                  <a:cubicBezTo>
                    <a:pt x="644" y="4841"/>
                    <a:pt x="715" y="4841"/>
                    <a:pt x="763" y="4841"/>
                  </a:cubicBezTo>
                  <a:cubicBezTo>
                    <a:pt x="787" y="4841"/>
                    <a:pt x="834" y="4841"/>
                    <a:pt x="882" y="4818"/>
                  </a:cubicBezTo>
                  <a:cubicBezTo>
                    <a:pt x="977" y="4746"/>
                    <a:pt x="977" y="4627"/>
                    <a:pt x="906" y="4579"/>
                  </a:cubicBezTo>
                  <a:cubicBezTo>
                    <a:pt x="120" y="3532"/>
                    <a:pt x="239" y="2079"/>
                    <a:pt x="1144" y="1150"/>
                  </a:cubicBezTo>
                  <a:cubicBezTo>
                    <a:pt x="1653" y="641"/>
                    <a:pt x="2335" y="382"/>
                    <a:pt x="3011" y="382"/>
                  </a:cubicBezTo>
                  <a:cubicBezTo>
                    <a:pt x="3568" y="382"/>
                    <a:pt x="4121" y="557"/>
                    <a:pt x="4573" y="912"/>
                  </a:cubicBezTo>
                  <a:cubicBezTo>
                    <a:pt x="4609" y="930"/>
                    <a:pt x="4646" y="938"/>
                    <a:pt x="4680" y="938"/>
                  </a:cubicBezTo>
                  <a:cubicBezTo>
                    <a:pt x="4734" y="938"/>
                    <a:pt x="4782" y="918"/>
                    <a:pt x="4811" y="888"/>
                  </a:cubicBezTo>
                  <a:cubicBezTo>
                    <a:pt x="4883" y="793"/>
                    <a:pt x="4883" y="674"/>
                    <a:pt x="4787" y="602"/>
                  </a:cubicBezTo>
                  <a:cubicBezTo>
                    <a:pt x="4268" y="213"/>
                    <a:pt x="3631" y="1"/>
                    <a:pt x="2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8"/>
            <p:cNvSpPr/>
            <p:nvPr/>
          </p:nvSpPr>
          <p:spPr>
            <a:xfrm>
              <a:off x="5429898" y="1869122"/>
              <a:ext cx="163410" cy="161134"/>
            </a:xfrm>
            <a:custGeom>
              <a:avLst/>
              <a:gdLst/>
              <a:ahLst/>
              <a:cxnLst/>
              <a:rect l="l" t="t" r="r" b="b"/>
              <a:pathLst>
                <a:path w="4883" h="4815" extrusionOk="0">
                  <a:moveTo>
                    <a:pt x="4102" y="0"/>
                  </a:moveTo>
                  <a:cubicBezTo>
                    <a:pt x="4061" y="0"/>
                    <a:pt x="4024" y="18"/>
                    <a:pt x="4002" y="51"/>
                  </a:cubicBezTo>
                  <a:cubicBezTo>
                    <a:pt x="3906" y="99"/>
                    <a:pt x="3906" y="218"/>
                    <a:pt x="3954" y="289"/>
                  </a:cubicBezTo>
                  <a:cubicBezTo>
                    <a:pt x="4764" y="1337"/>
                    <a:pt x="4645" y="2790"/>
                    <a:pt x="3716" y="3719"/>
                  </a:cubicBezTo>
                  <a:cubicBezTo>
                    <a:pt x="3218" y="4216"/>
                    <a:pt x="2541" y="4469"/>
                    <a:pt x="1865" y="4469"/>
                  </a:cubicBezTo>
                  <a:cubicBezTo>
                    <a:pt x="1312" y="4469"/>
                    <a:pt x="761" y="4300"/>
                    <a:pt x="310" y="3957"/>
                  </a:cubicBezTo>
                  <a:cubicBezTo>
                    <a:pt x="271" y="3927"/>
                    <a:pt x="231" y="3914"/>
                    <a:pt x="194" y="3914"/>
                  </a:cubicBezTo>
                  <a:cubicBezTo>
                    <a:pt x="144" y="3914"/>
                    <a:pt x="100" y="3939"/>
                    <a:pt x="72" y="3981"/>
                  </a:cubicBezTo>
                  <a:cubicBezTo>
                    <a:pt x="1" y="4076"/>
                    <a:pt x="25" y="4147"/>
                    <a:pt x="96" y="4219"/>
                  </a:cubicBezTo>
                  <a:cubicBezTo>
                    <a:pt x="596" y="4600"/>
                    <a:pt x="1263" y="4814"/>
                    <a:pt x="1882" y="4814"/>
                  </a:cubicBezTo>
                  <a:lnTo>
                    <a:pt x="2049" y="4814"/>
                  </a:lnTo>
                  <a:cubicBezTo>
                    <a:pt x="2763" y="4790"/>
                    <a:pt x="3454" y="4457"/>
                    <a:pt x="3954" y="3957"/>
                  </a:cubicBezTo>
                  <a:cubicBezTo>
                    <a:pt x="4478" y="3433"/>
                    <a:pt x="4764" y="2766"/>
                    <a:pt x="4835" y="2052"/>
                  </a:cubicBezTo>
                  <a:cubicBezTo>
                    <a:pt x="4883" y="1337"/>
                    <a:pt x="4645" y="647"/>
                    <a:pt x="4240" y="75"/>
                  </a:cubicBezTo>
                  <a:cubicBezTo>
                    <a:pt x="4202" y="24"/>
                    <a:pt x="4150" y="0"/>
                    <a:pt x="4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6" name="Google Shape;4786;p58"/>
          <p:cNvGrpSpPr/>
          <p:nvPr/>
        </p:nvGrpSpPr>
        <p:grpSpPr>
          <a:xfrm>
            <a:off x="8121986" y="1484980"/>
            <a:ext cx="223981" cy="398501"/>
            <a:chOff x="8121986" y="1720205"/>
            <a:chExt cx="223981" cy="398501"/>
          </a:xfrm>
        </p:grpSpPr>
        <p:sp>
          <p:nvSpPr>
            <p:cNvPr id="4787" name="Google Shape;4787;p58"/>
            <p:cNvSpPr/>
            <p:nvPr/>
          </p:nvSpPr>
          <p:spPr>
            <a:xfrm>
              <a:off x="8121986" y="1720205"/>
              <a:ext cx="223981" cy="398501"/>
            </a:xfrm>
            <a:custGeom>
              <a:avLst/>
              <a:gdLst/>
              <a:ahLst/>
              <a:cxnLst/>
              <a:rect l="l" t="t" r="r" b="b"/>
              <a:pathLst>
                <a:path w="6693" h="11908" extrusionOk="0">
                  <a:moveTo>
                    <a:pt x="5954" y="334"/>
                  </a:moveTo>
                  <a:cubicBezTo>
                    <a:pt x="6144" y="334"/>
                    <a:pt x="6335" y="500"/>
                    <a:pt x="6335" y="715"/>
                  </a:cubicBezTo>
                  <a:lnTo>
                    <a:pt x="6335" y="11145"/>
                  </a:lnTo>
                  <a:cubicBezTo>
                    <a:pt x="6335" y="11336"/>
                    <a:pt x="6144" y="11526"/>
                    <a:pt x="5954" y="11526"/>
                  </a:cubicBezTo>
                  <a:lnTo>
                    <a:pt x="738" y="11526"/>
                  </a:lnTo>
                  <a:cubicBezTo>
                    <a:pt x="524" y="11526"/>
                    <a:pt x="357" y="11336"/>
                    <a:pt x="357" y="11145"/>
                  </a:cubicBezTo>
                  <a:lnTo>
                    <a:pt x="357" y="715"/>
                  </a:lnTo>
                  <a:cubicBezTo>
                    <a:pt x="357" y="500"/>
                    <a:pt x="524" y="334"/>
                    <a:pt x="738" y="334"/>
                  </a:cubicBezTo>
                  <a:close/>
                  <a:moveTo>
                    <a:pt x="738" y="0"/>
                  </a:moveTo>
                  <a:cubicBezTo>
                    <a:pt x="310" y="0"/>
                    <a:pt x="0" y="334"/>
                    <a:pt x="0" y="739"/>
                  </a:cubicBezTo>
                  <a:lnTo>
                    <a:pt x="0" y="11169"/>
                  </a:lnTo>
                  <a:cubicBezTo>
                    <a:pt x="0" y="11574"/>
                    <a:pt x="310" y="11907"/>
                    <a:pt x="738" y="11907"/>
                  </a:cubicBezTo>
                  <a:lnTo>
                    <a:pt x="5954" y="11907"/>
                  </a:lnTo>
                  <a:cubicBezTo>
                    <a:pt x="6359" y="11907"/>
                    <a:pt x="6692" y="11574"/>
                    <a:pt x="6692" y="11169"/>
                  </a:cubicBezTo>
                  <a:lnTo>
                    <a:pt x="6692" y="739"/>
                  </a:lnTo>
                  <a:cubicBezTo>
                    <a:pt x="6668" y="334"/>
                    <a:pt x="6335" y="0"/>
                    <a:pt x="59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8"/>
            <p:cNvSpPr/>
            <p:nvPr/>
          </p:nvSpPr>
          <p:spPr>
            <a:xfrm>
              <a:off x="8146682" y="2055721"/>
              <a:ext cx="172981" cy="11980"/>
            </a:xfrm>
            <a:custGeom>
              <a:avLst/>
              <a:gdLst/>
              <a:ahLst/>
              <a:cxnLst/>
              <a:rect l="l" t="t" r="r" b="b"/>
              <a:pathLst>
                <a:path w="5169" h="358" extrusionOk="0">
                  <a:moveTo>
                    <a:pt x="167" y="0"/>
                  </a:moveTo>
                  <a:cubicBezTo>
                    <a:pt x="96" y="0"/>
                    <a:pt x="0" y="95"/>
                    <a:pt x="0" y="191"/>
                  </a:cubicBezTo>
                  <a:cubicBezTo>
                    <a:pt x="0" y="286"/>
                    <a:pt x="72" y="357"/>
                    <a:pt x="167" y="357"/>
                  </a:cubicBezTo>
                  <a:lnTo>
                    <a:pt x="5002" y="357"/>
                  </a:lnTo>
                  <a:cubicBezTo>
                    <a:pt x="5073" y="357"/>
                    <a:pt x="5168" y="262"/>
                    <a:pt x="5168" y="191"/>
                  </a:cubicBezTo>
                  <a:cubicBezTo>
                    <a:pt x="5168" y="95"/>
                    <a:pt x="5121" y="0"/>
                    <a:pt x="50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8"/>
            <p:cNvSpPr/>
            <p:nvPr/>
          </p:nvSpPr>
          <p:spPr>
            <a:xfrm>
              <a:off x="8220806" y="2081221"/>
              <a:ext cx="24731" cy="11177"/>
            </a:xfrm>
            <a:custGeom>
              <a:avLst/>
              <a:gdLst/>
              <a:ahLst/>
              <a:cxnLst/>
              <a:rect l="l" t="t" r="r" b="b"/>
              <a:pathLst>
                <a:path w="739" h="334" extrusionOk="0">
                  <a:moveTo>
                    <a:pt x="191" y="0"/>
                  </a:moveTo>
                  <a:cubicBezTo>
                    <a:pt x="95" y="0"/>
                    <a:pt x="0" y="72"/>
                    <a:pt x="0" y="167"/>
                  </a:cubicBezTo>
                  <a:cubicBezTo>
                    <a:pt x="0" y="262"/>
                    <a:pt x="95" y="334"/>
                    <a:pt x="191" y="334"/>
                  </a:cubicBezTo>
                  <a:lnTo>
                    <a:pt x="548" y="334"/>
                  </a:lnTo>
                  <a:cubicBezTo>
                    <a:pt x="643" y="334"/>
                    <a:pt x="738" y="262"/>
                    <a:pt x="738" y="167"/>
                  </a:cubicBezTo>
                  <a:cubicBezTo>
                    <a:pt x="738" y="72"/>
                    <a:pt x="667"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8"/>
            <p:cNvSpPr/>
            <p:nvPr/>
          </p:nvSpPr>
          <p:spPr>
            <a:xfrm>
              <a:off x="8165021" y="1812634"/>
              <a:ext cx="136303" cy="180945"/>
            </a:xfrm>
            <a:custGeom>
              <a:avLst/>
              <a:gdLst/>
              <a:ahLst/>
              <a:cxnLst/>
              <a:rect l="l" t="t" r="r" b="b"/>
              <a:pathLst>
                <a:path w="4073" h="5407" extrusionOk="0">
                  <a:moveTo>
                    <a:pt x="2048" y="358"/>
                  </a:moveTo>
                  <a:cubicBezTo>
                    <a:pt x="2239" y="358"/>
                    <a:pt x="2429" y="549"/>
                    <a:pt x="2429" y="763"/>
                  </a:cubicBezTo>
                  <a:lnTo>
                    <a:pt x="2429" y="953"/>
                  </a:lnTo>
                  <a:lnTo>
                    <a:pt x="1643" y="953"/>
                  </a:lnTo>
                  <a:lnTo>
                    <a:pt x="1643" y="763"/>
                  </a:lnTo>
                  <a:cubicBezTo>
                    <a:pt x="1643" y="549"/>
                    <a:pt x="1834" y="358"/>
                    <a:pt x="2048" y="358"/>
                  </a:cubicBezTo>
                  <a:close/>
                  <a:moveTo>
                    <a:pt x="3382" y="1311"/>
                  </a:moveTo>
                  <a:lnTo>
                    <a:pt x="3715" y="5049"/>
                  </a:lnTo>
                  <a:lnTo>
                    <a:pt x="357" y="5049"/>
                  </a:lnTo>
                  <a:lnTo>
                    <a:pt x="691" y="1311"/>
                  </a:lnTo>
                  <a:lnTo>
                    <a:pt x="1286" y="1311"/>
                  </a:lnTo>
                  <a:lnTo>
                    <a:pt x="1286" y="1715"/>
                  </a:lnTo>
                  <a:cubicBezTo>
                    <a:pt x="1286" y="1787"/>
                    <a:pt x="1381" y="1882"/>
                    <a:pt x="1477" y="1882"/>
                  </a:cubicBezTo>
                  <a:cubicBezTo>
                    <a:pt x="1548" y="1882"/>
                    <a:pt x="1643" y="1787"/>
                    <a:pt x="1643" y="1715"/>
                  </a:cubicBezTo>
                  <a:lnTo>
                    <a:pt x="1643" y="1311"/>
                  </a:lnTo>
                  <a:lnTo>
                    <a:pt x="2429" y="1311"/>
                  </a:lnTo>
                  <a:lnTo>
                    <a:pt x="2429" y="1715"/>
                  </a:lnTo>
                  <a:cubicBezTo>
                    <a:pt x="2429" y="1787"/>
                    <a:pt x="2525" y="1882"/>
                    <a:pt x="2596" y="1882"/>
                  </a:cubicBezTo>
                  <a:cubicBezTo>
                    <a:pt x="2691" y="1882"/>
                    <a:pt x="2787" y="1787"/>
                    <a:pt x="2787" y="1715"/>
                  </a:cubicBezTo>
                  <a:lnTo>
                    <a:pt x="2787" y="1311"/>
                  </a:lnTo>
                  <a:close/>
                  <a:moveTo>
                    <a:pt x="2048" y="1"/>
                  </a:moveTo>
                  <a:cubicBezTo>
                    <a:pt x="1620" y="1"/>
                    <a:pt x="1286" y="334"/>
                    <a:pt x="1286" y="763"/>
                  </a:cubicBezTo>
                  <a:lnTo>
                    <a:pt x="1286" y="953"/>
                  </a:lnTo>
                  <a:lnTo>
                    <a:pt x="691" y="953"/>
                  </a:lnTo>
                  <a:cubicBezTo>
                    <a:pt x="524" y="953"/>
                    <a:pt x="357" y="1120"/>
                    <a:pt x="334" y="1287"/>
                  </a:cubicBezTo>
                  <a:lnTo>
                    <a:pt x="0" y="5002"/>
                  </a:lnTo>
                  <a:cubicBezTo>
                    <a:pt x="0" y="5097"/>
                    <a:pt x="48" y="5216"/>
                    <a:pt x="95" y="5288"/>
                  </a:cubicBezTo>
                  <a:cubicBezTo>
                    <a:pt x="167" y="5359"/>
                    <a:pt x="286" y="5407"/>
                    <a:pt x="357" y="5407"/>
                  </a:cubicBezTo>
                  <a:lnTo>
                    <a:pt x="3668" y="5407"/>
                  </a:lnTo>
                  <a:cubicBezTo>
                    <a:pt x="3763" y="5407"/>
                    <a:pt x="3882" y="5359"/>
                    <a:pt x="3930" y="5288"/>
                  </a:cubicBezTo>
                  <a:cubicBezTo>
                    <a:pt x="4025" y="5216"/>
                    <a:pt x="4073" y="5097"/>
                    <a:pt x="4073" y="5002"/>
                  </a:cubicBezTo>
                  <a:lnTo>
                    <a:pt x="3739" y="1287"/>
                  </a:lnTo>
                  <a:cubicBezTo>
                    <a:pt x="3715" y="1120"/>
                    <a:pt x="3549" y="953"/>
                    <a:pt x="3382" y="953"/>
                  </a:cubicBezTo>
                  <a:lnTo>
                    <a:pt x="2787" y="953"/>
                  </a:lnTo>
                  <a:lnTo>
                    <a:pt x="2787" y="763"/>
                  </a:lnTo>
                  <a:cubicBezTo>
                    <a:pt x="2787" y="334"/>
                    <a:pt x="2453" y="1"/>
                    <a:pt x="2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1" name="Google Shape;4791;p58"/>
          <p:cNvSpPr/>
          <p:nvPr/>
        </p:nvSpPr>
        <p:spPr>
          <a:xfrm>
            <a:off x="6716166" y="2132618"/>
            <a:ext cx="323607" cy="303026"/>
          </a:xfrm>
          <a:custGeom>
            <a:avLst/>
            <a:gdLst/>
            <a:ahLst/>
            <a:cxnLst/>
            <a:rect l="l" t="t" r="r" b="b"/>
            <a:pathLst>
              <a:path w="9670" h="9055" extrusionOk="0">
                <a:moveTo>
                  <a:pt x="2073" y="267"/>
                </a:moveTo>
                <a:cubicBezTo>
                  <a:pt x="2192" y="314"/>
                  <a:pt x="2263" y="362"/>
                  <a:pt x="2335" y="457"/>
                </a:cubicBezTo>
                <a:lnTo>
                  <a:pt x="3621" y="2696"/>
                </a:lnTo>
                <a:cubicBezTo>
                  <a:pt x="3692" y="2839"/>
                  <a:pt x="3668" y="3005"/>
                  <a:pt x="3549" y="3124"/>
                </a:cubicBezTo>
                <a:lnTo>
                  <a:pt x="3335" y="3339"/>
                </a:lnTo>
                <a:lnTo>
                  <a:pt x="2216" y="1386"/>
                </a:lnTo>
                <a:cubicBezTo>
                  <a:pt x="2168" y="1322"/>
                  <a:pt x="2120" y="1291"/>
                  <a:pt x="2066" y="1291"/>
                </a:cubicBezTo>
                <a:cubicBezTo>
                  <a:pt x="2038" y="1291"/>
                  <a:pt x="2009" y="1299"/>
                  <a:pt x="1977" y="1314"/>
                </a:cubicBezTo>
                <a:cubicBezTo>
                  <a:pt x="1882" y="1386"/>
                  <a:pt x="1858" y="1457"/>
                  <a:pt x="1906" y="1553"/>
                </a:cubicBezTo>
                <a:lnTo>
                  <a:pt x="3097" y="3601"/>
                </a:lnTo>
                <a:lnTo>
                  <a:pt x="2978" y="3720"/>
                </a:lnTo>
                <a:cubicBezTo>
                  <a:pt x="2740" y="3958"/>
                  <a:pt x="2716" y="4363"/>
                  <a:pt x="2930" y="4625"/>
                </a:cubicBezTo>
                <a:cubicBezTo>
                  <a:pt x="3192" y="4982"/>
                  <a:pt x="3525" y="5315"/>
                  <a:pt x="3859" y="5625"/>
                </a:cubicBezTo>
                <a:cubicBezTo>
                  <a:pt x="4168" y="5958"/>
                  <a:pt x="4526" y="6268"/>
                  <a:pt x="4859" y="6554"/>
                </a:cubicBezTo>
                <a:cubicBezTo>
                  <a:pt x="4980" y="6652"/>
                  <a:pt x="5131" y="6701"/>
                  <a:pt x="5282" y="6701"/>
                </a:cubicBezTo>
                <a:cubicBezTo>
                  <a:pt x="5459" y="6701"/>
                  <a:pt x="5636" y="6634"/>
                  <a:pt x="5764" y="6506"/>
                </a:cubicBezTo>
                <a:lnTo>
                  <a:pt x="5859" y="6411"/>
                </a:lnTo>
                <a:lnTo>
                  <a:pt x="6264" y="6649"/>
                </a:lnTo>
                <a:cubicBezTo>
                  <a:pt x="6288" y="6673"/>
                  <a:pt x="6312" y="6673"/>
                  <a:pt x="6359" y="6673"/>
                </a:cubicBezTo>
                <a:cubicBezTo>
                  <a:pt x="6407" y="6673"/>
                  <a:pt x="6478" y="6649"/>
                  <a:pt x="6502" y="6577"/>
                </a:cubicBezTo>
                <a:cubicBezTo>
                  <a:pt x="6574" y="6506"/>
                  <a:pt x="6526" y="6411"/>
                  <a:pt x="6455" y="6339"/>
                </a:cubicBezTo>
                <a:lnTo>
                  <a:pt x="6097" y="6149"/>
                </a:lnTo>
                <a:lnTo>
                  <a:pt x="6336" y="5911"/>
                </a:lnTo>
                <a:cubicBezTo>
                  <a:pt x="6411" y="5835"/>
                  <a:pt x="6505" y="5788"/>
                  <a:pt x="6601" y="5788"/>
                </a:cubicBezTo>
                <a:cubicBezTo>
                  <a:pt x="6656" y="5788"/>
                  <a:pt x="6712" y="5804"/>
                  <a:pt x="6764" y="5839"/>
                </a:cubicBezTo>
                <a:lnTo>
                  <a:pt x="9003" y="7125"/>
                </a:lnTo>
                <a:cubicBezTo>
                  <a:pt x="9098" y="7173"/>
                  <a:pt x="9193" y="7268"/>
                  <a:pt x="9193" y="7387"/>
                </a:cubicBezTo>
                <a:cubicBezTo>
                  <a:pt x="9312" y="7578"/>
                  <a:pt x="9265" y="7697"/>
                  <a:pt x="9193" y="7768"/>
                </a:cubicBezTo>
                <a:lnTo>
                  <a:pt x="9098" y="7863"/>
                </a:lnTo>
                <a:lnTo>
                  <a:pt x="7193" y="6768"/>
                </a:lnTo>
                <a:cubicBezTo>
                  <a:pt x="7160" y="6743"/>
                  <a:pt x="7126" y="6733"/>
                  <a:pt x="7095" y="6733"/>
                </a:cubicBezTo>
                <a:cubicBezTo>
                  <a:pt x="7037" y="6733"/>
                  <a:pt x="6986" y="6769"/>
                  <a:pt x="6955" y="6816"/>
                </a:cubicBezTo>
                <a:cubicBezTo>
                  <a:pt x="6883" y="6911"/>
                  <a:pt x="6907" y="7006"/>
                  <a:pt x="7002" y="7054"/>
                </a:cubicBezTo>
                <a:lnTo>
                  <a:pt x="8812" y="8102"/>
                </a:lnTo>
                <a:lnTo>
                  <a:pt x="8503" y="8435"/>
                </a:lnTo>
                <a:cubicBezTo>
                  <a:pt x="8335" y="8602"/>
                  <a:pt x="8079" y="8686"/>
                  <a:pt x="7760" y="8686"/>
                </a:cubicBezTo>
                <a:cubicBezTo>
                  <a:pt x="7400" y="8686"/>
                  <a:pt x="6959" y="8579"/>
                  <a:pt x="6478" y="8363"/>
                </a:cubicBezTo>
                <a:cubicBezTo>
                  <a:pt x="5478" y="7959"/>
                  <a:pt x="4383" y="7173"/>
                  <a:pt x="3383" y="6173"/>
                </a:cubicBezTo>
                <a:cubicBezTo>
                  <a:pt x="2359" y="5149"/>
                  <a:pt x="1596" y="4077"/>
                  <a:pt x="1168" y="3077"/>
                </a:cubicBezTo>
                <a:cubicBezTo>
                  <a:pt x="787" y="2148"/>
                  <a:pt x="763" y="1410"/>
                  <a:pt x="1120" y="1052"/>
                </a:cubicBezTo>
                <a:lnTo>
                  <a:pt x="1430" y="719"/>
                </a:lnTo>
                <a:lnTo>
                  <a:pt x="1549" y="933"/>
                </a:lnTo>
                <a:cubicBezTo>
                  <a:pt x="1596" y="981"/>
                  <a:pt x="1644" y="1029"/>
                  <a:pt x="1716" y="1029"/>
                </a:cubicBezTo>
                <a:cubicBezTo>
                  <a:pt x="1739" y="1029"/>
                  <a:pt x="1763" y="1029"/>
                  <a:pt x="1787" y="981"/>
                </a:cubicBezTo>
                <a:cubicBezTo>
                  <a:pt x="1882" y="933"/>
                  <a:pt x="1906" y="838"/>
                  <a:pt x="1858" y="743"/>
                </a:cubicBezTo>
                <a:lnTo>
                  <a:pt x="1668" y="457"/>
                </a:lnTo>
                <a:lnTo>
                  <a:pt x="1739" y="386"/>
                </a:lnTo>
                <a:cubicBezTo>
                  <a:pt x="1787" y="338"/>
                  <a:pt x="1906" y="267"/>
                  <a:pt x="2001" y="267"/>
                </a:cubicBezTo>
                <a:close/>
                <a:moveTo>
                  <a:pt x="2143" y="1"/>
                </a:moveTo>
                <a:cubicBezTo>
                  <a:pt x="1934" y="1"/>
                  <a:pt x="1748" y="91"/>
                  <a:pt x="1620" y="219"/>
                </a:cubicBezTo>
                <a:lnTo>
                  <a:pt x="953" y="862"/>
                </a:lnTo>
                <a:cubicBezTo>
                  <a:pt x="1" y="1815"/>
                  <a:pt x="1001" y="4291"/>
                  <a:pt x="3192" y="6458"/>
                </a:cubicBezTo>
                <a:cubicBezTo>
                  <a:pt x="4835" y="8102"/>
                  <a:pt x="6621" y="9054"/>
                  <a:pt x="7812" y="9054"/>
                </a:cubicBezTo>
                <a:cubicBezTo>
                  <a:pt x="8241" y="9054"/>
                  <a:pt x="8550" y="8935"/>
                  <a:pt x="8836" y="8697"/>
                </a:cubicBezTo>
                <a:lnTo>
                  <a:pt x="9479" y="8054"/>
                </a:lnTo>
                <a:cubicBezTo>
                  <a:pt x="9598" y="7863"/>
                  <a:pt x="9670" y="7625"/>
                  <a:pt x="9622" y="7411"/>
                </a:cubicBezTo>
                <a:cubicBezTo>
                  <a:pt x="9598" y="7173"/>
                  <a:pt x="9479" y="7006"/>
                  <a:pt x="9265" y="6887"/>
                </a:cubicBezTo>
                <a:lnTo>
                  <a:pt x="7050" y="5601"/>
                </a:lnTo>
                <a:cubicBezTo>
                  <a:pt x="6925" y="5543"/>
                  <a:pt x="6791" y="5513"/>
                  <a:pt x="6663" y="5513"/>
                </a:cubicBezTo>
                <a:cubicBezTo>
                  <a:pt x="6474" y="5513"/>
                  <a:pt x="6296" y="5578"/>
                  <a:pt x="6169" y="5720"/>
                </a:cubicBezTo>
                <a:lnTo>
                  <a:pt x="5621" y="6292"/>
                </a:lnTo>
                <a:cubicBezTo>
                  <a:pt x="5558" y="6354"/>
                  <a:pt x="5475" y="6384"/>
                  <a:pt x="5394" y="6384"/>
                </a:cubicBezTo>
                <a:cubicBezTo>
                  <a:pt x="5321" y="6384"/>
                  <a:pt x="5249" y="6360"/>
                  <a:pt x="5192" y="6315"/>
                </a:cubicBezTo>
                <a:cubicBezTo>
                  <a:pt x="4859" y="6053"/>
                  <a:pt x="4502" y="5744"/>
                  <a:pt x="4216" y="5434"/>
                </a:cubicBezTo>
                <a:cubicBezTo>
                  <a:pt x="3883" y="5101"/>
                  <a:pt x="3597" y="4768"/>
                  <a:pt x="3311" y="4434"/>
                </a:cubicBezTo>
                <a:cubicBezTo>
                  <a:pt x="3216" y="4315"/>
                  <a:pt x="3216" y="4148"/>
                  <a:pt x="3335" y="4029"/>
                </a:cubicBezTo>
                <a:lnTo>
                  <a:pt x="3906" y="3458"/>
                </a:lnTo>
                <a:cubicBezTo>
                  <a:pt x="4145" y="3220"/>
                  <a:pt x="4192" y="2862"/>
                  <a:pt x="4026" y="2600"/>
                </a:cubicBezTo>
                <a:lnTo>
                  <a:pt x="2740" y="362"/>
                </a:lnTo>
                <a:cubicBezTo>
                  <a:pt x="2620" y="148"/>
                  <a:pt x="2454" y="28"/>
                  <a:pt x="2216" y="5"/>
                </a:cubicBezTo>
                <a:cubicBezTo>
                  <a:pt x="2191" y="2"/>
                  <a:pt x="2167" y="1"/>
                  <a:pt x="2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92" name="Google Shape;4792;p58"/>
          <p:cNvGrpSpPr/>
          <p:nvPr/>
        </p:nvGrpSpPr>
        <p:grpSpPr>
          <a:xfrm>
            <a:off x="8132316" y="150786"/>
            <a:ext cx="593164" cy="1161172"/>
            <a:chOff x="4921825" y="870250"/>
            <a:chExt cx="407925" cy="798550"/>
          </a:xfrm>
        </p:grpSpPr>
        <p:sp>
          <p:nvSpPr>
            <p:cNvPr id="4793" name="Google Shape;4793;p58"/>
            <p:cNvSpPr/>
            <p:nvPr/>
          </p:nvSpPr>
          <p:spPr>
            <a:xfrm>
              <a:off x="4921825" y="1092675"/>
              <a:ext cx="21950" cy="27125"/>
            </a:xfrm>
            <a:custGeom>
              <a:avLst/>
              <a:gdLst/>
              <a:ahLst/>
              <a:cxnLst/>
              <a:rect l="l" t="t" r="r" b="b"/>
              <a:pathLst>
                <a:path w="878" h="1085" extrusionOk="0">
                  <a:moveTo>
                    <a:pt x="624" y="0"/>
                  </a:moveTo>
                  <a:cubicBezTo>
                    <a:pt x="569" y="0"/>
                    <a:pt x="509" y="18"/>
                    <a:pt x="452" y="54"/>
                  </a:cubicBezTo>
                  <a:cubicBezTo>
                    <a:pt x="201" y="179"/>
                    <a:pt x="0" y="530"/>
                    <a:pt x="0" y="781"/>
                  </a:cubicBezTo>
                  <a:cubicBezTo>
                    <a:pt x="0" y="977"/>
                    <a:pt x="115" y="1085"/>
                    <a:pt x="263" y="1085"/>
                  </a:cubicBezTo>
                  <a:cubicBezTo>
                    <a:pt x="322" y="1085"/>
                    <a:pt x="387" y="1067"/>
                    <a:pt x="452" y="1031"/>
                  </a:cubicBezTo>
                  <a:cubicBezTo>
                    <a:pt x="702" y="906"/>
                    <a:pt x="878" y="580"/>
                    <a:pt x="878" y="304"/>
                  </a:cubicBezTo>
                  <a:cubicBezTo>
                    <a:pt x="878"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8"/>
            <p:cNvSpPr/>
            <p:nvPr/>
          </p:nvSpPr>
          <p:spPr>
            <a:xfrm>
              <a:off x="5018325" y="1037425"/>
              <a:ext cx="21950" cy="26725"/>
            </a:xfrm>
            <a:custGeom>
              <a:avLst/>
              <a:gdLst/>
              <a:ahLst/>
              <a:cxnLst/>
              <a:rect l="l" t="t" r="r" b="b"/>
              <a:pathLst>
                <a:path w="878" h="1069" extrusionOk="0">
                  <a:moveTo>
                    <a:pt x="627" y="0"/>
                  </a:moveTo>
                  <a:cubicBezTo>
                    <a:pt x="564" y="0"/>
                    <a:pt x="495" y="20"/>
                    <a:pt x="426" y="58"/>
                  </a:cubicBezTo>
                  <a:cubicBezTo>
                    <a:pt x="175" y="209"/>
                    <a:pt x="0" y="509"/>
                    <a:pt x="0" y="760"/>
                  </a:cubicBezTo>
                  <a:cubicBezTo>
                    <a:pt x="0" y="969"/>
                    <a:pt x="96" y="1069"/>
                    <a:pt x="231" y="1069"/>
                  </a:cubicBezTo>
                  <a:cubicBezTo>
                    <a:pt x="290" y="1069"/>
                    <a:pt x="357" y="1049"/>
                    <a:pt x="426" y="1011"/>
                  </a:cubicBezTo>
                  <a:cubicBezTo>
                    <a:pt x="677" y="885"/>
                    <a:pt x="877" y="585"/>
                    <a:pt x="877" y="309"/>
                  </a:cubicBezTo>
                  <a:cubicBezTo>
                    <a:pt x="877" y="100"/>
                    <a:pt x="769"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8"/>
            <p:cNvSpPr/>
            <p:nvPr/>
          </p:nvSpPr>
          <p:spPr>
            <a:xfrm>
              <a:off x="5114800" y="981775"/>
              <a:ext cx="21325" cy="26900"/>
            </a:xfrm>
            <a:custGeom>
              <a:avLst/>
              <a:gdLst/>
              <a:ahLst/>
              <a:cxnLst/>
              <a:rect l="l" t="t" r="r" b="b"/>
              <a:pathLst>
                <a:path w="853" h="1076" extrusionOk="0">
                  <a:moveTo>
                    <a:pt x="611" y="0"/>
                  </a:moveTo>
                  <a:cubicBezTo>
                    <a:pt x="554" y="0"/>
                    <a:pt x="491" y="18"/>
                    <a:pt x="427" y="54"/>
                  </a:cubicBezTo>
                  <a:cubicBezTo>
                    <a:pt x="176" y="204"/>
                    <a:pt x="1" y="530"/>
                    <a:pt x="1" y="780"/>
                  </a:cubicBezTo>
                  <a:cubicBezTo>
                    <a:pt x="1" y="969"/>
                    <a:pt x="95" y="1076"/>
                    <a:pt x="227" y="1076"/>
                  </a:cubicBezTo>
                  <a:cubicBezTo>
                    <a:pt x="287" y="1076"/>
                    <a:pt x="356" y="1053"/>
                    <a:pt x="427" y="1006"/>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8"/>
            <p:cNvSpPr/>
            <p:nvPr/>
          </p:nvSpPr>
          <p:spPr>
            <a:xfrm>
              <a:off x="5210050" y="926000"/>
              <a:ext cx="21950" cy="27125"/>
            </a:xfrm>
            <a:custGeom>
              <a:avLst/>
              <a:gdLst/>
              <a:ahLst/>
              <a:cxnLst/>
              <a:rect l="l" t="t" r="r" b="b"/>
              <a:pathLst>
                <a:path w="878" h="1085" extrusionOk="0">
                  <a:moveTo>
                    <a:pt x="624" y="1"/>
                  </a:moveTo>
                  <a:cubicBezTo>
                    <a:pt x="568" y="1"/>
                    <a:pt x="509" y="18"/>
                    <a:pt x="451" y="54"/>
                  </a:cubicBezTo>
                  <a:cubicBezTo>
                    <a:pt x="226" y="204"/>
                    <a:pt x="0" y="505"/>
                    <a:pt x="0" y="781"/>
                  </a:cubicBezTo>
                  <a:cubicBezTo>
                    <a:pt x="0" y="977"/>
                    <a:pt x="115" y="1085"/>
                    <a:pt x="263" y="1085"/>
                  </a:cubicBezTo>
                  <a:cubicBezTo>
                    <a:pt x="322" y="1085"/>
                    <a:pt x="387" y="1067"/>
                    <a:pt x="451" y="1032"/>
                  </a:cubicBezTo>
                  <a:cubicBezTo>
                    <a:pt x="677" y="906"/>
                    <a:pt x="877" y="580"/>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8"/>
            <p:cNvSpPr/>
            <p:nvPr/>
          </p:nvSpPr>
          <p:spPr>
            <a:xfrm>
              <a:off x="5306525" y="870250"/>
              <a:ext cx="21975" cy="27125"/>
            </a:xfrm>
            <a:custGeom>
              <a:avLst/>
              <a:gdLst/>
              <a:ahLst/>
              <a:cxnLst/>
              <a:rect l="l" t="t" r="r" b="b"/>
              <a:pathLst>
                <a:path w="879" h="1085" extrusionOk="0">
                  <a:moveTo>
                    <a:pt x="616" y="0"/>
                  </a:moveTo>
                  <a:cubicBezTo>
                    <a:pt x="556" y="0"/>
                    <a:pt x="492" y="18"/>
                    <a:pt x="427" y="53"/>
                  </a:cubicBezTo>
                  <a:cubicBezTo>
                    <a:pt x="226" y="229"/>
                    <a:pt x="1" y="505"/>
                    <a:pt x="1" y="780"/>
                  </a:cubicBezTo>
                  <a:cubicBezTo>
                    <a:pt x="1" y="977"/>
                    <a:pt x="103" y="1084"/>
                    <a:pt x="243" y="1084"/>
                  </a:cubicBezTo>
                  <a:cubicBezTo>
                    <a:pt x="300" y="1084"/>
                    <a:pt x="362" y="1067"/>
                    <a:pt x="427" y="1031"/>
                  </a:cubicBezTo>
                  <a:cubicBezTo>
                    <a:pt x="678" y="906"/>
                    <a:pt x="878" y="605"/>
                    <a:pt x="878" y="304"/>
                  </a:cubicBezTo>
                  <a:cubicBezTo>
                    <a:pt x="878" y="108"/>
                    <a:pt x="763" y="0"/>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8"/>
            <p:cNvSpPr/>
            <p:nvPr/>
          </p:nvSpPr>
          <p:spPr>
            <a:xfrm>
              <a:off x="4921825" y="1203450"/>
              <a:ext cx="21950" cy="26750"/>
            </a:xfrm>
            <a:custGeom>
              <a:avLst/>
              <a:gdLst/>
              <a:ahLst/>
              <a:cxnLst/>
              <a:rect l="l" t="t" r="r" b="b"/>
              <a:pathLst>
                <a:path w="878" h="1070" extrusionOk="0">
                  <a:moveTo>
                    <a:pt x="636" y="1"/>
                  </a:moveTo>
                  <a:cubicBezTo>
                    <a:pt x="577" y="1"/>
                    <a:pt x="513" y="20"/>
                    <a:pt x="452" y="59"/>
                  </a:cubicBezTo>
                  <a:cubicBezTo>
                    <a:pt x="226" y="209"/>
                    <a:pt x="25" y="510"/>
                    <a:pt x="0" y="761"/>
                  </a:cubicBezTo>
                  <a:cubicBezTo>
                    <a:pt x="0" y="969"/>
                    <a:pt x="109" y="1069"/>
                    <a:pt x="251" y="1069"/>
                  </a:cubicBezTo>
                  <a:cubicBezTo>
                    <a:pt x="313" y="1069"/>
                    <a:pt x="382" y="1050"/>
                    <a:pt x="452" y="1011"/>
                  </a:cubicBezTo>
                  <a:cubicBezTo>
                    <a:pt x="702" y="886"/>
                    <a:pt x="878" y="585"/>
                    <a:pt x="878" y="310"/>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8"/>
            <p:cNvSpPr/>
            <p:nvPr/>
          </p:nvSpPr>
          <p:spPr>
            <a:xfrm>
              <a:off x="4922450" y="1313850"/>
              <a:ext cx="21950" cy="27125"/>
            </a:xfrm>
            <a:custGeom>
              <a:avLst/>
              <a:gdLst/>
              <a:ahLst/>
              <a:cxnLst/>
              <a:rect l="l" t="t" r="r" b="b"/>
              <a:pathLst>
                <a:path w="878" h="1085" extrusionOk="0">
                  <a:moveTo>
                    <a:pt x="635" y="1"/>
                  </a:moveTo>
                  <a:cubicBezTo>
                    <a:pt x="579" y="1"/>
                    <a:pt x="516" y="18"/>
                    <a:pt x="452" y="54"/>
                  </a:cubicBezTo>
                  <a:cubicBezTo>
                    <a:pt x="201" y="204"/>
                    <a:pt x="0" y="530"/>
                    <a:pt x="0" y="781"/>
                  </a:cubicBezTo>
                  <a:cubicBezTo>
                    <a:pt x="0" y="977"/>
                    <a:pt x="102" y="1085"/>
                    <a:pt x="252" y="1085"/>
                  </a:cubicBezTo>
                  <a:cubicBezTo>
                    <a:pt x="312" y="1085"/>
                    <a:pt x="380" y="1067"/>
                    <a:pt x="452" y="1031"/>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8"/>
            <p:cNvSpPr/>
            <p:nvPr/>
          </p:nvSpPr>
          <p:spPr>
            <a:xfrm>
              <a:off x="4922450" y="1424750"/>
              <a:ext cx="21950" cy="27125"/>
            </a:xfrm>
            <a:custGeom>
              <a:avLst/>
              <a:gdLst/>
              <a:ahLst/>
              <a:cxnLst/>
              <a:rect l="l" t="t" r="r" b="b"/>
              <a:pathLst>
                <a:path w="878" h="1085" extrusionOk="0">
                  <a:moveTo>
                    <a:pt x="635" y="1"/>
                  </a:moveTo>
                  <a:cubicBezTo>
                    <a:pt x="579" y="1"/>
                    <a:pt x="516" y="18"/>
                    <a:pt x="452" y="54"/>
                  </a:cubicBezTo>
                  <a:cubicBezTo>
                    <a:pt x="226" y="179"/>
                    <a:pt x="51" y="505"/>
                    <a:pt x="0" y="781"/>
                  </a:cubicBezTo>
                  <a:cubicBezTo>
                    <a:pt x="0" y="977"/>
                    <a:pt x="115" y="1085"/>
                    <a:pt x="263" y="1085"/>
                  </a:cubicBezTo>
                  <a:cubicBezTo>
                    <a:pt x="322" y="1085"/>
                    <a:pt x="387" y="1067"/>
                    <a:pt x="452" y="1032"/>
                  </a:cubicBezTo>
                  <a:cubicBezTo>
                    <a:pt x="702" y="906"/>
                    <a:pt x="878" y="605"/>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8"/>
            <p:cNvSpPr/>
            <p:nvPr/>
          </p:nvSpPr>
          <p:spPr>
            <a:xfrm>
              <a:off x="4923700" y="1535550"/>
              <a:ext cx="21325" cy="26725"/>
            </a:xfrm>
            <a:custGeom>
              <a:avLst/>
              <a:gdLst/>
              <a:ahLst/>
              <a:cxnLst/>
              <a:rect l="l" t="t" r="r" b="b"/>
              <a:pathLst>
                <a:path w="853" h="1069" extrusionOk="0">
                  <a:moveTo>
                    <a:pt x="622" y="0"/>
                  </a:moveTo>
                  <a:cubicBezTo>
                    <a:pt x="563" y="0"/>
                    <a:pt x="496" y="20"/>
                    <a:pt x="427" y="58"/>
                  </a:cubicBezTo>
                  <a:cubicBezTo>
                    <a:pt x="176" y="183"/>
                    <a:pt x="1" y="484"/>
                    <a:pt x="1" y="760"/>
                  </a:cubicBezTo>
                  <a:cubicBezTo>
                    <a:pt x="1" y="968"/>
                    <a:pt x="97" y="1069"/>
                    <a:pt x="231" y="1069"/>
                  </a:cubicBezTo>
                  <a:cubicBezTo>
                    <a:pt x="291" y="1069"/>
                    <a:pt x="357" y="1049"/>
                    <a:pt x="427" y="1011"/>
                  </a:cubicBezTo>
                  <a:cubicBezTo>
                    <a:pt x="677" y="885"/>
                    <a:pt x="853" y="584"/>
                    <a:pt x="853" y="309"/>
                  </a:cubicBezTo>
                  <a:cubicBezTo>
                    <a:pt x="853" y="100"/>
                    <a:pt x="756"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8"/>
            <p:cNvSpPr/>
            <p:nvPr/>
          </p:nvSpPr>
          <p:spPr>
            <a:xfrm>
              <a:off x="5018325" y="1147800"/>
              <a:ext cx="21950" cy="27150"/>
            </a:xfrm>
            <a:custGeom>
              <a:avLst/>
              <a:gdLst/>
              <a:ahLst/>
              <a:cxnLst/>
              <a:rect l="l" t="t" r="r" b="b"/>
              <a:pathLst>
                <a:path w="878" h="1086" extrusionOk="0">
                  <a:moveTo>
                    <a:pt x="615" y="1"/>
                  </a:moveTo>
                  <a:cubicBezTo>
                    <a:pt x="556" y="1"/>
                    <a:pt x="491" y="18"/>
                    <a:pt x="426" y="54"/>
                  </a:cubicBezTo>
                  <a:cubicBezTo>
                    <a:pt x="201" y="205"/>
                    <a:pt x="0" y="480"/>
                    <a:pt x="0" y="781"/>
                  </a:cubicBezTo>
                  <a:cubicBezTo>
                    <a:pt x="0" y="978"/>
                    <a:pt x="102" y="1085"/>
                    <a:pt x="242" y="1085"/>
                  </a:cubicBezTo>
                  <a:cubicBezTo>
                    <a:pt x="299" y="1085"/>
                    <a:pt x="361"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8"/>
            <p:cNvSpPr/>
            <p:nvPr/>
          </p:nvSpPr>
          <p:spPr>
            <a:xfrm>
              <a:off x="5114800" y="1092050"/>
              <a:ext cx="21325" cy="27125"/>
            </a:xfrm>
            <a:custGeom>
              <a:avLst/>
              <a:gdLst/>
              <a:ahLst/>
              <a:cxnLst/>
              <a:rect l="l" t="t" r="r" b="b"/>
              <a:pathLst>
                <a:path w="853" h="1085" extrusionOk="0">
                  <a:moveTo>
                    <a:pt x="611" y="0"/>
                  </a:moveTo>
                  <a:cubicBezTo>
                    <a:pt x="554" y="0"/>
                    <a:pt x="491" y="18"/>
                    <a:pt x="427" y="54"/>
                  </a:cubicBezTo>
                  <a:cubicBezTo>
                    <a:pt x="201" y="204"/>
                    <a:pt x="1" y="530"/>
                    <a:pt x="1" y="781"/>
                  </a:cubicBezTo>
                  <a:cubicBezTo>
                    <a:pt x="1" y="977"/>
                    <a:pt x="103" y="1085"/>
                    <a:pt x="243" y="1085"/>
                  </a:cubicBezTo>
                  <a:cubicBezTo>
                    <a:pt x="299" y="1085"/>
                    <a:pt x="362"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8"/>
            <p:cNvSpPr/>
            <p:nvPr/>
          </p:nvSpPr>
          <p:spPr>
            <a:xfrm>
              <a:off x="5210675" y="1036275"/>
              <a:ext cx="21950" cy="27125"/>
            </a:xfrm>
            <a:custGeom>
              <a:avLst/>
              <a:gdLst/>
              <a:ahLst/>
              <a:cxnLst/>
              <a:rect l="l" t="t" r="r" b="b"/>
              <a:pathLst>
                <a:path w="878" h="1085" extrusionOk="0">
                  <a:moveTo>
                    <a:pt x="635" y="1"/>
                  </a:moveTo>
                  <a:cubicBezTo>
                    <a:pt x="579" y="1"/>
                    <a:pt x="516" y="18"/>
                    <a:pt x="451" y="54"/>
                  </a:cubicBezTo>
                  <a:cubicBezTo>
                    <a:pt x="201" y="230"/>
                    <a:pt x="0" y="530"/>
                    <a:pt x="0" y="781"/>
                  </a:cubicBezTo>
                  <a:cubicBezTo>
                    <a:pt x="0" y="978"/>
                    <a:pt x="115" y="1085"/>
                    <a:pt x="263" y="1085"/>
                  </a:cubicBezTo>
                  <a:cubicBezTo>
                    <a:pt x="322" y="1085"/>
                    <a:pt x="387" y="1068"/>
                    <a:pt x="451" y="1032"/>
                  </a:cubicBezTo>
                  <a:cubicBezTo>
                    <a:pt x="702" y="906"/>
                    <a:pt x="878" y="580"/>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8"/>
            <p:cNvSpPr/>
            <p:nvPr/>
          </p:nvSpPr>
          <p:spPr>
            <a:xfrm>
              <a:off x="5307150" y="981775"/>
              <a:ext cx="21975" cy="26900"/>
            </a:xfrm>
            <a:custGeom>
              <a:avLst/>
              <a:gdLst/>
              <a:ahLst/>
              <a:cxnLst/>
              <a:rect l="l" t="t" r="r" b="b"/>
              <a:pathLst>
                <a:path w="879" h="1076" extrusionOk="0">
                  <a:moveTo>
                    <a:pt x="625" y="0"/>
                  </a:moveTo>
                  <a:cubicBezTo>
                    <a:pt x="569" y="0"/>
                    <a:pt x="510" y="18"/>
                    <a:pt x="452" y="54"/>
                  </a:cubicBezTo>
                  <a:cubicBezTo>
                    <a:pt x="201" y="179"/>
                    <a:pt x="1" y="480"/>
                    <a:pt x="1" y="780"/>
                  </a:cubicBezTo>
                  <a:cubicBezTo>
                    <a:pt x="1" y="969"/>
                    <a:pt x="107" y="1076"/>
                    <a:pt x="246" y="1076"/>
                  </a:cubicBezTo>
                  <a:cubicBezTo>
                    <a:pt x="310" y="1076"/>
                    <a:pt x="381" y="1053"/>
                    <a:pt x="452" y="1006"/>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8"/>
            <p:cNvSpPr/>
            <p:nvPr/>
          </p:nvSpPr>
          <p:spPr>
            <a:xfrm>
              <a:off x="5018950" y="1258100"/>
              <a:ext cx="21950" cy="27125"/>
            </a:xfrm>
            <a:custGeom>
              <a:avLst/>
              <a:gdLst/>
              <a:ahLst/>
              <a:cxnLst/>
              <a:rect l="l" t="t" r="r" b="b"/>
              <a:pathLst>
                <a:path w="878" h="1085" extrusionOk="0">
                  <a:moveTo>
                    <a:pt x="624" y="0"/>
                  </a:moveTo>
                  <a:cubicBezTo>
                    <a:pt x="568" y="0"/>
                    <a:pt x="509" y="17"/>
                    <a:pt x="451" y="53"/>
                  </a:cubicBezTo>
                  <a:cubicBezTo>
                    <a:pt x="176" y="204"/>
                    <a:pt x="0" y="504"/>
                    <a:pt x="0" y="780"/>
                  </a:cubicBezTo>
                  <a:cubicBezTo>
                    <a:pt x="0" y="977"/>
                    <a:pt x="115" y="1084"/>
                    <a:pt x="262" y="1084"/>
                  </a:cubicBezTo>
                  <a:cubicBezTo>
                    <a:pt x="322" y="1084"/>
                    <a:pt x="387" y="1067"/>
                    <a:pt x="451" y="1031"/>
                  </a:cubicBezTo>
                  <a:cubicBezTo>
                    <a:pt x="702" y="905"/>
                    <a:pt x="877" y="580"/>
                    <a:pt x="877" y="304"/>
                  </a:cubicBezTo>
                  <a:cubicBezTo>
                    <a:pt x="877" y="107"/>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8"/>
            <p:cNvSpPr/>
            <p:nvPr/>
          </p:nvSpPr>
          <p:spPr>
            <a:xfrm>
              <a:off x="5018950" y="1369225"/>
              <a:ext cx="21950" cy="27000"/>
            </a:xfrm>
            <a:custGeom>
              <a:avLst/>
              <a:gdLst/>
              <a:ahLst/>
              <a:cxnLst/>
              <a:rect l="l" t="t" r="r" b="b"/>
              <a:pathLst>
                <a:path w="878" h="1080" extrusionOk="0">
                  <a:moveTo>
                    <a:pt x="637" y="0"/>
                  </a:moveTo>
                  <a:cubicBezTo>
                    <a:pt x="578" y="0"/>
                    <a:pt x="513" y="23"/>
                    <a:pt x="451" y="70"/>
                  </a:cubicBezTo>
                  <a:cubicBezTo>
                    <a:pt x="176" y="195"/>
                    <a:pt x="0" y="496"/>
                    <a:pt x="0" y="771"/>
                  </a:cubicBezTo>
                  <a:cubicBezTo>
                    <a:pt x="0" y="980"/>
                    <a:pt x="109" y="1080"/>
                    <a:pt x="250" y="1080"/>
                  </a:cubicBezTo>
                  <a:cubicBezTo>
                    <a:pt x="313" y="1080"/>
                    <a:pt x="382" y="1060"/>
                    <a:pt x="451" y="1022"/>
                  </a:cubicBezTo>
                  <a:cubicBezTo>
                    <a:pt x="702" y="897"/>
                    <a:pt x="877" y="596"/>
                    <a:pt x="877" y="320"/>
                  </a:cubicBezTo>
                  <a:cubicBezTo>
                    <a:pt x="877" y="113"/>
                    <a:pt x="770" y="0"/>
                    <a:pt x="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8"/>
            <p:cNvSpPr/>
            <p:nvPr/>
          </p:nvSpPr>
          <p:spPr>
            <a:xfrm>
              <a:off x="5018950" y="1479900"/>
              <a:ext cx="21950" cy="27125"/>
            </a:xfrm>
            <a:custGeom>
              <a:avLst/>
              <a:gdLst/>
              <a:ahLst/>
              <a:cxnLst/>
              <a:rect l="l" t="t" r="r" b="b"/>
              <a:pathLst>
                <a:path w="878" h="1085" extrusionOk="0">
                  <a:moveTo>
                    <a:pt x="624" y="0"/>
                  </a:moveTo>
                  <a:cubicBezTo>
                    <a:pt x="568" y="0"/>
                    <a:pt x="509" y="18"/>
                    <a:pt x="451" y="54"/>
                  </a:cubicBezTo>
                  <a:cubicBezTo>
                    <a:pt x="226" y="179"/>
                    <a:pt x="25" y="505"/>
                    <a:pt x="0" y="780"/>
                  </a:cubicBezTo>
                  <a:cubicBezTo>
                    <a:pt x="0" y="977"/>
                    <a:pt x="102" y="1084"/>
                    <a:pt x="251" y="1084"/>
                  </a:cubicBezTo>
                  <a:cubicBezTo>
                    <a:pt x="312" y="1084"/>
                    <a:pt x="379" y="1067"/>
                    <a:pt x="451" y="1031"/>
                  </a:cubicBezTo>
                  <a:cubicBezTo>
                    <a:pt x="702" y="906"/>
                    <a:pt x="877" y="580"/>
                    <a:pt x="877" y="304"/>
                  </a:cubicBezTo>
                  <a:cubicBezTo>
                    <a:pt x="877" y="108"/>
                    <a:pt x="763"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8"/>
            <p:cNvSpPr/>
            <p:nvPr/>
          </p:nvSpPr>
          <p:spPr>
            <a:xfrm>
              <a:off x="5114800" y="1203450"/>
              <a:ext cx="21325" cy="26750"/>
            </a:xfrm>
            <a:custGeom>
              <a:avLst/>
              <a:gdLst/>
              <a:ahLst/>
              <a:cxnLst/>
              <a:rect l="l" t="t" r="r" b="b"/>
              <a:pathLst>
                <a:path w="853" h="1070" extrusionOk="0">
                  <a:moveTo>
                    <a:pt x="622" y="1"/>
                  </a:moveTo>
                  <a:cubicBezTo>
                    <a:pt x="563" y="1"/>
                    <a:pt x="496" y="20"/>
                    <a:pt x="427" y="59"/>
                  </a:cubicBezTo>
                  <a:cubicBezTo>
                    <a:pt x="201" y="184"/>
                    <a:pt x="26" y="485"/>
                    <a:pt x="1" y="761"/>
                  </a:cubicBezTo>
                  <a:cubicBezTo>
                    <a:pt x="1" y="969"/>
                    <a:pt x="85" y="1069"/>
                    <a:pt x="220" y="1069"/>
                  </a:cubicBezTo>
                  <a:cubicBezTo>
                    <a:pt x="280" y="1069"/>
                    <a:pt x="350" y="1050"/>
                    <a:pt x="427" y="1011"/>
                  </a:cubicBezTo>
                  <a:cubicBezTo>
                    <a:pt x="677" y="886"/>
                    <a:pt x="853" y="585"/>
                    <a:pt x="853" y="310"/>
                  </a:cubicBezTo>
                  <a:cubicBezTo>
                    <a:pt x="853" y="101"/>
                    <a:pt x="756"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8"/>
            <p:cNvSpPr/>
            <p:nvPr/>
          </p:nvSpPr>
          <p:spPr>
            <a:xfrm>
              <a:off x="5210675" y="1147800"/>
              <a:ext cx="21950" cy="27150"/>
            </a:xfrm>
            <a:custGeom>
              <a:avLst/>
              <a:gdLst/>
              <a:ahLst/>
              <a:cxnLst/>
              <a:rect l="l" t="t" r="r" b="b"/>
              <a:pathLst>
                <a:path w="878" h="1086" extrusionOk="0">
                  <a:moveTo>
                    <a:pt x="635" y="1"/>
                  </a:moveTo>
                  <a:cubicBezTo>
                    <a:pt x="579" y="1"/>
                    <a:pt x="516" y="18"/>
                    <a:pt x="451" y="54"/>
                  </a:cubicBezTo>
                  <a:cubicBezTo>
                    <a:pt x="226" y="180"/>
                    <a:pt x="0" y="480"/>
                    <a:pt x="0" y="781"/>
                  </a:cubicBezTo>
                  <a:cubicBezTo>
                    <a:pt x="0" y="978"/>
                    <a:pt x="115" y="1085"/>
                    <a:pt x="263" y="1085"/>
                  </a:cubicBezTo>
                  <a:cubicBezTo>
                    <a:pt x="322" y="1085"/>
                    <a:pt x="387" y="1068"/>
                    <a:pt x="451" y="1032"/>
                  </a:cubicBezTo>
                  <a:cubicBezTo>
                    <a:pt x="702" y="906"/>
                    <a:pt x="878" y="581"/>
                    <a:pt x="878" y="305"/>
                  </a:cubicBezTo>
                  <a:cubicBezTo>
                    <a:pt x="878" y="108"/>
                    <a:pt x="776" y="1"/>
                    <a:pt x="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8"/>
            <p:cNvSpPr/>
            <p:nvPr/>
          </p:nvSpPr>
          <p:spPr>
            <a:xfrm>
              <a:off x="5307150" y="1092050"/>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580"/>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8"/>
            <p:cNvSpPr/>
            <p:nvPr/>
          </p:nvSpPr>
          <p:spPr>
            <a:xfrm>
              <a:off x="5115425" y="1313850"/>
              <a:ext cx="21950" cy="27125"/>
            </a:xfrm>
            <a:custGeom>
              <a:avLst/>
              <a:gdLst/>
              <a:ahLst/>
              <a:cxnLst/>
              <a:rect l="l" t="t" r="r" b="b"/>
              <a:pathLst>
                <a:path w="878" h="1085" extrusionOk="0">
                  <a:moveTo>
                    <a:pt x="616" y="1"/>
                  </a:moveTo>
                  <a:cubicBezTo>
                    <a:pt x="556" y="1"/>
                    <a:pt x="492" y="18"/>
                    <a:pt x="427" y="54"/>
                  </a:cubicBezTo>
                  <a:cubicBezTo>
                    <a:pt x="176" y="179"/>
                    <a:pt x="1" y="48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8"/>
            <p:cNvSpPr/>
            <p:nvPr/>
          </p:nvSpPr>
          <p:spPr>
            <a:xfrm>
              <a:off x="5115425" y="1424125"/>
              <a:ext cx="21950" cy="27125"/>
            </a:xfrm>
            <a:custGeom>
              <a:avLst/>
              <a:gdLst/>
              <a:ahLst/>
              <a:cxnLst/>
              <a:rect l="l" t="t" r="r" b="b"/>
              <a:pathLst>
                <a:path w="878" h="1085" extrusionOk="0">
                  <a:moveTo>
                    <a:pt x="616" y="1"/>
                  </a:moveTo>
                  <a:cubicBezTo>
                    <a:pt x="556" y="1"/>
                    <a:pt x="492" y="18"/>
                    <a:pt x="427" y="54"/>
                  </a:cubicBezTo>
                  <a:cubicBezTo>
                    <a:pt x="226" y="179"/>
                    <a:pt x="26" y="530"/>
                    <a:pt x="1" y="781"/>
                  </a:cubicBezTo>
                  <a:cubicBezTo>
                    <a:pt x="1" y="977"/>
                    <a:pt x="90" y="1085"/>
                    <a:pt x="232" y="1085"/>
                  </a:cubicBezTo>
                  <a:cubicBezTo>
                    <a:pt x="289" y="1085"/>
                    <a:pt x="355" y="1067"/>
                    <a:pt x="427" y="1031"/>
                  </a:cubicBezTo>
                  <a:cubicBezTo>
                    <a:pt x="677" y="906"/>
                    <a:pt x="878" y="580"/>
                    <a:pt x="878" y="305"/>
                  </a:cubicBezTo>
                  <a:cubicBezTo>
                    <a:pt x="878" y="108"/>
                    <a:pt x="76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8"/>
            <p:cNvSpPr/>
            <p:nvPr/>
          </p:nvSpPr>
          <p:spPr>
            <a:xfrm>
              <a:off x="5211300" y="1258100"/>
              <a:ext cx="22575" cy="27125"/>
            </a:xfrm>
            <a:custGeom>
              <a:avLst/>
              <a:gdLst/>
              <a:ahLst/>
              <a:cxnLst/>
              <a:rect l="l" t="t" r="r" b="b"/>
              <a:pathLst>
                <a:path w="903" h="1085" extrusionOk="0">
                  <a:moveTo>
                    <a:pt x="640" y="0"/>
                  </a:moveTo>
                  <a:cubicBezTo>
                    <a:pt x="581" y="0"/>
                    <a:pt x="516" y="17"/>
                    <a:pt x="452" y="53"/>
                  </a:cubicBezTo>
                  <a:cubicBezTo>
                    <a:pt x="201" y="179"/>
                    <a:pt x="0" y="530"/>
                    <a:pt x="25" y="780"/>
                  </a:cubicBezTo>
                  <a:cubicBezTo>
                    <a:pt x="25" y="977"/>
                    <a:pt x="115" y="1084"/>
                    <a:pt x="257" y="1084"/>
                  </a:cubicBezTo>
                  <a:cubicBezTo>
                    <a:pt x="314" y="1084"/>
                    <a:pt x="380" y="1067"/>
                    <a:pt x="452" y="1031"/>
                  </a:cubicBezTo>
                  <a:cubicBezTo>
                    <a:pt x="702" y="905"/>
                    <a:pt x="903" y="580"/>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8"/>
            <p:cNvSpPr/>
            <p:nvPr/>
          </p:nvSpPr>
          <p:spPr>
            <a:xfrm>
              <a:off x="5307150" y="1202325"/>
              <a:ext cx="21975" cy="27125"/>
            </a:xfrm>
            <a:custGeom>
              <a:avLst/>
              <a:gdLst/>
              <a:ahLst/>
              <a:cxnLst/>
              <a:rect l="l" t="t" r="r" b="b"/>
              <a:pathLst>
                <a:path w="879" h="1085" extrusionOk="0">
                  <a:moveTo>
                    <a:pt x="625" y="0"/>
                  </a:moveTo>
                  <a:cubicBezTo>
                    <a:pt x="569" y="0"/>
                    <a:pt x="510" y="18"/>
                    <a:pt x="452" y="54"/>
                  </a:cubicBezTo>
                  <a:cubicBezTo>
                    <a:pt x="227" y="179"/>
                    <a:pt x="26" y="530"/>
                    <a:pt x="1" y="781"/>
                  </a:cubicBezTo>
                  <a:cubicBezTo>
                    <a:pt x="1" y="977"/>
                    <a:pt x="116" y="1085"/>
                    <a:pt x="263" y="1085"/>
                  </a:cubicBezTo>
                  <a:cubicBezTo>
                    <a:pt x="323" y="1085"/>
                    <a:pt x="387" y="1067"/>
                    <a:pt x="452" y="1031"/>
                  </a:cubicBezTo>
                  <a:cubicBezTo>
                    <a:pt x="678" y="906"/>
                    <a:pt x="878" y="605"/>
                    <a:pt x="878" y="304"/>
                  </a:cubicBezTo>
                  <a:cubicBezTo>
                    <a:pt x="878" y="108"/>
                    <a:pt x="763"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8"/>
            <p:cNvSpPr/>
            <p:nvPr/>
          </p:nvSpPr>
          <p:spPr>
            <a:xfrm>
              <a:off x="5307800" y="1313100"/>
              <a:ext cx="21950" cy="26750"/>
            </a:xfrm>
            <a:custGeom>
              <a:avLst/>
              <a:gdLst/>
              <a:ahLst/>
              <a:cxnLst/>
              <a:rect l="l" t="t" r="r" b="b"/>
              <a:pathLst>
                <a:path w="878" h="1070" extrusionOk="0">
                  <a:moveTo>
                    <a:pt x="647" y="1"/>
                  </a:moveTo>
                  <a:cubicBezTo>
                    <a:pt x="587" y="1"/>
                    <a:pt x="520" y="20"/>
                    <a:pt x="451" y="59"/>
                  </a:cubicBezTo>
                  <a:cubicBezTo>
                    <a:pt x="201" y="184"/>
                    <a:pt x="0" y="510"/>
                    <a:pt x="0" y="761"/>
                  </a:cubicBezTo>
                  <a:cubicBezTo>
                    <a:pt x="0" y="969"/>
                    <a:pt x="108" y="1069"/>
                    <a:pt x="250" y="1069"/>
                  </a:cubicBezTo>
                  <a:cubicBezTo>
                    <a:pt x="313" y="1069"/>
                    <a:pt x="382" y="1050"/>
                    <a:pt x="451" y="1011"/>
                  </a:cubicBezTo>
                  <a:cubicBezTo>
                    <a:pt x="702" y="886"/>
                    <a:pt x="877" y="585"/>
                    <a:pt x="877" y="310"/>
                  </a:cubicBezTo>
                  <a:cubicBezTo>
                    <a:pt x="877" y="101"/>
                    <a:pt x="781"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8"/>
            <p:cNvSpPr/>
            <p:nvPr/>
          </p:nvSpPr>
          <p:spPr>
            <a:xfrm>
              <a:off x="5211300" y="1368375"/>
              <a:ext cx="22575" cy="27125"/>
            </a:xfrm>
            <a:custGeom>
              <a:avLst/>
              <a:gdLst/>
              <a:ahLst/>
              <a:cxnLst/>
              <a:rect l="l" t="t" r="r" b="b"/>
              <a:pathLst>
                <a:path w="903" h="1085" extrusionOk="0">
                  <a:moveTo>
                    <a:pt x="640" y="0"/>
                  </a:moveTo>
                  <a:cubicBezTo>
                    <a:pt x="581" y="0"/>
                    <a:pt x="516" y="17"/>
                    <a:pt x="452" y="53"/>
                  </a:cubicBezTo>
                  <a:cubicBezTo>
                    <a:pt x="226" y="179"/>
                    <a:pt x="0" y="530"/>
                    <a:pt x="25" y="780"/>
                  </a:cubicBezTo>
                  <a:cubicBezTo>
                    <a:pt x="25" y="977"/>
                    <a:pt x="127" y="1084"/>
                    <a:pt x="268" y="1084"/>
                  </a:cubicBezTo>
                  <a:cubicBezTo>
                    <a:pt x="324" y="1084"/>
                    <a:pt x="387" y="1067"/>
                    <a:pt x="452" y="1031"/>
                  </a:cubicBezTo>
                  <a:cubicBezTo>
                    <a:pt x="702" y="906"/>
                    <a:pt x="903" y="605"/>
                    <a:pt x="903" y="304"/>
                  </a:cubicBezTo>
                  <a:cubicBezTo>
                    <a:pt x="903" y="107"/>
                    <a:pt x="788" y="0"/>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8"/>
            <p:cNvSpPr/>
            <p:nvPr/>
          </p:nvSpPr>
          <p:spPr>
            <a:xfrm>
              <a:off x="4921825" y="1642050"/>
              <a:ext cx="21950" cy="26750"/>
            </a:xfrm>
            <a:custGeom>
              <a:avLst/>
              <a:gdLst/>
              <a:ahLst/>
              <a:cxnLst/>
              <a:rect l="l" t="t" r="r" b="b"/>
              <a:pathLst>
                <a:path w="878" h="1070" extrusionOk="0">
                  <a:moveTo>
                    <a:pt x="636" y="1"/>
                  </a:moveTo>
                  <a:cubicBezTo>
                    <a:pt x="577" y="1"/>
                    <a:pt x="513" y="20"/>
                    <a:pt x="452" y="59"/>
                  </a:cubicBezTo>
                  <a:cubicBezTo>
                    <a:pt x="201" y="184"/>
                    <a:pt x="0" y="510"/>
                    <a:pt x="0" y="761"/>
                  </a:cubicBezTo>
                  <a:cubicBezTo>
                    <a:pt x="0" y="969"/>
                    <a:pt x="109" y="1069"/>
                    <a:pt x="251" y="1069"/>
                  </a:cubicBezTo>
                  <a:cubicBezTo>
                    <a:pt x="313" y="1069"/>
                    <a:pt x="382" y="1050"/>
                    <a:pt x="452" y="1011"/>
                  </a:cubicBezTo>
                  <a:cubicBezTo>
                    <a:pt x="702" y="886"/>
                    <a:pt x="878" y="585"/>
                    <a:pt x="878" y="309"/>
                  </a:cubicBezTo>
                  <a:cubicBezTo>
                    <a:pt x="878" y="101"/>
                    <a:pt x="769" y="1"/>
                    <a:pt x="6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8"/>
            <p:cNvSpPr/>
            <p:nvPr/>
          </p:nvSpPr>
          <p:spPr>
            <a:xfrm>
              <a:off x="5018325" y="1586400"/>
              <a:ext cx="21950" cy="27150"/>
            </a:xfrm>
            <a:custGeom>
              <a:avLst/>
              <a:gdLst/>
              <a:ahLst/>
              <a:cxnLst/>
              <a:rect l="l" t="t" r="r" b="b"/>
              <a:pathLst>
                <a:path w="878" h="1086" extrusionOk="0">
                  <a:moveTo>
                    <a:pt x="615" y="1"/>
                  </a:moveTo>
                  <a:cubicBezTo>
                    <a:pt x="556" y="1"/>
                    <a:pt x="491" y="18"/>
                    <a:pt x="426" y="54"/>
                  </a:cubicBezTo>
                  <a:cubicBezTo>
                    <a:pt x="175" y="180"/>
                    <a:pt x="0" y="480"/>
                    <a:pt x="0" y="781"/>
                  </a:cubicBezTo>
                  <a:cubicBezTo>
                    <a:pt x="0" y="978"/>
                    <a:pt x="89" y="1085"/>
                    <a:pt x="231" y="1085"/>
                  </a:cubicBezTo>
                  <a:cubicBezTo>
                    <a:pt x="288" y="1085"/>
                    <a:pt x="354" y="1068"/>
                    <a:pt x="426" y="1032"/>
                  </a:cubicBezTo>
                  <a:cubicBezTo>
                    <a:pt x="677" y="906"/>
                    <a:pt x="877" y="581"/>
                    <a:pt x="877" y="305"/>
                  </a:cubicBezTo>
                  <a:cubicBezTo>
                    <a:pt x="877" y="108"/>
                    <a:pt x="763" y="1"/>
                    <a:pt x="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8"/>
            <p:cNvSpPr/>
            <p:nvPr/>
          </p:nvSpPr>
          <p:spPr>
            <a:xfrm>
              <a:off x="5114800" y="1530650"/>
              <a:ext cx="21325" cy="27125"/>
            </a:xfrm>
            <a:custGeom>
              <a:avLst/>
              <a:gdLst/>
              <a:ahLst/>
              <a:cxnLst/>
              <a:rect l="l" t="t" r="r" b="b"/>
              <a:pathLst>
                <a:path w="853" h="1085" extrusionOk="0">
                  <a:moveTo>
                    <a:pt x="611" y="0"/>
                  </a:moveTo>
                  <a:cubicBezTo>
                    <a:pt x="554" y="0"/>
                    <a:pt x="491" y="18"/>
                    <a:pt x="427" y="54"/>
                  </a:cubicBezTo>
                  <a:cubicBezTo>
                    <a:pt x="176" y="179"/>
                    <a:pt x="1" y="530"/>
                    <a:pt x="1" y="780"/>
                  </a:cubicBezTo>
                  <a:cubicBezTo>
                    <a:pt x="1" y="977"/>
                    <a:pt x="90" y="1084"/>
                    <a:pt x="232" y="1084"/>
                  </a:cubicBezTo>
                  <a:cubicBezTo>
                    <a:pt x="289" y="1084"/>
                    <a:pt x="355" y="1067"/>
                    <a:pt x="427" y="1031"/>
                  </a:cubicBezTo>
                  <a:cubicBezTo>
                    <a:pt x="677" y="906"/>
                    <a:pt x="853" y="580"/>
                    <a:pt x="853" y="304"/>
                  </a:cubicBezTo>
                  <a:cubicBezTo>
                    <a:pt x="853" y="108"/>
                    <a:pt x="751"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8"/>
            <p:cNvSpPr/>
            <p:nvPr/>
          </p:nvSpPr>
          <p:spPr>
            <a:xfrm>
              <a:off x="5210050" y="1474875"/>
              <a:ext cx="21950" cy="27125"/>
            </a:xfrm>
            <a:custGeom>
              <a:avLst/>
              <a:gdLst/>
              <a:ahLst/>
              <a:cxnLst/>
              <a:rect l="l" t="t" r="r" b="b"/>
              <a:pathLst>
                <a:path w="878" h="1085" extrusionOk="0">
                  <a:moveTo>
                    <a:pt x="624" y="1"/>
                  </a:moveTo>
                  <a:cubicBezTo>
                    <a:pt x="568" y="1"/>
                    <a:pt x="509" y="18"/>
                    <a:pt x="451" y="54"/>
                  </a:cubicBezTo>
                  <a:cubicBezTo>
                    <a:pt x="226" y="179"/>
                    <a:pt x="0" y="505"/>
                    <a:pt x="0" y="781"/>
                  </a:cubicBezTo>
                  <a:cubicBezTo>
                    <a:pt x="0" y="977"/>
                    <a:pt x="115" y="1085"/>
                    <a:pt x="263" y="1085"/>
                  </a:cubicBezTo>
                  <a:cubicBezTo>
                    <a:pt x="322" y="1085"/>
                    <a:pt x="387" y="1067"/>
                    <a:pt x="451" y="1032"/>
                  </a:cubicBezTo>
                  <a:cubicBezTo>
                    <a:pt x="677" y="906"/>
                    <a:pt x="877" y="605"/>
                    <a:pt x="877" y="305"/>
                  </a:cubicBezTo>
                  <a:cubicBezTo>
                    <a:pt x="877" y="108"/>
                    <a:pt x="763" y="1"/>
                    <a:pt x="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8"/>
            <p:cNvSpPr/>
            <p:nvPr/>
          </p:nvSpPr>
          <p:spPr>
            <a:xfrm>
              <a:off x="5306525" y="1419625"/>
              <a:ext cx="21975" cy="26725"/>
            </a:xfrm>
            <a:custGeom>
              <a:avLst/>
              <a:gdLst/>
              <a:ahLst/>
              <a:cxnLst/>
              <a:rect l="l" t="t" r="r" b="b"/>
              <a:pathLst>
                <a:path w="879" h="1069" extrusionOk="0">
                  <a:moveTo>
                    <a:pt x="628" y="1"/>
                  </a:moveTo>
                  <a:cubicBezTo>
                    <a:pt x="565" y="1"/>
                    <a:pt x="496" y="20"/>
                    <a:pt x="427" y="59"/>
                  </a:cubicBezTo>
                  <a:cubicBezTo>
                    <a:pt x="226" y="184"/>
                    <a:pt x="1" y="485"/>
                    <a:pt x="1" y="760"/>
                  </a:cubicBezTo>
                  <a:cubicBezTo>
                    <a:pt x="1" y="969"/>
                    <a:pt x="97" y="1069"/>
                    <a:pt x="232" y="1069"/>
                  </a:cubicBezTo>
                  <a:cubicBezTo>
                    <a:pt x="291" y="1069"/>
                    <a:pt x="358" y="1049"/>
                    <a:pt x="427" y="1011"/>
                  </a:cubicBezTo>
                  <a:cubicBezTo>
                    <a:pt x="678" y="886"/>
                    <a:pt x="878" y="585"/>
                    <a:pt x="878" y="309"/>
                  </a:cubicBezTo>
                  <a:cubicBezTo>
                    <a:pt x="878" y="101"/>
                    <a:pt x="770" y="1"/>
                    <a:pt x="6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4826"/>
        <p:cNvGrpSpPr/>
        <p:nvPr/>
      </p:nvGrpSpPr>
      <p:grpSpPr>
        <a:xfrm>
          <a:off x="0" y="0"/>
          <a:ext cx="0" cy="0"/>
          <a:chOff x="0" y="0"/>
          <a:chExt cx="0" cy="0"/>
        </a:xfrm>
      </p:grpSpPr>
      <p:sp>
        <p:nvSpPr>
          <p:cNvPr id="4827" name="Google Shape;4827;p59"/>
          <p:cNvSpPr/>
          <p:nvPr/>
        </p:nvSpPr>
        <p:spPr>
          <a:xfrm>
            <a:off x="2175975" y="685975"/>
            <a:ext cx="47838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ALTERNATIVE RESOURCES</a:t>
            </a:r>
            <a:endParaRPr/>
          </a:p>
        </p:txBody>
      </p:sp>
      <p:sp>
        <p:nvSpPr>
          <p:cNvPr id="4829" name="Google Shape;4829;p59"/>
          <p:cNvSpPr txBox="1">
            <a:spLocks noGrp="1"/>
          </p:cNvSpPr>
          <p:nvPr>
            <p:ph type="body" idx="1"/>
          </p:nvPr>
        </p:nvSpPr>
        <p:spPr>
          <a:xfrm>
            <a:off x="720000" y="1152475"/>
            <a:ext cx="7704000" cy="679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2"/>
                </a:solidFill>
              </a:rPr>
              <a:t>Here’s an assortment of alternative resources whose style fits </a:t>
            </a:r>
            <a:r>
              <a:rPr lang="en"/>
              <a:t>the one</a:t>
            </a:r>
            <a:r>
              <a:rPr lang="en">
                <a:solidFill>
                  <a:schemeClr val="dk2"/>
                </a:solidFill>
              </a:rPr>
              <a:t> of this template:</a:t>
            </a:r>
            <a:endParaRPr sz="1700">
              <a:solidFill>
                <a:schemeClr val="dk2"/>
              </a:solidFill>
            </a:endParaRPr>
          </a:p>
        </p:txBody>
      </p:sp>
      <p:grpSp>
        <p:nvGrpSpPr>
          <p:cNvPr id="4830" name="Google Shape;4830;p59"/>
          <p:cNvGrpSpPr/>
          <p:nvPr/>
        </p:nvGrpSpPr>
        <p:grpSpPr>
          <a:xfrm>
            <a:off x="3118282" y="2605446"/>
            <a:ext cx="442838" cy="769413"/>
            <a:chOff x="5300832" y="1252071"/>
            <a:chExt cx="442838" cy="769413"/>
          </a:xfrm>
        </p:grpSpPr>
        <p:grpSp>
          <p:nvGrpSpPr>
            <p:cNvPr id="4831" name="Google Shape;4831;p59"/>
            <p:cNvGrpSpPr/>
            <p:nvPr/>
          </p:nvGrpSpPr>
          <p:grpSpPr>
            <a:xfrm>
              <a:off x="5300832" y="1252071"/>
              <a:ext cx="442838" cy="769413"/>
              <a:chOff x="1390388" y="3178875"/>
              <a:chExt cx="683920" cy="1188467"/>
            </a:xfrm>
          </p:grpSpPr>
          <p:sp>
            <p:nvSpPr>
              <p:cNvPr id="4832" name="Google Shape;4832;p59"/>
              <p:cNvSpPr/>
              <p:nvPr/>
            </p:nvSpPr>
            <p:spPr>
              <a:xfrm flipH="1">
                <a:off x="1390388"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9"/>
              <p:cNvSpPr/>
              <p:nvPr/>
            </p:nvSpPr>
            <p:spPr>
              <a:xfrm flipH="1">
                <a:off x="1435938"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4" name="Google Shape;4834;p59"/>
            <p:cNvSpPr/>
            <p:nvPr/>
          </p:nvSpPr>
          <p:spPr>
            <a:xfrm>
              <a:off x="5418625" y="1392823"/>
              <a:ext cx="258275" cy="477065"/>
            </a:xfrm>
            <a:custGeom>
              <a:avLst/>
              <a:gdLst/>
              <a:ahLst/>
              <a:cxnLst/>
              <a:rect l="l" t="t" r="r" b="b"/>
              <a:pathLst>
                <a:path w="32849" h="60676" extrusionOk="0">
                  <a:moveTo>
                    <a:pt x="19315" y="33985"/>
                  </a:moveTo>
                  <a:cubicBezTo>
                    <a:pt x="20095" y="33985"/>
                    <a:pt x="20257" y="34582"/>
                    <a:pt x="20257" y="35353"/>
                  </a:cubicBezTo>
                  <a:lnTo>
                    <a:pt x="20257" y="39397"/>
                  </a:lnTo>
                  <a:cubicBezTo>
                    <a:pt x="20257" y="40865"/>
                    <a:pt x="19736" y="42203"/>
                    <a:pt x="16408" y="44160"/>
                  </a:cubicBezTo>
                  <a:cubicBezTo>
                    <a:pt x="15051" y="44947"/>
                    <a:pt x="14173" y="45266"/>
                    <a:pt x="13612" y="45266"/>
                  </a:cubicBezTo>
                  <a:cubicBezTo>
                    <a:pt x="12824" y="45266"/>
                    <a:pt x="12657" y="44639"/>
                    <a:pt x="12657" y="43801"/>
                  </a:cubicBezTo>
                  <a:lnTo>
                    <a:pt x="12657" y="39724"/>
                  </a:lnTo>
                  <a:cubicBezTo>
                    <a:pt x="12657" y="38386"/>
                    <a:pt x="13146" y="36984"/>
                    <a:pt x="16408" y="35124"/>
                  </a:cubicBezTo>
                  <a:cubicBezTo>
                    <a:pt x="17833" y="34308"/>
                    <a:pt x="18741" y="33985"/>
                    <a:pt x="19315" y="33985"/>
                  </a:cubicBezTo>
                  <a:close/>
                  <a:moveTo>
                    <a:pt x="27739" y="1"/>
                  </a:moveTo>
                  <a:cubicBezTo>
                    <a:pt x="27446" y="1"/>
                    <a:pt x="27067" y="139"/>
                    <a:pt x="26586" y="417"/>
                  </a:cubicBezTo>
                  <a:lnTo>
                    <a:pt x="13733" y="7854"/>
                  </a:lnTo>
                  <a:cubicBezTo>
                    <a:pt x="3197" y="13954"/>
                    <a:pt x="1" y="21457"/>
                    <a:pt x="1" y="29775"/>
                  </a:cubicBezTo>
                  <a:lnTo>
                    <a:pt x="1" y="52217"/>
                  </a:lnTo>
                  <a:cubicBezTo>
                    <a:pt x="1" y="57308"/>
                    <a:pt x="1146" y="60675"/>
                    <a:pt x="5216" y="60675"/>
                  </a:cubicBezTo>
                  <a:cubicBezTo>
                    <a:pt x="7769" y="60675"/>
                    <a:pt x="11473" y="59350"/>
                    <a:pt x="16767" y="56295"/>
                  </a:cubicBezTo>
                  <a:cubicBezTo>
                    <a:pt x="29587" y="48857"/>
                    <a:pt x="32849" y="41518"/>
                    <a:pt x="32849" y="33200"/>
                  </a:cubicBezTo>
                  <a:lnTo>
                    <a:pt x="32849" y="26643"/>
                  </a:lnTo>
                  <a:cubicBezTo>
                    <a:pt x="32849" y="21571"/>
                    <a:pt x="31678" y="18724"/>
                    <a:pt x="28336" y="18724"/>
                  </a:cubicBezTo>
                  <a:cubicBezTo>
                    <a:pt x="26327" y="18724"/>
                    <a:pt x="23533" y="19753"/>
                    <a:pt x="19736" y="21946"/>
                  </a:cubicBezTo>
                  <a:cubicBezTo>
                    <a:pt x="16767" y="23675"/>
                    <a:pt x="14418" y="25371"/>
                    <a:pt x="12624" y="27100"/>
                  </a:cubicBezTo>
                  <a:lnTo>
                    <a:pt x="12624" y="25567"/>
                  </a:lnTo>
                  <a:cubicBezTo>
                    <a:pt x="12624" y="22239"/>
                    <a:pt x="13407" y="21065"/>
                    <a:pt x="16147" y="19467"/>
                  </a:cubicBezTo>
                  <a:lnTo>
                    <a:pt x="26586" y="13432"/>
                  </a:lnTo>
                  <a:cubicBezTo>
                    <a:pt x="27988" y="12617"/>
                    <a:pt x="28576" y="11507"/>
                    <a:pt x="28576" y="9811"/>
                  </a:cubicBezTo>
                  <a:lnTo>
                    <a:pt x="28576" y="1721"/>
                  </a:lnTo>
                  <a:cubicBezTo>
                    <a:pt x="28576" y="581"/>
                    <a:pt x="28340" y="1"/>
                    <a:pt x="27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835" name="Google Shape;4835;p59"/>
          <p:cNvPicPr preferRelativeResize="0"/>
          <p:nvPr/>
        </p:nvPicPr>
        <p:blipFill>
          <a:blip r:embed="rId3">
            <a:alphaModFix/>
          </a:blip>
          <a:stretch>
            <a:fillRect/>
          </a:stretch>
        </p:blipFill>
        <p:spPr>
          <a:xfrm>
            <a:off x="6392073" y="1859924"/>
            <a:ext cx="1774575" cy="2707000"/>
          </a:xfrm>
          <a:prstGeom prst="rect">
            <a:avLst/>
          </a:prstGeom>
          <a:noFill/>
          <a:ln>
            <a:noFill/>
          </a:ln>
        </p:spPr>
      </p:pic>
      <p:pic>
        <p:nvPicPr>
          <p:cNvPr id="4836" name="Google Shape;4836;p59"/>
          <p:cNvPicPr preferRelativeResize="0"/>
          <p:nvPr/>
        </p:nvPicPr>
        <p:blipFill>
          <a:blip r:embed="rId4">
            <a:alphaModFix/>
          </a:blip>
          <a:stretch>
            <a:fillRect/>
          </a:stretch>
        </p:blipFill>
        <p:spPr>
          <a:xfrm>
            <a:off x="781225" y="2047177"/>
            <a:ext cx="2156275" cy="2440175"/>
          </a:xfrm>
          <a:prstGeom prst="rect">
            <a:avLst/>
          </a:prstGeom>
          <a:noFill/>
          <a:ln>
            <a:noFill/>
          </a:ln>
        </p:spPr>
      </p:pic>
      <p:grpSp>
        <p:nvGrpSpPr>
          <p:cNvPr id="4837" name="Google Shape;4837;p59"/>
          <p:cNvGrpSpPr/>
          <p:nvPr/>
        </p:nvGrpSpPr>
        <p:grpSpPr>
          <a:xfrm>
            <a:off x="3741893" y="2605442"/>
            <a:ext cx="437650" cy="769413"/>
            <a:chOff x="5303432" y="2121679"/>
            <a:chExt cx="437650" cy="769413"/>
          </a:xfrm>
        </p:grpSpPr>
        <p:grpSp>
          <p:nvGrpSpPr>
            <p:cNvPr id="4838" name="Google Shape;4838;p59"/>
            <p:cNvGrpSpPr/>
            <p:nvPr/>
          </p:nvGrpSpPr>
          <p:grpSpPr>
            <a:xfrm>
              <a:off x="5303432" y="2121679"/>
              <a:ext cx="437650" cy="769413"/>
              <a:chOff x="4215263" y="3178875"/>
              <a:chExt cx="675907" cy="1188467"/>
            </a:xfrm>
          </p:grpSpPr>
          <p:sp>
            <p:nvSpPr>
              <p:cNvPr id="4839" name="Google Shape;4839;p59"/>
              <p:cNvSpPr/>
              <p:nvPr/>
            </p:nvSpPr>
            <p:spPr>
              <a:xfrm flipH="1">
                <a:off x="4215263"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9"/>
              <p:cNvSpPr/>
              <p:nvPr/>
            </p:nvSpPr>
            <p:spPr>
              <a:xfrm flipH="1">
                <a:off x="4252800"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1" name="Google Shape;4841;p59"/>
            <p:cNvSpPr/>
            <p:nvPr/>
          </p:nvSpPr>
          <p:spPr>
            <a:xfrm>
              <a:off x="5416049" y="2257798"/>
              <a:ext cx="241766" cy="503913"/>
            </a:xfrm>
            <a:custGeom>
              <a:avLst/>
              <a:gdLst/>
              <a:ahLst/>
              <a:cxnLst/>
              <a:rect l="l" t="t" r="r" b="b"/>
              <a:pathLst>
                <a:path w="31707" h="66087" extrusionOk="0">
                  <a:moveTo>
                    <a:pt x="30715" y="0"/>
                  </a:moveTo>
                  <a:cubicBezTo>
                    <a:pt x="30406" y="0"/>
                    <a:pt x="30021" y="120"/>
                    <a:pt x="29554" y="354"/>
                  </a:cubicBezTo>
                  <a:lnTo>
                    <a:pt x="2088" y="16207"/>
                  </a:lnTo>
                  <a:cubicBezTo>
                    <a:pt x="620" y="17055"/>
                    <a:pt x="0" y="18229"/>
                    <a:pt x="0" y="20023"/>
                  </a:cubicBezTo>
                  <a:lnTo>
                    <a:pt x="0" y="28766"/>
                  </a:lnTo>
                  <a:cubicBezTo>
                    <a:pt x="0" y="29983"/>
                    <a:pt x="276" y="30578"/>
                    <a:pt x="894" y="30578"/>
                  </a:cubicBezTo>
                  <a:cubicBezTo>
                    <a:pt x="1204" y="30578"/>
                    <a:pt x="1599" y="30429"/>
                    <a:pt x="2088" y="30136"/>
                  </a:cubicBezTo>
                  <a:lnTo>
                    <a:pt x="18300" y="20806"/>
                  </a:lnTo>
                  <a:lnTo>
                    <a:pt x="18300" y="27298"/>
                  </a:lnTo>
                  <a:lnTo>
                    <a:pt x="13538" y="31669"/>
                  </a:lnTo>
                  <a:cubicBezTo>
                    <a:pt x="7209" y="37606"/>
                    <a:pt x="4306" y="42042"/>
                    <a:pt x="4306" y="51241"/>
                  </a:cubicBezTo>
                  <a:lnTo>
                    <a:pt x="4306" y="64289"/>
                  </a:lnTo>
                  <a:cubicBezTo>
                    <a:pt x="4306" y="65506"/>
                    <a:pt x="4596" y="66086"/>
                    <a:pt x="5224" y="66086"/>
                  </a:cubicBezTo>
                  <a:cubicBezTo>
                    <a:pt x="5539" y="66086"/>
                    <a:pt x="5937" y="65941"/>
                    <a:pt x="6427" y="65659"/>
                  </a:cubicBezTo>
                  <a:lnTo>
                    <a:pt x="16017" y="60146"/>
                  </a:lnTo>
                  <a:cubicBezTo>
                    <a:pt x="17485" y="59298"/>
                    <a:pt x="18137" y="58123"/>
                    <a:pt x="18137" y="56329"/>
                  </a:cubicBezTo>
                  <a:lnTo>
                    <a:pt x="18137" y="43738"/>
                  </a:lnTo>
                  <a:lnTo>
                    <a:pt x="22508" y="39595"/>
                  </a:lnTo>
                  <a:cubicBezTo>
                    <a:pt x="28804" y="33659"/>
                    <a:pt x="31707" y="29157"/>
                    <a:pt x="31707" y="20023"/>
                  </a:cubicBezTo>
                  <a:lnTo>
                    <a:pt x="31707" y="1822"/>
                  </a:lnTo>
                  <a:cubicBezTo>
                    <a:pt x="31707" y="586"/>
                    <a:pt x="31398" y="0"/>
                    <a:pt x="30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2" name="Google Shape;4842;p59"/>
          <p:cNvGrpSpPr/>
          <p:nvPr/>
        </p:nvGrpSpPr>
        <p:grpSpPr>
          <a:xfrm>
            <a:off x="4360317" y="2605450"/>
            <a:ext cx="440378" cy="769413"/>
            <a:chOff x="5302095" y="2998037"/>
            <a:chExt cx="440378" cy="769413"/>
          </a:xfrm>
        </p:grpSpPr>
        <p:grpSp>
          <p:nvGrpSpPr>
            <p:cNvPr id="4843" name="Google Shape;4843;p59"/>
            <p:cNvGrpSpPr/>
            <p:nvPr/>
          </p:nvGrpSpPr>
          <p:grpSpPr>
            <a:xfrm>
              <a:off x="5302095" y="2998037"/>
              <a:ext cx="440378" cy="769413"/>
              <a:chOff x="7027913" y="3178875"/>
              <a:chExt cx="680120" cy="1188467"/>
            </a:xfrm>
          </p:grpSpPr>
          <p:sp>
            <p:nvSpPr>
              <p:cNvPr id="4844" name="Google Shape;4844;p59"/>
              <p:cNvSpPr/>
              <p:nvPr/>
            </p:nvSpPr>
            <p:spPr>
              <a:xfrm flipH="1">
                <a:off x="7027913"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9"/>
              <p:cNvSpPr/>
              <p:nvPr/>
            </p:nvSpPr>
            <p:spPr>
              <a:xfrm flipH="1">
                <a:off x="7069663"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6" name="Google Shape;4846;p59"/>
            <p:cNvSpPr/>
            <p:nvPr/>
          </p:nvSpPr>
          <p:spPr>
            <a:xfrm>
              <a:off x="5400675" y="3169849"/>
              <a:ext cx="271483" cy="470867"/>
            </a:xfrm>
            <a:custGeom>
              <a:avLst/>
              <a:gdLst/>
              <a:ahLst/>
              <a:cxnLst/>
              <a:rect l="l" t="t" r="r" b="b"/>
              <a:pathLst>
                <a:path w="32947" h="57144" extrusionOk="0">
                  <a:moveTo>
                    <a:pt x="18981" y="14161"/>
                  </a:moveTo>
                  <a:cubicBezTo>
                    <a:pt x="19726" y="14161"/>
                    <a:pt x="19833" y="14806"/>
                    <a:pt x="19833" y="15594"/>
                  </a:cubicBezTo>
                  <a:lnTo>
                    <a:pt x="19833" y="18432"/>
                  </a:lnTo>
                  <a:cubicBezTo>
                    <a:pt x="19833" y="19835"/>
                    <a:pt x="19572" y="21009"/>
                    <a:pt x="16539" y="22770"/>
                  </a:cubicBezTo>
                  <a:cubicBezTo>
                    <a:pt x="15338" y="23449"/>
                    <a:pt x="14555" y="23725"/>
                    <a:pt x="14050" y="23725"/>
                  </a:cubicBezTo>
                  <a:cubicBezTo>
                    <a:pt x="13292" y="23725"/>
                    <a:pt x="13159" y="23103"/>
                    <a:pt x="13179" y="22281"/>
                  </a:cubicBezTo>
                  <a:lnTo>
                    <a:pt x="13179" y="19411"/>
                  </a:lnTo>
                  <a:cubicBezTo>
                    <a:pt x="13179" y="18106"/>
                    <a:pt x="13538" y="16834"/>
                    <a:pt x="16539" y="15137"/>
                  </a:cubicBezTo>
                  <a:cubicBezTo>
                    <a:pt x="17728" y="14439"/>
                    <a:pt x="18492" y="14161"/>
                    <a:pt x="18981" y="14161"/>
                  </a:cubicBezTo>
                  <a:close/>
                  <a:moveTo>
                    <a:pt x="20238" y="31514"/>
                  </a:moveTo>
                  <a:cubicBezTo>
                    <a:pt x="20976" y="31514"/>
                    <a:pt x="21171" y="32008"/>
                    <a:pt x="21171" y="32687"/>
                  </a:cubicBezTo>
                  <a:lnTo>
                    <a:pt x="21171" y="36145"/>
                  </a:lnTo>
                  <a:cubicBezTo>
                    <a:pt x="21171" y="37515"/>
                    <a:pt x="20453" y="38982"/>
                    <a:pt x="16539" y="41233"/>
                  </a:cubicBezTo>
                  <a:cubicBezTo>
                    <a:pt x="14693" y="42297"/>
                    <a:pt x="13537" y="42716"/>
                    <a:pt x="12834" y="42716"/>
                  </a:cubicBezTo>
                  <a:cubicBezTo>
                    <a:pt x="12071" y="42716"/>
                    <a:pt x="11841" y="42223"/>
                    <a:pt x="11841" y="41527"/>
                  </a:cubicBezTo>
                  <a:lnTo>
                    <a:pt x="11841" y="38069"/>
                  </a:lnTo>
                  <a:cubicBezTo>
                    <a:pt x="11841" y="36764"/>
                    <a:pt x="12689" y="35199"/>
                    <a:pt x="16539" y="33013"/>
                  </a:cubicBezTo>
                  <a:cubicBezTo>
                    <a:pt x="18416" y="31934"/>
                    <a:pt x="19558" y="31514"/>
                    <a:pt x="20238" y="31514"/>
                  </a:cubicBezTo>
                  <a:close/>
                  <a:moveTo>
                    <a:pt x="26332" y="1"/>
                  </a:moveTo>
                  <a:cubicBezTo>
                    <a:pt x="24177" y="1"/>
                    <a:pt x="21030" y="1145"/>
                    <a:pt x="16571" y="3720"/>
                  </a:cubicBezTo>
                  <a:cubicBezTo>
                    <a:pt x="5839" y="9918"/>
                    <a:pt x="2545" y="15724"/>
                    <a:pt x="2545" y="22118"/>
                  </a:cubicBezTo>
                  <a:lnTo>
                    <a:pt x="2545" y="25902"/>
                  </a:lnTo>
                  <a:cubicBezTo>
                    <a:pt x="2545" y="29098"/>
                    <a:pt x="3250" y="31127"/>
                    <a:pt x="5466" y="31127"/>
                  </a:cubicBezTo>
                  <a:cubicBezTo>
                    <a:pt x="5535" y="31127"/>
                    <a:pt x="5605" y="31125"/>
                    <a:pt x="5676" y="31121"/>
                  </a:cubicBezTo>
                  <a:lnTo>
                    <a:pt x="5676" y="31121"/>
                  </a:lnTo>
                  <a:cubicBezTo>
                    <a:pt x="2447" y="33763"/>
                    <a:pt x="0" y="38395"/>
                    <a:pt x="0" y="44495"/>
                  </a:cubicBezTo>
                  <a:lnTo>
                    <a:pt x="0" y="50791"/>
                  </a:lnTo>
                  <a:cubicBezTo>
                    <a:pt x="0" y="54680"/>
                    <a:pt x="1190" y="57144"/>
                    <a:pt x="4632" y="57144"/>
                  </a:cubicBezTo>
                  <a:cubicBezTo>
                    <a:pt x="7195" y="57144"/>
                    <a:pt x="11007" y="55778"/>
                    <a:pt x="16506" y="52618"/>
                  </a:cubicBezTo>
                  <a:cubicBezTo>
                    <a:pt x="29358" y="45180"/>
                    <a:pt x="32946" y="38558"/>
                    <a:pt x="32946" y="31773"/>
                  </a:cubicBezTo>
                  <a:lnTo>
                    <a:pt x="32946" y="25510"/>
                  </a:lnTo>
                  <a:cubicBezTo>
                    <a:pt x="32946" y="20459"/>
                    <a:pt x="31304" y="18364"/>
                    <a:pt x="28952" y="18364"/>
                  </a:cubicBezTo>
                  <a:cubicBezTo>
                    <a:pt x="28434" y="18364"/>
                    <a:pt x="27881" y="18466"/>
                    <a:pt x="27303" y="18660"/>
                  </a:cubicBezTo>
                  <a:cubicBezTo>
                    <a:pt x="29619" y="16083"/>
                    <a:pt x="30435" y="13148"/>
                    <a:pt x="30435" y="9788"/>
                  </a:cubicBezTo>
                  <a:lnTo>
                    <a:pt x="30435" y="6004"/>
                  </a:lnTo>
                  <a:cubicBezTo>
                    <a:pt x="30435" y="2267"/>
                    <a:pt x="29365" y="1"/>
                    <a:pt x="263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7" name="Google Shape;4847;p59"/>
          <p:cNvGrpSpPr/>
          <p:nvPr/>
        </p:nvGrpSpPr>
        <p:grpSpPr>
          <a:xfrm>
            <a:off x="4981468" y="2605443"/>
            <a:ext cx="442838" cy="769413"/>
            <a:chOff x="5298229" y="3892180"/>
            <a:chExt cx="442838" cy="769413"/>
          </a:xfrm>
        </p:grpSpPr>
        <p:grpSp>
          <p:nvGrpSpPr>
            <p:cNvPr id="4848" name="Google Shape;4848;p59"/>
            <p:cNvGrpSpPr/>
            <p:nvPr/>
          </p:nvGrpSpPr>
          <p:grpSpPr>
            <a:xfrm>
              <a:off x="5298229" y="3892180"/>
              <a:ext cx="442838" cy="769413"/>
              <a:chOff x="1390388" y="3178875"/>
              <a:chExt cx="683920" cy="1188467"/>
            </a:xfrm>
          </p:grpSpPr>
          <p:sp>
            <p:nvSpPr>
              <p:cNvPr id="4849" name="Google Shape;4849;p59"/>
              <p:cNvSpPr/>
              <p:nvPr/>
            </p:nvSpPr>
            <p:spPr>
              <a:xfrm flipH="1">
                <a:off x="1390388"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9"/>
              <p:cNvSpPr/>
              <p:nvPr/>
            </p:nvSpPr>
            <p:spPr>
              <a:xfrm flipH="1">
                <a:off x="1435938"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1" name="Google Shape;4851;p59"/>
            <p:cNvSpPr/>
            <p:nvPr/>
          </p:nvSpPr>
          <p:spPr>
            <a:xfrm>
              <a:off x="5398274" y="4078525"/>
              <a:ext cx="248014" cy="457705"/>
            </a:xfrm>
            <a:custGeom>
              <a:avLst/>
              <a:gdLst/>
              <a:ahLst/>
              <a:cxnLst/>
              <a:rect l="l" t="t" r="r" b="b"/>
              <a:pathLst>
                <a:path w="31414" h="57974" extrusionOk="0">
                  <a:moveTo>
                    <a:pt x="18431" y="14743"/>
                  </a:moveTo>
                  <a:cubicBezTo>
                    <a:pt x="19179" y="14743"/>
                    <a:pt x="19344" y="15327"/>
                    <a:pt x="19344" y="16143"/>
                  </a:cubicBezTo>
                  <a:lnTo>
                    <a:pt x="19344" y="19926"/>
                  </a:lnTo>
                  <a:cubicBezTo>
                    <a:pt x="19344" y="21231"/>
                    <a:pt x="18855" y="22536"/>
                    <a:pt x="15756" y="24330"/>
                  </a:cubicBezTo>
                  <a:cubicBezTo>
                    <a:pt x="14391" y="25138"/>
                    <a:pt x="13519" y="25458"/>
                    <a:pt x="12969" y="25458"/>
                  </a:cubicBezTo>
                  <a:cubicBezTo>
                    <a:pt x="12230" y="25458"/>
                    <a:pt x="12070" y="24882"/>
                    <a:pt x="12070" y="24134"/>
                  </a:cubicBezTo>
                  <a:lnTo>
                    <a:pt x="12070" y="20285"/>
                  </a:lnTo>
                  <a:cubicBezTo>
                    <a:pt x="12070" y="18948"/>
                    <a:pt x="12526" y="17610"/>
                    <a:pt x="15756" y="15784"/>
                  </a:cubicBezTo>
                  <a:cubicBezTo>
                    <a:pt x="17053" y="15046"/>
                    <a:pt x="17893" y="14743"/>
                    <a:pt x="18431" y="14743"/>
                  </a:cubicBezTo>
                  <a:close/>
                  <a:moveTo>
                    <a:pt x="26432" y="1"/>
                  </a:moveTo>
                  <a:cubicBezTo>
                    <a:pt x="23993" y="1"/>
                    <a:pt x="20454" y="1273"/>
                    <a:pt x="15397" y="4204"/>
                  </a:cubicBezTo>
                  <a:cubicBezTo>
                    <a:pt x="3099" y="11282"/>
                    <a:pt x="0" y="18295"/>
                    <a:pt x="0" y="26255"/>
                  </a:cubicBezTo>
                  <a:lnTo>
                    <a:pt x="0" y="32518"/>
                  </a:lnTo>
                  <a:cubicBezTo>
                    <a:pt x="0" y="37369"/>
                    <a:pt x="1134" y="40093"/>
                    <a:pt x="4341" y="40093"/>
                  </a:cubicBezTo>
                  <a:cubicBezTo>
                    <a:pt x="6265" y="40093"/>
                    <a:pt x="8937" y="39112"/>
                    <a:pt x="12559" y="37019"/>
                  </a:cubicBezTo>
                  <a:cubicBezTo>
                    <a:pt x="15397" y="35388"/>
                    <a:pt x="17615" y="33757"/>
                    <a:pt x="19344" y="32126"/>
                  </a:cubicBezTo>
                  <a:lnTo>
                    <a:pt x="19344" y="33562"/>
                  </a:lnTo>
                  <a:cubicBezTo>
                    <a:pt x="19344" y="36758"/>
                    <a:pt x="18561" y="37900"/>
                    <a:pt x="15951" y="39433"/>
                  </a:cubicBezTo>
                  <a:lnTo>
                    <a:pt x="5970" y="45174"/>
                  </a:lnTo>
                  <a:cubicBezTo>
                    <a:pt x="4632" y="45957"/>
                    <a:pt x="4045" y="47001"/>
                    <a:pt x="4045" y="48632"/>
                  </a:cubicBezTo>
                  <a:lnTo>
                    <a:pt x="4045" y="56330"/>
                  </a:lnTo>
                  <a:cubicBezTo>
                    <a:pt x="4045" y="57422"/>
                    <a:pt x="4279" y="57973"/>
                    <a:pt x="4855" y="57973"/>
                  </a:cubicBezTo>
                  <a:cubicBezTo>
                    <a:pt x="5139" y="57973"/>
                    <a:pt x="5506" y="57839"/>
                    <a:pt x="5970" y="57570"/>
                  </a:cubicBezTo>
                  <a:lnTo>
                    <a:pt x="18267" y="50459"/>
                  </a:lnTo>
                  <a:cubicBezTo>
                    <a:pt x="28347" y="44652"/>
                    <a:pt x="31413" y="37476"/>
                    <a:pt x="31413" y="29517"/>
                  </a:cubicBezTo>
                  <a:lnTo>
                    <a:pt x="31413" y="8118"/>
                  </a:lnTo>
                  <a:cubicBezTo>
                    <a:pt x="31413" y="3228"/>
                    <a:pt x="30318" y="1"/>
                    <a:pt x="264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2" name="Google Shape;4852;p59"/>
          <p:cNvGrpSpPr/>
          <p:nvPr/>
        </p:nvGrpSpPr>
        <p:grpSpPr>
          <a:xfrm>
            <a:off x="5605079" y="2605443"/>
            <a:ext cx="442838" cy="769413"/>
            <a:chOff x="4536229" y="3892180"/>
            <a:chExt cx="442838" cy="769413"/>
          </a:xfrm>
        </p:grpSpPr>
        <p:grpSp>
          <p:nvGrpSpPr>
            <p:cNvPr id="4853" name="Google Shape;4853;p59"/>
            <p:cNvGrpSpPr/>
            <p:nvPr/>
          </p:nvGrpSpPr>
          <p:grpSpPr>
            <a:xfrm>
              <a:off x="4536229" y="3892180"/>
              <a:ext cx="442838" cy="769413"/>
              <a:chOff x="1390388" y="3178875"/>
              <a:chExt cx="683920" cy="1188467"/>
            </a:xfrm>
          </p:grpSpPr>
          <p:sp>
            <p:nvSpPr>
              <p:cNvPr id="4854" name="Google Shape;4854;p59"/>
              <p:cNvSpPr/>
              <p:nvPr/>
            </p:nvSpPr>
            <p:spPr>
              <a:xfrm flipH="1">
                <a:off x="1390388" y="3178875"/>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9"/>
              <p:cNvSpPr/>
              <p:nvPr/>
            </p:nvSpPr>
            <p:spPr>
              <a:xfrm flipH="1">
                <a:off x="1435938" y="3200300"/>
                <a:ext cx="638370" cy="1167042"/>
              </a:xfrm>
              <a:custGeom>
                <a:avLst/>
                <a:gdLst/>
                <a:ahLst/>
                <a:cxnLst/>
                <a:rect l="l" t="t" r="r" b="b"/>
                <a:pathLst>
                  <a:path w="19424" h="32022" extrusionOk="0">
                    <a:moveTo>
                      <a:pt x="1029" y="0"/>
                    </a:moveTo>
                    <a:cubicBezTo>
                      <a:pt x="422" y="0"/>
                      <a:pt x="1" y="567"/>
                      <a:pt x="1" y="1500"/>
                    </a:cubicBezTo>
                    <a:lnTo>
                      <a:pt x="1" y="19332"/>
                    </a:lnTo>
                    <a:cubicBezTo>
                      <a:pt x="1" y="20586"/>
                      <a:pt x="763" y="22054"/>
                      <a:pt x="1715" y="22603"/>
                    </a:cubicBezTo>
                    <a:lnTo>
                      <a:pt x="17710" y="31821"/>
                    </a:lnTo>
                    <a:cubicBezTo>
                      <a:pt x="17951" y="31957"/>
                      <a:pt x="18180" y="32022"/>
                      <a:pt x="18387" y="32022"/>
                    </a:cubicBezTo>
                    <a:cubicBezTo>
                      <a:pt x="18999" y="32022"/>
                      <a:pt x="19424" y="31462"/>
                      <a:pt x="19424" y="30533"/>
                    </a:cubicBezTo>
                    <a:lnTo>
                      <a:pt x="19424" y="12701"/>
                    </a:lnTo>
                    <a:cubicBezTo>
                      <a:pt x="19424" y="11446"/>
                      <a:pt x="18662" y="9968"/>
                      <a:pt x="17710" y="9430"/>
                    </a:cubicBezTo>
                    <a:lnTo>
                      <a:pt x="1715" y="212"/>
                    </a:lnTo>
                    <a:cubicBezTo>
                      <a:pt x="1470" y="68"/>
                      <a:pt x="1238" y="0"/>
                      <a:pt x="10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6" name="Google Shape;4856;p59"/>
            <p:cNvSpPr/>
            <p:nvPr/>
          </p:nvSpPr>
          <p:spPr>
            <a:xfrm>
              <a:off x="4639725" y="4040800"/>
              <a:ext cx="269174" cy="472200"/>
            </a:xfrm>
            <a:custGeom>
              <a:avLst/>
              <a:gdLst/>
              <a:ahLst/>
              <a:cxnLst/>
              <a:rect l="l" t="t" r="r" b="b"/>
              <a:pathLst>
                <a:path w="36046" h="63234" extrusionOk="0">
                  <a:moveTo>
                    <a:pt x="21545" y="17277"/>
                  </a:moveTo>
                  <a:cubicBezTo>
                    <a:pt x="22574" y="17277"/>
                    <a:pt x="22802" y="18099"/>
                    <a:pt x="22802" y="19217"/>
                  </a:cubicBezTo>
                  <a:lnTo>
                    <a:pt x="22802" y="38561"/>
                  </a:lnTo>
                  <a:cubicBezTo>
                    <a:pt x="22802" y="40518"/>
                    <a:pt x="22150" y="42312"/>
                    <a:pt x="18072" y="44694"/>
                  </a:cubicBezTo>
                  <a:cubicBezTo>
                    <a:pt x="16424" y="45637"/>
                    <a:pt x="15334" y="46028"/>
                    <a:pt x="14620" y="46028"/>
                  </a:cubicBezTo>
                  <a:cubicBezTo>
                    <a:pt x="13583" y="46028"/>
                    <a:pt x="13342" y="45201"/>
                    <a:pt x="13342" y="44041"/>
                  </a:cubicBezTo>
                  <a:lnTo>
                    <a:pt x="13342" y="24665"/>
                  </a:lnTo>
                  <a:cubicBezTo>
                    <a:pt x="13342" y="22806"/>
                    <a:pt x="14027" y="20946"/>
                    <a:pt x="18072" y="18630"/>
                  </a:cubicBezTo>
                  <a:cubicBezTo>
                    <a:pt x="19739" y="17670"/>
                    <a:pt x="20834" y="17277"/>
                    <a:pt x="21545" y="17277"/>
                  </a:cubicBezTo>
                  <a:close/>
                  <a:moveTo>
                    <a:pt x="30342" y="1"/>
                  </a:moveTo>
                  <a:cubicBezTo>
                    <a:pt x="27598" y="1"/>
                    <a:pt x="23652" y="1394"/>
                    <a:pt x="18072" y="4604"/>
                  </a:cubicBezTo>
                  <a:cubicBezTo>
                    <a:pt x="3556" y="12954"/>
                    <a:pt x="1" y="21012"/>
                    <a:pt x="1" y="29754"/>
                  </a:cubicBezTo>
                  <a:lnTo>
                    <a:pt x="1" y="54316"/>
                  </a:lnTo>
                  <a:cubicBezTo>
                    <a:pt x="1" y="59712"/>
                    <a:pt x="1335" y="63234"/>
                    <a:pt x="5706" y="63234"/>
                  </a:cubicBezTo>
                  <a:cubicBezTo>
                    <a:pt x="8470" y="63234"/>
                    <a:pt x="12448" y="61825"/>
                    <a:pt x="18072" y="58590"/>
                  </a:cubicBezTo>
                  <a:cubicBezTo>
                    <a:pt x="32588" y="50239"/>
                    <a:pt x="36046" y="42280"/>
                    <a:pt x="36046" y="33505"/>
                  </a:cubicBezTo>
                  <a:lnTo>
                    <a:pt x="36046" y="8975"/>
                  </a:lnTo>
                  <a:cubicBezTo>
                    <a:pt x="36046" y="3573"/>
                    <a:pt x="34735" y="1"/>
                    <a:pt x="303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4860"/>
        <p:cNvGrpSpPr/>
        <p:nvPr/>
      </p:nvGrpSpPr>
      <p:grpSpPr>
        <a:xfrm>
          <a:off x="0" y="0"/>
          <a:ext cx="0" cy="0"/>
          <a:chOff x="0" y="0"/>
          <a:chExt cx="0" cy="0"/>
        </a:xfrm>
      </p:grpSpPr>
      <p:sp>
        <p:nvSpPr>
          <p:cNvPr id="4861" name="Google Shape;4861;p60"/>
          <p:cNvSpPr/>
          <p:nvPr/>
        </p:nvSpPr>
        <p:spPr>
          <a:xfrm>
            <a:off x="3324225" y="685975"/>
            <a:ext cx="2447700" cy="229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0"/>
          <p:cNvSpPr/>
          <p:nvPr/>
        </p:nvSpPr>
        <p:spPr>
          <a:xfrm rot="10800000" flipH="1">
            <a:off x="4762850" y="3782779"/>
            <a:ext cx="723600" cy="1602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863" name="Google Shape;4863;p60"/>
          <p:cNvSpPr/>
          <p:nvPr/>
        </p:nvSpPr>
        <p:spPr>
          <a:xfrm rot="10800000" flipH="1">
            <a:off x="4762850" y="1669645"/>
            <a:ext cx="961800" cy="147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864" name="Google Shape;4864;p60"/>
          <p:cNvSpPr/>
          <p:nvPr/>
        </p:nvSpPr>
        <p:spPr>
          <a:xfrm rot="10800000" flipH="1">
            <a:off x="848075" y="1669645"/>
            <a:ext cx="961800" cy="1476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865" name="Google Shape;4865;p6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4866" name="Google Shape;4866;p60"/>
          <p:cNvSpPr txBox="1">
            <a:spLocks noGrp="1"/>
          </p:cNvSpPr>
          <p:nvPr>
            <p:ph type="body" idx="2"/>
          </p:nvPr>
        </p:nvSpPr>
        <p:spPr>
          <a:xfrm>
            <a:off x="4698350" y="1466900"/>
            <a:ext cx="3728100" cy="31416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800">
                <a:solidFill>
                  <a:schemeClr val="dk1"/>
                </a:solidFill>
                <a:latin typeface="Questrial"/>
                <a:ea typeface="Questrial"/>
                <a:cs typeface="Questrial"/>
                <a:sym typeface="Questrial"/>
              </a:rPr>
              <a:t>PHOTOS</a:t>
            </a:r>
            <a:endParaRPr>
              <a:solidFill>
                <a:schemeClr val="dk1"/>
              </a:solidFill>
              <a:latin typeface="Fira Sans Condensed Medium"/>
              <a:ea typeface="Fira Sans Condensed Medium"/>
              <a:cs typeface="Fira Sans Condensed Medium"/>
              <a:sym typeface="Fira Sans Condensed Medium"/>
            </a:endParaRPr>
          </a:p>
          <a:p>
            <a:pPr marL="457200" marR="50800" lvl="0" indent="-330200" algn="l" rtl="0">
              <a:lnSpc>
                <a:spcPct val="100000"/>
              </a:lnSpc>
              <a:spcBef>
                <a:spcPts val="1000"/>
              </a:spcBef>
              <a:spcAft>
                <a:spcPts val="0"/>
              </a:spcAft>
              <a:buSzPts val="1600"/>
              <a:buChar char="●"/>
            </a:pPr>
            <a:r>
              <a:rPr lang="en">
                <a:uFill>
                  <a:noFill/>
                </a:uFill>
                <a:hlinkClick r:id="rId3"/>
              </a:rPr>
              <a:t>Young woman doing her shopping online</a:t>
            </a:r>
            <a:endParaRPr sz="1600"/>
          </a:p>
          <a:p>
            <a:pPr marL="457200" marR="50800" lvl="0" indent="-317500" algn="l" rtl="0">
              <a:lnSpc>
                <a:spcPct val="100000"/>
              </a:lnSpc>
              <a:spcBef>
                <a:spcPts val="0"/>
              </a:spcBef>
              <a:spcAft>
                <a:spcPts val="0"/>
              </a:spcAft>
              <a:buSzPts val="1400"/>
              <a:buChar char="●"/>
            </a:pPr>
            <a:r>
              <a:rPr lang="en">
                <a:uFill>
                  <a:noFill/>
                </a:uFill>
                <a:hlinkClick r:id="rId4"/>
              </a:rPr>
              <a:t>Business people meeting at office hand shake</a:t>
            </a:r>
            <a:endParaRPr/>
          </a:p>
          <a:p>
            <a:pPr marL="457200" marR="50800" lvl="0" indent="-317500" algn="l" rtl="0">
              <a:lnSpc>
                <a:spcPct val="100000"/>
              </a:lnSpc>
              <a:spcBef>
                <a:spcPts val="0"/>
              </a:spcBef>
              <a:spcAft>
                <a:spcPts val="0"/>
              </a:spcAft>
              <a:buSzPts val="1400"/>
              <a:buChar char="●"/>
            </a:pPr>
            <a:r>
              <a:rPr lang="en">
                <a:uFill>
                  <a:noFill/>
                </a:uFill>
                <a:hlinkClick r:id="rId5"/>
              </a:rPr>
              <a:t>Woman with shopping bags talking on the phone</a:t>
            </a:r>
            <a:endParaRPr/>
          </a:p>
          <a:p>
            <a:pPr marL="457200" marR="50800" lvl="0" indent="-317500" algn="l" rtl="0">
              <a:lnSpc>
                <a:spcPct val="100000"/>
              </a:lnSpc>
              <a:spcBef>
                <a:spcPts val="0"/>
              </a:spcBef>
              <a:spcAft>
                <a:spcPts val="0"/>
              </a:spcAft>
              <a:buSzPts val="1400"/>
              <a:buChar char="●"/>
            </a:pPr>
            <a:r>
              <a:rPr lang="en">
                <a:uFill>
                  <a:noFill/>
                </a:uFill>
                <a:hlinkClick r:id="rId6"/>
              </a:rPr>
              <a:t>Medium shot women talking</a:t>
            </a:r>
            <a:endParaRPr/>
          </a:p>
          <a:p>
            <a:pPr marL="457200" marR="50800" lvl="0" indent="-317500" algn="l" rtl="0">
              <a:lnSpc>
                <a:spcPct val="100000"/>
              </a:lnSpc>
              <a:spcBef>
                <a:spcPts val="0"/>
              </a:spcBef>
              <a:spcAft>
                <a:spcPts val="0"/>
              </a:spcAft>
              <a:buSzPts val="1400"/>
              <a:buChar char="●"/>
            </a:pPr>
            <a:r>
              <a:rPr lang="en">
                <a:uFill>
                  <a:noFill/>
                </a:uFill>
                <a:hlinkClick r:id="rId7"/>
              </a:rPr>
              <a:t>Teamwork meeting with business people</a:t>
            </a:r>
            <a:endParaRPr sz="1200">
              <a:solidFill>
                <a:srgbClr val="374957"/>
              </a:solidFill>
              <a:latin typeface="Proxima Nova"/>
              <a:ea typeface="Proxima Nova"/>
              <a:cs typeface="Proxima Nova"/>
              <a:sym typeface="Proxima Nova"/>
            </a:endParaRPr>
          </a:p>
          <a:p>
            <a:pPr marL="0" marR="50800" lvl="0" indent="0" algn="l" rtl="0">
              <a:lnSpc>
                <a:spcPct val="100000"/>
              </a:lnSpc>
              <a:spcBef>
                <a:spcPts val="0"/>
              </a:spcBef>
              <a:spcAft>
                <a:spcPts val="0"/>
              </a:spcAft>
              <a:buClr>
                <a:schemeClr val="dk1"/>
              </a:buClr>
              <a:buSzPts val="1100"/>
              <a:buFont typeface="Arial"/>
              <a:buNone/>
            </a:pPr>
            <a:endParaRPr>
              <a:solidFill>
                <a:srgbClr val="374957"/>
              </a:solidFill>
            </a:endParaRPr>
          </a:p>
          <a:p>
            <a:pPr marL="0" marR="50800" lvl="0" indent="0" algn="l" rtl="0">
              <a:lnSpc>
                <a:spcPct val="100000"/>
              </a:lnSpc>
              <a:spcBef>
                <a:spcPts val="0"/>
              </a:spcBef>
              <a:spcAft>
                <a:spcPts val="0"/>
              </a:spcAft>
              <a:buClr>
                <a:schemeClr val="dk1"/>
              </a:buClr>
              <a:buSzPts val="1100"/>
              <a:buFont typeface="Arial"/>
              <a:buNone/>
            </a:pPr>
            <a:r>
              <a:rPr lang="en" sz="1800">
                <a:solidFill>
                  <a:schemeClr val="dk1"/>
                </a:solidFill>
                <a:latin typeface="Questrial"/>
                <a:ea typeface="Questrial"/>
                <a:cs typeface="Questrial"/>
                <a:sym typeface="Questrial"/>
              </a:rPr>
              <a:t>ICONS</a:t>
            </a:r>
            <a:endParaRPr sz="1800">
              <a:solidFill>
                <a:schemeClr val="dk1"/>
              </a:solidFill>
            </a:endParaRPr>
          </a:p>
          <a:p>
            <a:pPr marL="457200" lvl="0" indent="-317500" algn="l" rtl="0">
              <a:lnSpc>
                <a:spcPct val="100000"/>
              </a:lnSpc>
              <a:spcBef>
                <a:spcPts val="1000"/>
              </a:spcBef>
              <a:spcAft>
                <a:spcPts val="0"/>
              </a:spcAft>
              <a:buSzPts val="1400"/>
              <a:buChar char="●"/>
            </a:pPr>
            <a:r>
              <a:rPr lang="en">
                <a:uFill>
                  <a:noFill/>
                </a:uFill>
                <a:hlinkClick r:id="rId8"/>
              </a:rPr>
              <a:t>Icon Pack: Ecommerce</a:t>
            </a:r>
            <a:endParaRPr/>
          </a:p>
          <a:p>
            <a:pPr marL="457200" lvl="0" indent="-317500" algn="l" rtl="0">
              <a:lnSpc>
                <a:spcPct val="100000"/>
              </a:lnSpc>
              <a:spcBef>
                <a:spcPts val="0"/>
              </a:spcBef>
              <a:spcAft>
                <a:spcPts val="0"/>
              </a:spcAft>
              <a:buSzPts val="1400"/>
              <a:buChar char="●"/>
            </a:pPr>
            <a:r>
              <a:rPr lang="en">
                <a:uFill>
                  <a:noFill/>
                </a:uFill>
                <a:hlinkClick r:id="rId9"/>
              </a:rPr>
              <a:t>Icon Pack: Birthday</a:t>
            </a:r>
            <a:endParaRPr/>
          </a:p>
          <a:p>
            <a:pPr marL="0" lvl="0" indent="0" algn="l" rtl="0">
              <a:spcBef>
                <a:spcPts val="0"/>
              </a:spcBef>
              <a:spcAft>
                <a:spcPts val="0"/>
              </a:spcAft>
              <a:buNone/>
            </a:pPr>
            <a:endParaRPr/>
          </a:p>
        </p:txBody>
      </p:sp>
      <p:sp>
        <p:nvSpPr>
          <p:cNvPr id="4867" name="Google Shape;4867;p60"/>
          <p:cNvSpPr txBox="1"/>
          <p:nvPr/>
        </p:nvSpPr>
        <p:spPr>
          <a:xfrm>
            <a:off x="706925" y="1015575"/>
            <a:ext cx="7704000" cy="4908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Clr>
                <a:schemeClr val="dk1"/>
              </a:buClr>
              <a:buSzPts val="1100"/>
              <a:buFont typeface="Arial"/>
              <a:buNone/>
            </a:pPr>
            <a:r>
              <a:rPr lang="en">
                <a:solidFill>
                  <a:schemeClr val="dk2"/>
                </a:solidFill>
                <a:latin typeface="Abel"/>
                <a:ea typeface="Abel"/>
                <a:cs typeface="Abel"/>
                <a:sym typeface="Abel"/>
              </a:rPr>
              <a:t>Did you like the resources on this template? Get them for free at our other websites:</a:t>
            </a:r>
            <a:endParaRPr>
              <a:latin typeface="Abel"/>
              <a:ea typeface="Abel"/>
              <a:cs typeface="Abel"/>
              <a:sym typeface="Abel"/>
            </a:endParaRPr>
          </a:p>
        </p:txBody>
      </p:sp>
      <p:sp>
        <p:nvSpPr>
          <p:cNvPr id="4868" name="Google Shape;4868;p60"/>
          <p:cNvSpPr txBox="1">
            <a:spLocks noGrp="1"/>
          </p:cNvSpPr>
          <p:nvPr>
            <p:ph type="body" idx="1"/>
          </p:nvPr>
        </p:nvSpPr>
        <p:spPr>
          <a:xfrm>
            <a:off x="717550" y="1466900"/>
            <a:ext cx="3800400" cy="314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800">
                <a:solidFill>
                  <a:schemeClr val="dk1"/>
                </a:solidFill>
                <a:latin typeface="Questrial"/>
                <a:ea typeface="Questrial"/>
                <a:cs typeface="Questrial"/>
                <a:sym typeface="Questrial"/>
              </a:rPr>
              <a:t>VECTORS</a:t>
            </a:r>
            <a:endParaRPr sz="1800">
              <a:solidFill>
                <a:schemeClr val="dk1"/>
              </a:solidFill>
              <a:latin typeface="Questrial"/>
              <a:ea typeface="Questrial"/>
              <a:cs typeface="Questrial"/>
              <a:sym typeface="Questrial"/>
            </a:endParaRPr>
          </a:p>
          <a:p>
            <a:pPr marL="457200" lvl="0" indent="-317500" algn="l" rtl="0">
              <a:spcBef>
                <a:spcPts val="1000"/>
              </a:spcBef>
              <a:spcAft>
                <a:spcPts val="0"/>
              </a:spcAft>
              <a:buSzPts val="1400"/>
              <a:buChar char="●"/>
            </a:pPr>
            <a:r>
              <a:rPr lang="en">
                <a:uFill>
                  <a:noFill/>
                </a:uFill>
                <a:hlinkClick r:id="rId10"/>
              </a:rPr>
              <a:t>Isometric online shopping illustration concept with square compositions of smartphones shop fronts and carts with people</a:t>
            </a:r>
            <a:endParaRPr/>
          </a:p>
          <a:p>
            <a:pPr marL="457200" marR="50800" lvl="0" indent="-317500" algn="l" rtl="0">
              <a:spcBef>
                <a:spcPts val="0"/>
              </a:spcBef>
              <a:spcAft>
                <a:spcPts val="0"/>
              </a:spcAft>
              <a:buSzPts val="1400"/>
              <a:buChar char="●"/>
            </a:pPr>
            <a:r>
              <a:rPr lang="en">
                <a:uFill>
                  <a:noFill/>
                </a:uFill>
                <a:hlinkClick r:id="rId11"/>
              </a:rPr>
              <a:t>Delivery door screen concept</a:t>
            </a:r>
            <a:endParaRPr/>
          </a:p>
          <a:p>
            <a:pPr marL="457200" marR="50800" lvl="0" indent="-317500" algn="l" rtl="0">
              <a:spcBef>
                <a:spcPts val="0"/>
              </a:spcBef>
              <a:spcAft>
                <a:spcPts val="0"/>
              </a:spcAft>
              <a:buSzPts val="1400"/>
              <a:buChar char="●"/>
            </a:pPr>
            <a:r>
              <a:rPr lang="en">
                <a:uFill>
                  <a:noFill/>
                </a:uFill>
                <a:hlinkClick r:id="rId12"/>
              </a:rPr>
              <a:t>Isometric people online shopping</a:t>
            </a:r>
            <a:endParaRPr/>
          </a:p>
          <a:p>
            <a:pPr marL="457200" marR="50800" lvl="0" indent="-317500" algn="l" rtl="0">
              <a:spcBef>
                <a:spcPts val="0"/>
              </a:spcBef>
              <a:spcAft>
                <a:spcPts val="0"/>
              </a:spcAft>
              <a:buSzPts val="1400"/>
              <a:buChar char="●"/>
            </a:pPr>
            <a:r>
              <a:rPr lang="en">
                <a:uFill>
                  <a:noFill/>
                </a:uFill>
                <a:hlinkClick r:id="rId13"/>
              </a:rPr>
              <a:t>Online service set</a:t>
            </a:r>
            <a:endParaRPr/>
          </a:p>
          <a:p>
            <a:pPr marL="457200" marR="50800" lvl="0" indent="-317500" algn="l" rtl="0">
              <a:spcBef>
                <a:spcPts val="0"/>
              </a:spcBef>
              <a:spcAft>
                <a:spcPts val="0"/>
              </a:spcAft>
              <a:buSzPts val="1400"/>
              <a:buChar char="●"/>
            </a:pPr>
            <a:r>
              <a:rPr lang="en">
                <a:uFill>
                  <a:noFill/>
                </a:uFill>
                <a:hlinkClick r:id="rId14"/>
              </a:rPr>
              <a:t>Isometric cyber monday sale background</a:t>
            </a:r>
            <a:endParaRPr>
              <a:solidFill>
                <a:srgbClr val="000000"/>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872"/>
        <p:cNvGrpSpPr/>
        <p:nvPr/>
      </p:nvGrpSpPr>
      <p:grpSpPr>
        <a:xfrm>
          <a:off x="0" y="0"/>
          <a:ext cx="0" cy="0"/>
          <a:chOff x="0" y="0"/>
          <a:chExt cx="0" cy="0"/>
        </a:xfrm>
      </p:grpSpPr>
      <p:sp>
        <p:nvSpPr>
          <p:cNvPr id="4873" name="Google Shape;4873;p61"/>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4874" name="Google Shape;4874;p6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a:t>
            </a:r>
            <a:endParaRPr/>
          </a:p>
        </p:txBody>
      </p:sp>
      <p:sp>
        <p:nvSpPr>
          <p:cNvPr id="4875" name="Google Shape;4875;p61"/>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u="sng">
                <a:solidFill>
                  <a:schemeClr val="hlink"/>
                </a:solidFill>
                <a:hlinkClick r:id="rId6" action="ppaction://hlinksldjump"/>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879"/>
        <p:cNvGrpSpPr/>
        <p:nvPr/>
      </p:nvGrpSpPr>
      <p:grpSpPr>
        <a:xfrm>
          <a:off x="0" y="0"/>
          <a:ext cx="0" cy="0"/>
          <a:chOff x="0" y="0"/>
          <a:chExt cx="0" cy="0"/>
        </a:xfrm>
      </p:grpSpPr>
      <p:sp>
        <p:nvSpPr>
          <p:cNvPr id="4880" name="Google Shape;4880;p62"/>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4881" name="Google Shape;4881;p62"/>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4882" name="Google Shape;4882;p6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886"/>
        <p:cNvGrpSpPr/>
        <p:nvPr/>
      </p:nvGrpSpPr>
      <p:grpSpPr>
        <a:xfrm>
          <a:off x="0" y="0"/>
          <a:ext cx="0" cy="0"/>
          <a:chOff x="0" y="0"/>
          <a:chExt cx="0" cy="0"/>
        </a:xfrm>
      </p:grpSpPr>
      <p:sp>
        <p:nvSpPr>
          <p:cNvPr id="4887" name="Google Shape;4887;p63"/>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4888" name="Google Shape;4888;p63"/>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chemeClr val="lt1"/>
                </a:solidFill>
              </a:rPr>
              <a:t>Questrial</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https://fonts.google.com/specimen/Questrial</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chemeClr val="lt1"/>
              </a:solidFill>
            </a:endParaRPr>
          </a:p>
          <a:p>
            <a:pPr marL="0" lvl="0" indent="0" algn="ctr" rtl="0">
              <a:lnSpc>
                <a:spcPct val="115000"/>
              </a:lnSpc>
              <a:spcBef>
                <a:spcPts val="0"/>
              </a:spcBef>
              <a:spcAft>
                <a:spcPts val="0"/>
              </a:spcAft>
              <a:buNone/>
            </a:pPr>
            <a:r>
              <a:rPr lang="en" sz="1100" b="1">
                <a:solidFill>
                  <a:schemeClr val="lt1"/>
                </a:solidFill>
              </a:rPr>
              <a:t>Abel</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https://fonts.google.com/specimen/Abel</a:t>
            </a:r>
            <a:r>
              <a:rPr lang="en" sz="1100">
                <a:solidFill>
                  <a:schemeClr val="lt1"/>
                </a:solidFill>
              </a:rPr>
              <a:t>)</a:t>
            </a:r>
            <a:endParaRPr sz="1100">
              <a:solidFill>
                <a:schemeClr val="lt1"/>
              </a:solidFill>
            </a:endParaRPr>
          </a:p>
        </p:txBody>
      </p:sp>
      <p:sp>
        <p:nvSpPr>
          <p:cNvPr id="4889" name="Google Shape;4889;p63"/>
          <p:cNvSpPr/>
          <p:nvPr/>
        </p:nvSpPr>
        <p:spPr>
          <a:xfrm>
            <a:off x="2052650" y="2988225"/>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3"/>
          <p:cNvSpPr/>
          <p:nvPr/>
        </p:nvSpPr>
        <p:spPr>
          <a:xfrm>
            <a:off x="3114470"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3"/>
          <p:cNvSpPr/>
          <p:nvPr/>
        </p:nvSpPr>
        <p:spPr>
          <a:xfrm>
            <a:off x="4176289" y="2988225"/>
            <a:ext cx="791400" cy="754200"/>
          </a:xfrm>
          <a:prstGeom prst="roundRect">
            <a:avLst>
              <a:gd name="adj" fmla="val 16667"/>
            </a:avLst>
          </a:prstGeom>
          <a:solidFill>
            <a:srgbClr val="68686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3"/>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4893" name="Google Shape;4893;p63"/>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4894" name="Google Shape;4894;p63"/>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rPr>
              <a:t>#686868</a:t>
            </a:r>
            <a:endParaRPr sz="1000">
              <a:solidFill>
                <a:schemeClr val="lt1"/>
              </a:solidFill>
            </a:endParaRPr>
          </a:p>
        </p:txBody>
      </p:sp>
      <p:sp>
        <p:nvSpPr>
          <p:cNvPr id="4895" name="Google Shape;4895;p63"/>
          <p:cNvSpPr/>
          <p:nvPr/>
        </p:nvSpPr>
        <p:spPr>
          <a:xfrm>
            <a:off x="5238125" y="2988225"/>
            <a:ext cx="791400" cy="754200"/>
          </a:xfrm>
          <a:prstGeom prst="roundRect">
            <a:avLst>
              <a:gd name="adj" fmla="val 16667"/>
            </a:avLst>
          </a:prstGeom>
          <a:solidFill>
            <a:srgbClr val="EFE4C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3"/>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#efe4c8</a:t>
            </a:r>
            <a:endParaRPr sz="1000">
              <a:solidFill>
                <a:srgbClr val="FFFFFF"/>
              </a:solidFill>
            </a:endParaRPr>
          </a:p>
        </p:txBody>
      </p:sp>
      <p:sp>
        <p:nvSpPr>
          <p:cNvPr id="4897" name="Google Shape;4897;p63"/>
          <p:cNvSpPr/>
          <p:nvPr/>
        </p:nvSpPr>
        <p:spPr>
          <a:xfrm>
            <a:off x="2052650" y="3919325"/>
            <a:ext cx="791400" cy="754200"/>
          </a:xfrm>
          <a:prstGeom prst="roundRect">
            <a:avLst>
              <a:gd name="adj" fmla="val 16667"/>
            </a:avLst>
          </a:prstGeom>
          <a:solidFill>
            <a:srgbClr val="D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3"/>
          <p:cNvSpPr/>
          <p:nvPr/>
        </p:nvSpPr>
        <p:spPr>
          <a:xfrm>
            <a:off x="3114470" y="3919325"/>
            <a:ext cx="791400" cy="754200"/>
          </a:xfrm>
          <a:prstGeom prst="roundRect">
            <a:avLst>
              <a:gd name="adj" fmla="val 16667"/>
            </a:avLst>
          </a:prstGeom>
          <a:solidFill>
            <a:srgbClr val="A3D6D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3"/>
          <p:cNvSpPr/>
          <p:nvPr/>
        </p:nvSpPr>
        <p:spPr>
          <a:xfrm>
            <a:off x="4176289" y="3919325"/>
            <a:ext cx="791400" cy="754200"/>
          </a:xfrm>
          <a:prstGeom prst="roundRect">
            <a:avLst>
              <a:gd name="adj" fmla="val 16667"/>
            </a:avLst>
          </a:prstGeom>
          <a:solidFill>
            <a:srgbClr val="EBB7B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3"/>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#d7e7e7</a:t>
            </a:r>
            <a:endParaRPr sz="1000">
              <a:solidFill>
                <a:srgbClr val="FFFFFF"/>
              </a:solidFill>
            </a:endParaRPr>
          </a:p>
        </p:txBody>
      </p:sp>
      <p:sp>
        <p:nvSpPr>
          <p:cNvPr id="4901" name="Google Shape;4901;p63"/>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#a3d6d7</a:t>
            </a:r>
            <a:endParaRPr sz="1000">
              <a:solidFill>
                <a:srgbClr val="FFFFFF"/>
              </a:solidFill>
            </a:endParaRPr>
          </a:p>
        </p:txBody>
      </p:sp>
      <p:sp>
        <p:nvSpPr>
          <p:cNvPr id="4902" name="Google Shape;4902;p63"/>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#ebb7b0</a:t>
            </a:r>
            <a:endParaRPr sz="1000">
              <a:solidFill>
                <a:srgbClr val="FFFFFF"/>
              </a:solidFill>
            </a:endParaRPr>
          </a:p>
        </p:txBody>
      </p:sp>
      <p:sp>
        <p:nvSpPr>
          <p:cNvPr id="4903" name="Google Shape;4903;p63"/>
          <p:cNvSpPr/>
          <p:nvPr/>
        </p:nvSpPr>
        <p:spPr>
          <a:xfrm>
            <a:off x="5238125" y="3919325"/>
            <a:ext cx="791400" cy="754200"/>
          </a:xfrm>
          <a:prstGeom prst="roundRect">
            <a:avLst>
              <a:gd name="adj" fmla="val 16667"/>
            </a:avLst>
          </a:prstGeom>
          <a:solidFill>
            <a:srgbClr val="F1908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3"/>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#f19082</a:t>
            </a:r>
            <a:endParaRPr sz="1000">
              <a:solidFill>
                <a:srgbClr val="FFFFFF"/>
              </a:solidFill>
            </a:endParaRPr>
          </a:p>
        </p:txBody>
      </p:sp>
      <p:sp>
        <p:nvSpPr>
          <p:cNvPr id="4905" name="Google Shape;4905;p63"/>
          <p:cNvSpPr/>
          <p:nvPr/>
        </p:nvSpPr>
        <p:spPr>
          <a:xfrm>
            <a:off x="6299950" y="2988225"/>
            <a:ext cx="791400" cy="754200"/>
          </a:xfrm>
          <a:prstGeom prst="roundRect">
            <a:avLst>
              <a:gd name="adj" fmla="val 16667"/>
            </a:avLst>
          </a:prstGeom>
          <a:solidFill>
            <a:srgbClr val="EFEFE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3"/>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rPr>
              <a:t>#efefef</a:t>
            </a:r>
            <a:endParaRPr sz="1000">
              <a:solidFill>
                <a:srgbClr val="FFFFFF"/>
              </a:solidFill>
            </a:endParaRPr>
          </a:p>
        </p:txBody>
      </p:sp>
      <p:sp>
        <p:nvSpPr>
          <p:cNvPr id="4907" name="Google Shape;4907;p63"/>
          <p:cNvSpPr/>
          <p:nvPr/>
        </p:nvSpPr>
        <p:spPr>
          <a:xfrm>
            <a:off x="6299950" y="3919325"/>
            <a:ext cx="791400" cy="754200"/>
          </a:xfrm>
          <a:prstGeom prst="roundRect">
            <a:avLst>
              <a:gd name="adj" fmla="val 16667"/>
            </a:avLst>
          </a:prstGeom>
          <a:solidFill>
            <a:srgbClr val="CD4A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3"/>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rPr>
              <a:t>#cd4a38</a:t>
            </a:r>
            <a:endParaRPr sz="1000">
              <a:solidFill>
                <a:schemeClr val="lt1"/>
              </a:solidFill>
            </a:endParaRPr>
          </a:p>
        </p:txBody>
      </p:sp>
      <p:sp>
        <p:nvSpPr>
          <p:cNvPr id="4909" name="Google Shape;4909;p6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13"/>
        <p:cNvGrpSpPr/>
        <p:nvPr/>
      </p:nvGrpSpPr>
      <p:grpSpPr>
        <a:xfrm>
          <a:off x="0" y="0"/>
          <a:ext cx="0" cy="0"/>
          <a:chOff x="0" y="0"/>
          <a:chExt cx="0" cy="0"/>
        </a:xfrm>
      </p:grpSpPr>
      <p:sp>
        <p:nvSpPr>
          <p:cNvPr id="4914" name="Google Shape;4914;p64"/>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sp>
        <p:nvSpPr>
          <p:cNvPr id="4915" name="Google Shape;4915;p6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4916" name="Google Shape;4916;p64"/>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4917" name="Google Shape;4917;p64">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4918" name="Google Shape;4918;p64">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4919" name="Google Shape;4919;p64">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4920" name="Google Shape;4920;p64">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4921" name="Google Shape;4921;p64"/>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4922" name="Google Shape;4922;p64"/>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4923" name="Google Shape;4923;p64"/>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4924" name="Google Shape;4924;p64"/>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4925" name="Google Shape;4925;p64">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929"/>
        <p:cNvGrpSpPr/>
        <p:nvPr/>
      </p:nvGrpSpPr>
      <p:grpSpPr>
        <a:xfrm>
          <a:off x="0" y="0"/>
          <a:ext cx="0" cy="0"/>
          <a:chOff x="0" y="0"/>
          <a:chExt cx="0" cy="0"/>
        </a:xfrm>
      </p:grpSpPr>
      <p:sp>
        <p:nvSpPr>
          <p:cNvPr id="4930" name="Google Shape;4930;p65"/>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4931" name="Google Shape;4931;p65"/>
          <p:cNvGrpSpPr/>
          <p:nvPr/>
        </p:nvGrpSpPr>
        <p:grpSpPr>
          <a:xfrm>
            <a:off x="5156078" y="3085736"/>
            <a:ext cx="474294" cy="551291"/>
            <a:chOff x="4727025" y="1332775"/>
            <a:chExt cx="59900" cy="69625"/>
          </a:xfrm>
        </p:grpSpPr>
        <p:sp>
          <p:nvSpPr>
            <p:cNvPr id="4932" name="Google Shape;4932;p6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65"/>
          <p:cNvGrpSpPr/>
          <p:nvPr/>
        </p:nvGrpSpPr>
        <p:grpSpPr>
          <a:xfrm>
            <a:off x="5769734" y="2314340"/>
            <a:ext cx="555653" cy="557031"/>
            <a:chOff x="4820425" y="1329900"/>
            <a:chExt cx="70175" cy="70350"/>
          </a:xfrm>
        </p:grpSpPr>
        <p:sp>
          <p:nvSpPr>
            <p:cNvPr id="4935" name="Google Shape;4935;p6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9" name="Google Shape;4939;p65"/>
          <p:cNvGrpSpPr/>
          <p:nvPr/>
        </p:nvGrpSpPr>
        <p:grpSpPr>
          <a:xfrm>
            <a:off x="6396103" y="2318845"/>
            <a:ext cx="582574" cy="533871"/>
            <a:chOff x="4903200" y="1331525"/>
            <a:chExt cx="73575" cy="67425"/>
          </a:xfrm>
        </p:grpSpPr>
        <p:sp>
          <p:nvSpPr>
            <p:cNvPr id="4940" name="Google Shape;4940;p6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2" name="Google Shape;4942;p65"/>
          <p:cNvGrpSpPr/>
          <p:nvPr/>
        </p:nvGrpSpPr>
        <p:grpSpPr>
          <a:xfrm>
            <a:off x="5755581" y="3078709"/>
            <a:ext cx="583960" cy="565345"/>
            <a:chOff x="4815575" y="1416800"/>
            <a:chExt cx="73750" cy="71400"/>
          </a:xfrm>
        </p:grpSpPr>
        <p:sp>
          <p:nvSpPr>
            <p:cNvPr id="4943" name="Google Shape;4943;p6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6" name="Google Shape;4946;p65"/>
          <p:cNvGrpSpPr/>
          <p:nvPr/>
        </p:nvGrpSpPr>
        <p:grpSpPr>
          <a:xfrm>
            <a:off x="6390362" y="3108896"/>
            <a:ext cx="589898" cy="504970"/>
            <a:chOff x="4902475" y="1418875"/>
            <a:chExt cx="74500" cy="63775"/>
          </a:xfrm>
        </p:grpSpPr>
        <p:sp>
          <p:nvSpPr>
            <p:cNvPr id="4947" name="Google Shape;4947;p6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9" name="Google Shape;4949;p65"/>
          <p:cNvGrpSpPr/>
          <p:nvPr/>
        </p:nvGrpSpPr>
        <p:grpSpPr>
          <a:xfrm>
            <a:off x="5765577" y="3826000"/>
            <a:ext cx="563967" cy="567127"/>
            <a:chOff x="4818100" y="1507675"/>
            <a:chExt cx="71225" cy="71625"/>
          </a:xfrm>
        </p:grpSpPr>
        <p:sp>
          <p:nvSpPr>
            <p:cNvPr id="4950" name="Google Shape;4950;p6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4" name="Google Shape;4954;p65"/>
          <p:cNvGrpSpPr/>
          <p:nvPr/>
        </p:nvGrpSpPr>
        <p:grpSpPr>
          <a:xfrm>
            <a:off x="5079075" y="3829461"/>
            <a:ext cx="628301" cy="588505"/>
            <a:chOff x="4721450" y="1509475"/>
            <a:chExt cx="79350" cy="74325"/>
          </a:xfrm>
        </p:grpSpPr>
        <p:sp>
          <p:nvSpPr>
            <p:cNvPr id="4955" name="Google Shape;4955;p6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9" name="Google Shape;4959;p65"/>
          <p:cNvGrpSpPr/>
          <p:nvPr/>
        </p:nvGrpSpPr>
        <p:grpSpPr>
          <a:xfrm>
            <a:off x="6424608" y="3814027"/>
            <a:ext cx="557038" cy="562772"/>
            <a:chOff x="4906800" y="1507500"/>
            <a:chExt cx="70350" cy="71075"/>
          </a:xfrm>
        </p:grpSpPr>
        <p:sp>
          <p:nvSpPr>
            <p:cNvPr id="4960" name="Google Shape;4960;p6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5" name="Google Shape;4965;p65"/>
          <p:cNvGrpSpPr/>
          <p:nvPr/>
        </p:nvGrpSpPr>
        <p:grpSpPr>
          <a:xfrm>
            <a:off x="4462216" y="2340963"/>
            <a:ext cx="517934" cy="517934"/>
            <a:chOff x="3736598" y="2170606"/>
            <a:chExt cx="404889" cy="404889"/>
          </a:xfrm>
        </p:grpSpPr>
        <p:sp>
          <p:nvSpPr>
            <p:cNvPr id="4966" name="Google Shape;4966;p6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0" name="Google Shape;4970;p65"/>
          <p:cNvGrpSpPr/>
          <p:nvPr/>
        </p:nvGrpSpPr>
        <p:grpSpPr>
          <a:xfrm>
            <a:off x="3729277" y="2341061"/>
            <a:ext cx="586986" cy="517740"/>
            <a:chOff x="3161917" y="2170682"/>
            <a:chExt cx="458870" cy="404737"/>
          </a:xfrm>
        </p:grpSpPr>
        <p:sp>
          <p:nvSpPr>
            <p:cNvPr id="4971" name="Google Shape;4971;p6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4" name="Google Shape;4974;p65"/>
          <p:cNvGrpSpPr/>
          <p:nvPr/>
        </p:nvGrpSpPr>
        <p:grpSpPr>
          <a:xfrm>
            <a:off x="3752299" y="3102400"/>
            <a:ext cx="540943" cy="517963"/>
            <a:chOff x="3179914" y="2889488"/>
            <a:chExt cx="422876" cy="404911"/>
          </a:xfrm>
        </p:grpSpPr>
        <p:sp>
          <p:nvSpPr>
            <p:cNvPr id="4975" name="Google Shape;4975;p6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6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6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1" name="Google Shape;4981;p65"/>
          <p:cNvGrpSpPr/>
          <p:nvPr/>
        </p:nvGrpSpPr>
        <p:grpSpPr>
          <a:xfrm>
            <a:off x="4453093" y="3102358"/>
            <a:ext cx="536180" cy="518047"/>
            <a:chOff x="3729467" y="2889422"/>
            <a:chExt cx="419153" cy="404977"/>
          </a:xfrm>
        </p:grpSpPr>
        <p:sp>
          <p:nvSpPr>
            <p:cNvPr id="4982" name="Google Shape;4982;p6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9" name="Google Shape;4989;p65"/>
          <p:cNvGrpSpPr/>
          <p:nvPr/>
        </p:nvGrpSpPr>
        <p:grpSpPr>
          <a:xfrm>
            <a:off x="1990126" y="3445787"/>
            <a:ext cx="965351" cy="134611"/>
            <a:chOff x="4411970" y="2962952"/>
            <a:chExt cx="706544" cy="104212"/>
          </a:xfrm>
        </p:grpSpPr>
        <p:sp>
          <p:nvSpPr>
            <p:cNvPr id="4990" name="Google Shape;4990;p6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4" name="Google Shape;4994;p65"/>
          <p:cNvGrpSpPr/>
          <p:nvPr/>
        </p:nvGrpSpPr>
        <p:grpSpPr>
          <a:xfrm>
            <a:off x="1990126" y="3041077"/>
            <a:ext cx="960158" cy="289172"/>
            <a:chOff x="4411970" y="2726085"/>
            <a:chExt cx="643107" cy="193659"/>
          </a:xfrm>
        </p:grpSpPr>
        <p:sp>
          <p:nvSpPr>
            <p:cNvPr id="4995" name="Google Shape;4995;p6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8" name="Google Shape;4998;p65"/>
          <p:cNvGrpSpPr/>
          <p:nvPr/>
        </p:nvGrpSpPr>
        <p:grpSpPr>
          <a:xfrm>
            <a:off x="998624" y="3295400"/>
            <a:ext cx="811503" cy="252584"/>
            <a:chOff x="4411970" y="4340222"/>
            <a:chExt cx="779467" cy="242683"/>
          </a:xfrm>
        </p:grpSpPr>
        <p:sp>
          <p:nvSpPr>
            <p:cNvPr id="4999" name="Google Shape;4999;p6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2" name="Google Shape;5002;p65"/>
          <p:cNvGrpSpPr/>
          <p:nvPr/>
        </p:nvGrpSpPr>
        <p:grpSpPr>
          <a:xfrm>
            <a:off x="1990126" y="2709308"/>
            <a:ext cx="965160" cy="216230"/>
            <a:chOff x="4411970" y="2468674"/>
            <a:chExt cx="747317" cy="167425"/>
          </a:xfrm>
        </p:grpSpPr>
        <p:sp>
          <p:nvSpPr>
            <p:cNvPr id="5003" name="Google Shape;5003;p6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5" name="Google Shape;5005;p65"/>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6" name="Google Shape;5006;p65"/>
          <p:cNvGrpSpPr/>
          <p:nvPr/>
        </p:nvGrpSpPr>
        <p:grpSpPr>
          <a:xfrm>
            <a:off x="997692" y="2334687"/>
            <a:ext cx="1959041" cy="208784"/>
            <a:chOff x="6336019" y="3733725"/>
            <a:chExt cx="2566206" cy="351310"/>
          </a:xfrm>
        </p:grpSpPr>
        <p:sp>
          <p:nvSpPr>
            <p:cNvPr id="5007" name="Google Shape;5007;p6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1" name="Google Shape;5011;p65"/>
          <p:cNvGrpSpPr/>
          <p:nvPr/>
        </p:nvGrpSpPr>
        <p:grpSpPr>
          <a:xfrm>
            <a:off x="1990126" y="3950602"/>
            <a:ext cx="946551" cy="153200"/>
            <a:chOff x="4404545" y="3301592"/>
            <a:chExt cx="782403" cy="129272"/>
          </a:xfrm>
        </p:grpSpPr>
        <p:sp>
          <p:nvSpPr>
            <p:cNvPr id="5012" name="Google Shape;5012;p6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4" name="Google Shape;5014;p65"/>
          <p:cNvGrpSpPr/>
          <p:nvPr/>
        </p:nvGrpSpPr>
        <p:grpSpPr>
          <a:xfrm>
            <a:off x="1990126" y="3695937"/>
            <a:ext cx="962257" cy="139127"/>
            <a:chOff x="4411970" y="3131459"/>
            <a:chExt cx="710520" cy="117397"/>
          </a:xfrm>
        </p:grpSpPr>
        <p:sp>
          <p:nvSpPr>
            <p:cNvPr id="5015" name="Google Shape;5015;p6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7" name="Google Shape;5017;p65"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18" name="Google Shape;5018;p65"/>
          <p:cNvGrpSpPr/>
          <p:nvPr/>
        </p:nvGrpSpPr>
        <p:grpSpPr>
          <a:xfrm>
            <a:off x="990271" y="3621603"/>
            <a:ext cx="823838" cy="458988"/>
            <a:chOff x="4411970" y="1801825"/>
            <a:chExt cx="734586" cy="409262"/>
          </a:xfrm>
        </p:grpSpPr>
        <p:sp>
          <p:nvSpPr>
            <p:cNvPr id="5019" name="Google Shape;5019;p6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1" name="Google Shape;5021;p65"/>
          <p:cNvGrpSpPr/>
          <p:nvPr/>
        </p:nvGrpSpPr>
        <p:grpSpPr>
          <a:xfrm>
            <a:off x="3095243" y="2339173"/>
            <a:ext cx="521514" cy="521514"/>
            <a:chOff x="5681300" y="2527788"/>
            <a:chExt cx="805800" cy="805800"/>
          </a:xfrm>
        </p:grpSpPr>
        <p:sp>
          <p:nvSpPr>
            <p:cNvPr id="5022" name="Google Shape;5022;p6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4" name="Google Shape;5024;p65"/>
          <p:cNvGrpSpPr/>
          <p:nvPr/>
        </p:nvGrpSpPr>
        <p:grpSpPr>
          <a:xfrm>
            <a:off x="3089483" y="3094865"/>
            <a:ext cx="533033" cy="533033"/>
            <a:chOff x="4049800" y="640400"/>
            <a:chExt cx="858900" cy="858900"/>
          </a:xfrm>
        </p:grpSpPr>
        <p:sp>
          <p:nvSpPr>
            <p:cNvPr id="5025" name="Google Shape;5025;p6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7" name="Google Shape;5027;p65"/>
          <p:cNvGrpSpPr/>
          <p:nvPr/>
        </p:nvGrpSpPr>
        <p:grpSpPr>
          <a:xfrm>
            <a:off x="3014966" y="3772543"/>
            <a:ext cx="682068" cy="682068"/>
            <a:chOff x="5080188" y="927900"/>
            <a:chExt cx="961200" cy="961200"/>
          </a:xfrm>
        </p:grpSpPr>
        <p:sp>
          <p:nvSpPr>
            <p:cNvPr id="5028" name="Google Shape;5028;p6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6" name="Google Shape;5036;p65"/>
          <p:cNvGrpSpPr/>
          <p:nvPr/>
        </p:nvGrpSpPr>
        <p:grpSpPr>
          <a:xfrm>
            <a:off x="4478465" y="3869234"/>
            <a:ext cx="505650" cy="504006"/>
            <a:chOff x="6039282" y="1042577"/>
            <a:chExt cx="734315" cy="731929"/>
          </a:xfrm>
        </p:grpSpPr>
        <p:sp>
          <p:nvSpPr>
            <p:cNvPr id="5037" name="Google Shape;5037;p6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8" name="Google Shape;5058;p65"/>
          <p:cNvGrpSpPr/>
          <p:nvPr/>
        </p:nvGrpSpPr>
        <p:grpSpPr>
          <a:xfrm>
            <a:off x="5091067" y="2298862"/>
            <a:ext cx="567744" cy="602136"/>
            <a:chOff x="1825800" y="1651625"/>
            <a:chExt cx="539989" cy="571775"/>
          </a:xfrm>
        </p:grpSpPr>
        <p:sp>
          <p:nvSpPr>
            <p:cNvPr id="5059" name="Google Shape;5059;p6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3" name="Google Shape;5063;p65"/>
          <p:cNvGrpSpPr/>
          <p:nvPr/>
        </p:nvGrpSpPr>
        <p:grpSpPr>
          <a:xfrm>
            <a:off x="3765995" y="3855579"/>
            <a:ext cx="508123" cy="507955"/>
            <a:chOff x="1897577" y="2802432"/>
            <a:chExt cx="492176" cy="492014"/>
          </a:xfrm>
        </p:grpSpPr>
        <p:sp>
          <p:nvSpPr>
            <p:cNvPr id="5064" name="Google Shape;5064;p6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6" name="Google Shape;5076;p65"/>
          <p:cNvGrpSpPr/>
          <p:nvPr/>
        </p:nvGrpSpPr>
        <p:grpSpPr>
          <a:xfrm>
            <a:off x="997525" y="4169123"/>
            <a:ext cx="809227" cy="200842"/>
            <a:chOff x="2013045" y="4813233"/>
            <a:chExt cx="921986" cy="228854"/>
          </a:xfrm>
        </p:grpSpPr>
        <p:sp>
          <p:nvSpPr>
            <p:cNvPr id="5077" name="Google Shape;5077;p6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9" name="Google Shape;5079;p65"/>
          <p:cNvGrpSpPr/>
          <p:nvPr/>
        </p:nvGrpSpPr>
        <p:grpSpPr>
          <a:xfrm>
            <a:off x="1005985" y="2656004"/>
            <a:ext cx="792421" cy="269941"/>
            <a:chOff x="1046767" y="4756633"/>
            <a:chExt cx="859646" cy="292841"/>
          </a:xfrm>
        </p:grpSpPr>
        <p:sp>
          <p:nvSpPr>
            <p:cNvPr id="5080" name="Google Shape;5080;p6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3" name="Google Shape;5083;p65"/>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5"/>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65"/>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65"/>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7" name="Google Shape;5087;p65"/>
          <p:cNvGrpSpPr/>
          <p:nvPr/>
        </p:nvGrpSpPr>
        <p:grpSpPr>
          <a:xfrm>
            <a:off x="7141841" y="2550562"/>
            <a:ext cx="166473" cy="141497"/>
            <a:chOff x="4660325" y="1866850"/>
            <a:chExt cx="68350" cy="58100"/>
          </a:xfrm>
        </p:grpSpPr>
        <p:sp>
          <p:nvSpPr>
            <p:cNvPr id="5088" name="Google Shape;5088;p6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0" name="Google Shape;5090;p65"/>
          <p:cNvGrpSpPr/>
          <p:nvPr/>
        </p:nvGrpSpPr>
        <p:grpSpPr>
          <a:xfrm>
            <a:off x="7451186" y="2576286"/>
            <a:ext cx="162515" cy="90049"/>
            <a:chOff x="4791775" y="1877500"/>
            <a:chExt cx="66725" cy="36975"/>
          </a:xfrm>
        </p:grpSpPr>
        <p:sp>
          <p:nvSpPr>
            <p:cNvPr id="5091" name="Google Shape;5091;p6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3" name="Google Shape;5093;p65"/>
          <p:cNvGrpSpPr/>
          <p:nvPr/>
        </p:nvGrpSpPr>
        <p:grpSpPr>
          <a:xfrm>
            <a:off x="7772899" y="2576286"/>
            <a:ext cx="144979" cy="90049"/>
            <a:chOff x="4923925" y="1877500"/>
            <a:chExt cx="59525" cy="36975"/>
          </a:xfrm>
        </p:grpSpPr>
        <p:sp>
          <p:nvSpPr>
            <p:cNvPr id="5094" name="Google Shape;5094;p6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6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6" name="Google Shape;5096;p65"/>
          <p:cNvGrpSpPr/>
          <p:nvPr/>
        </p:nvGrpSpPr>
        <p:grpSpPr>
          <a:xfrm>
            <a:off x="8067390" y="2558477"/>
            <a:ext cx="141447" cy="125667"/>
            <a:chOff x="5058450" y="1870100"/>
            <a:chExt cx="58075" cy="51600"/>
          </a:xfrm>
        </p:grpSpPr>
        <p:sp>
          <p:nvSpPr>
            <p:cNvPr id="5097" name="Google Shape;5097;p6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9" name="Google Shape;5099;p65"/>
          <p:cNvGrpSpPr/>
          <p:nvPr/>
        </p:nvGrpSpPr>
        <p:grpSpPr>
          <a:xfrm>
            <a:off x="7481905" y="2980885"/>
            <a:ext cx="101077" cy="107645"/>
            <a:chOff x="4811425" y="2065025"/>
            <a:chExt cx="41500" cy="44200"/>
          </a:xfrm>
        </p:grpSpPr>
        <p:sp>
          <p:nvSpPr>
            <p:cNvPr id="5100" name="Google Shape;5100;p6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2" name="Google Shape;5102;p65"/>
          <p:cNvGrpSpPr/>
          <p:nvPr/>
        </p:nvGrpSpPr>
        <p:grpSpPr>
          <a:xfrm>
            <a:off x="7774342" y="2981098"/>
            <a:ext cx="120867" cy="107218"/>
            <a:chOff x="4929875" y="2065025"/>
            <a:chExt cx="49625" cy="44025"/>
          </a:xfrm>
        </p:grpSpPr>
        <p:sp>
          <p:nvSpPr>
            <p:cNvPr id="5103" name="Google Shape;5103;p6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5" name="Google Shape;5105;p65"/>
          <p:cNvGrpSpPr/>
          <p:nvPr/>
        </p:nvGrpSpPr>
        <p:grpSpPr>
          <a:xfrm>
            <a:off x="8103011" y="2984112"/>
            <a:ext cx="70206" cy="101191"/>
            <a:chOff x="5083925" y="2066350"/>
            <a:chExt cx="28825" cy="41550"/>
          </a:xfrm>
        </p:grpSpPr>
        <p:sp>
          <p:nvSpPr>
            <p:cNvPr id="5106" name="Google Shape;5106;p6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8" name="Google Shape;5108;p65"/>
          <p:cNvGrpSpPr/>
          <p:nvPr/>
        </p:nvGrpSpPr>
        <p:grpSpPr>
          <a:xfrm>
            <a:off x="7134565" y="2999759"/>
            <a:ext cx="181026" cy="69896"/>
            <a:chOff x="4659775" y="2072775"/>
            <a:chExt cx="74325" cy="28700"/>
          </a:xfrm>
        </p:grpSpPr>
        <p:sp>
          <p:nvSpPr>
            <p:cNvPr id="5109" name="Google Shape;5109;p6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2" name="Google Shape;5112;p65"/>
          <p:cNvGrpSpPr/>
          <p:nvPr/>
        </p:nvGrpSpPr>
        <p:grpSpPr>
          <a:xfrm>
            <a:off x="8054421" y="2790324"/>
            <a:ext cx="167387" cy="89197"/>
            <a:chOff x="4662475" y="1976500"/>
            <a:chExt cx="68725" cy="36625"/>
          </a:xfrm>
        </p:grpSpPr>
        <p:sp>
          <p:nvSpPr>
            <p:cNvPr id="5113" name="Google Shape;5113;p6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6" name="Google Shape;5116;p65"/>
          <p:cNvGrpSpPr/>
          <p:nvPr/>
        </p:nvGrpSpPr>
        <p:grpSpPr>
          <a:xfrm>
            <a:off x="7751326" y="2793764"/>
            <a:ext cx="166899" cy="82317"/>
            <a:chOff x="4920150" y="1977875"/>
            <a:chExt cx="68525" cy="33800"/>
          </a:xfrm>
        </p:grpSpPr>
        <p:sp>
          <p:nvSpPr>
            <p:cNvPr id="5117" name="Google Shape;5117;p6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0" name="Google Shape;5120;p65"/>
          <p:cNvGrpSpPr/>
          <p:nvPr/>
        </p:nvGrpSpPr>
        <p:grpSpPr>
          <a:xfrm>
            <a:off x="7162483" y="3197682"/>
            <a:ext cx="125190" cy="127859"/>
            <a:chOff x="4676550" y="2160575"/>
            <a:chExt cx="51400" cy="52500"/>
          </a:xfrm>
        </p:grpSpPr>
        <p:sp>
          <p:nvSpPr>
            <p:cNvPr id="5121" name="Google Shape;5121;p6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4" name="Google Shape;5124;p65"/>
          <p:cNvGrpSpPr/>
          <p:nvPr/>
        </p:nvGrpSpPr>
        <p:grpSpPr>
          <a:xfrm>
            <a:off x="7459741" y="3204714"/>
            <a:ext cx="145405" cy="113794"/>
            <a:chOff x="4768325" y="2163475"/>
            <a:chExt cx="59700" cy="46725"/>
          </a:xfrm>
        </p:grpSpPr>
        <p:sp>
          <p:nvSpPr>
            <p:cNvPr id="5125" name="Google Shape;5125;p6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27" name="Google Shape;5127;p65"/>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5"/>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5"/>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5"/>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5"/>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5"/>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33" name="Google Shape;5133;p65"/>
          <p:cNvGrpSpPr/>
          <p:nvPr/>
        </p:nvGrpSpPr>
        <p:grpSpPr>
          <a:xfrm>
            <a:off x="7476059" y="3459808"/>
            <a:ext cx="112768" cy="106853"/>
            <a:chOff x="4768575" y="2253950"/>
            <a:chExt cx="46300" cy="43875"/>
          </a:xfrm>
        </p:grpSpPr>
        <p:sp>
          <p:nvSpPr>
            <p:cNvPr id="5134" name="Google Shape;5134;p6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6" name="Google Shape;5136;p65"/>
          <p:cNvGrpSpPr/>
          <p:nvPr/>
        </p:nvGrpSpPr>
        <p:grpSpPr>
          <a:xfrm>
            <a:off x="7775682" y="3948834"/>
            <a:ext cx="118187" cy="146246"/>
            <a:chOff x="4960900" y="2433225"/>
            <a:chExt cx="48525" cy="60050"/>
          </a:xfrm>
        </p:grpSpPr>
        <p:sp>
          <p:nvSpPr>
            <p:cNvPr id="5137" name="Google Shape;5137;p6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9" name="Google Shape;5139;p65"/>
          <p:cNvGrpSpPr/>
          <p:nvPr/>
        </p:nvGrpSpPr>
        <p:grpSpPr>
          <a:xfrm>
            <a:off x="7464247" y="4212895"/>
            <a:ext cx="136394" cy="143810"/>
            <a:chOff x="4854075" y="2527625"/>
            <a:chExt cx="56000" cy="59050"/>
          </a:xfrm>
        </p:grpSpPr>
        <p:sp>
          <p:nvSpPr>
            <p:cNvPr id="5140" name="Google Shape;5140;p6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42" name="Google Shape;5142;p65"/>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5"/>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5"/>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45" name="Google Shape;5145;p65"/>
          <p:cNvGrpSpPr/>
          <p:nvPr/>
        </p:nvGrpSpPr>
        <p:grpSpPr>
          <a:xfrm>
            <a:off x="8088458" y="3676639"/>
            <a:ext cx="99312" cy="160797"/>
            <a:chOff x="5059700" y="2334775"/>
            <a:chExt cx="40775" cy="66025"/>
          </a:xfrm>
        </p:grpSpPr>
        <p:sp>
          <p:nvSpPr>
            <p:cNvPr id="5146" name="Google Shape;5146;p6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5" name="Google Shape;5155;p65"/>
          <p:cNvGrpSpPr/>
          <p:nvPr/>
        </p:nvGrpSpPr>
        <p:grpSpPr>
          <a:xfrm>
            <a:off x="8045622" y="3941771"/>
            <a:ext cx="184984" cy="160371"/>
            <a:chOff x="5037700" y="2430325"/>
            <a:chExt cx="75950" cy="65850"/>
          </a:xfrm>
        </p:grpSpPr>
        <p:sp>
          <p:nvSpPr>
            <p:cNvPr id="5156" name="Google Shape;5156;p6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8" name="Google Shape;5158;p65"/>
          <p:cNvGrpSpPr/>
          <p:nvPr/>
        </p:nvGrpSpPr>
        <p:grpSpPr>
          <a:xfrm>
            <a:off x="7465128" y="3708223"/>
            <a:ext cx="173014" cy="97629"/>
            <a:chOff x="4756975" y="2341800"/>
            <a:chExt cx="91975" cy="51925"/>
          </a:xfrm>
        </p:grpSpPr>
        <p:sp>
          <p:nvSpPr>
            <p:cNvPr id="5159" name="Google Shape;5159;p6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9" name="Google Shape;5179;p65"/>
          <p:cNvGrpSpPr/>
          <p:nvPr/>
        </p:nvGrpSpPr>
        <p:grpSpPr>
          <a:xfrm>
            <a:off x="7732065" y="4196920"/>
            <a:ext cx="212497" cy="175761"/>
            <a:chOff x="4943575" y="2516350"/>
            <a:chExt cx="98675" cy="81700"/>
          </a:xfrm>
        </p:grpSpPr>
        <p:sp>
          <p:nvSpPr>
            <p:cNvPr id="5180" name="Google Shape;5180;p6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58" name="Google Shape;5258;p65"/>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5"/>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5"/>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5"/>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5266"/>
        <p:cNvGrpSpPr/>
        <p:nvPr/>
      </p:nvGrpSpPr>
      <p:grpSpPr>
        <a:xfrm>
          <a:off x="0" y="0"/>
          <a:ext cx="0" cy="0"/>
          <a:chOff x="0" y="0"/>
          <a:chExt cx="0" cy="0"/>
        </a:xfrm>
      </p:grpSpPr>
      <p:grpSp>
        <p:nvGrpSpPr>
          <p:cNvPr id="5267" name="Google Shape;5267;p66"/>
          <p:cNvGrpSpPr/>
          <p:nvPr/>
        </p:nvGrpSpPr>
        <p:grpSpPr>
          <a:xfrm>
            <a:off x="6647587" y="3567393"/>
            <a:ext cx="560636" cy="516497"/>
            <a:chOff x="6652051" y="3714143"/>
            <a:chExt cx="560636" cy="516497"/>
          </a:xfrm>
        </p:grpSpPr>
        <p:grpSp>
          <p:nvGrpSpPr>
            <p:cNvPr id="5268" name="Google Shape;5268;p66"/>
            <p:cNvGrpSpPr/>
            <p:nvPr/>
          </p:nvGrpSpPr>
          <p:grpSpPr>
            <a:xfrm>
              <a:off x="6669657" y="3716715"/>
              <a:ext cx="466768" cy="464314"/>
              <a:chOff x="3139766" y="765669"/>
              <a:chExt cx="886380" cy="881888"/>
            </a:xfrm>
          </p:grpSpPr>
          <p:grpSp>
            <p:nvGrpSpPr>
              <p:cNvPr id="5269" name="Google Shape;5269;p66"/>
              <p:cNvGrpSpPr/>
              <p:nvPr/>
            </p:nvGrpSpPr>
            <p:grpSpPr>
              <a:xfrm>
                <a:off x="3139766" y="765669"/>
                <a:ext cx="886380" cy="881888"/>
                <a:chOff x="3139766" y="765669"/>
                <a:chExt cx="886380" cy="881888"/>
              </a:xfrm>
            </p:grpSpPr>
            <p:sp>
              <p:nvSpPr>
                <p:cNvPr id="5270" name="Google Shape;5270;p6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79" name="Google Shape;5279;p6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3" name="Google Shape;5283;p6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4" name="Google Shape;5284;p66"/>
          <p:cNvGrpSpPr/>
          <p:nvPr/>
        </p:nvGrpSpPr>
        <p:grpSpPr>
          <a:xfrm>
            <a:off x="7646296" y="3047976"/>
            <a:ext cx="104231" cy="320340"/>
            <a:chOff x="7564426" y="3224343"/>
            <a:chExt cx="119985" cy="368801"/>
          </a:xfrm>
        </p:grpSpPr>
        <p:sp>
          <p:nvSpPr>
            <p:cNvPr id="5285" name="Google Shape;5285;p6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7" name="Google Shape;5287;p66"/>
          <p:cNvGrpSpPr/>
          <p:nvPr/>
        </p:nvGrpSpPr>
        <p:grpSpPr>
          <a:xfrm>
            <a:off x="7345785" y="3042077"/>
            <a:ext cx="189489" cy="332132"/>
            <a:chOff x="8370831" y="3202002"/>
            <a:chExt cx="218129" cy="382376"/>
          </a:xfrm>
        </p:grpSpPr>
        <p:sp>
          <p:nvSpPr>
            <p:cNvPr id="5288" name="Google Shape;5288;p6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0" name="Google Shape;5290;p66"/>
          <p:cNvGrpSpPr/>
          <p:nvPr/>
        </p:nvGrpSpPr>
        <p:grpSpPr>
          <a:xfrm>
            <a:off x="8069174" y="3453209"/>
            <a:ext cx="309429" cy="267000"/>
            <a:chOff x="6742064" y="3750480"/>
            <a:chExt cx="399315" cy="344560"/>
          </a:xfrm>
        </p:grpSpPr>
        <p:sp>
          <p:nvSpPr>
            <p:cNvPr id="5291" name="Google Shape;5291;p6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3" name="Google Shape;5293;p66"/>
          <p:cNvGrpSpPr/>
          <p:nvPr/>
        </p:nvGrpSpPr>
        <p:grpSpPr>
          <a:xfrm>
            <a:off x="7608193" y="3804257"/>
            <a:ext cx="180437" cy="281608"/>
            <a:chOff x="7248525" y="3739696"/>
            <a:chExt cx="230531" cy="359790"/>
          </a:xfrm>
        </p:grpSpPr>
        <p:sp>
          <p:nvSpPr>
            <p:cNvPr id="5294" name="Google Shape;5294;p6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6" name="Google Shape;5296;p66"/>
          <p:cNvGrpSpPr/>
          <p:nvPr/>
        </p:nvGrpSpPr>
        <p:grpSpPr>
          <a:xfrm>
            <a:off x="7854113" y="3447481"/>
            <a:ext cx="162896" cy="278710"/>
            <a:chOff x="7601242" y="3729267"/>
            <a:chExt cx="222566" cy="380803"/>
          </a:xfrm>
        </p:grpSpPr>
        <p:sp>
          <p:nvSpPr>
            <p:cNvPr id="5297" name="Google Shape;5297;p6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99" name="Google Shape;5299;p66"/>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0" name="Google Shape;5300;p66"/>
          <p:cNvGrpSpPr/>
          <p:nvPr/>
        </p:nvGrpSpPr>
        <p:grpSpPr>
          <a:xfrm>
            <a:off x="7343758" y="3448622"/>
            <a:ext cx="193543" cy="275990"/>
            <a:chOff x="8304647" y="3738687"/>
            <a:chExt cx="225076" cy="320956"/>
          </a:xfrm>
        </p:grpSpPr>
        <p:sp>
          <p:nvSpPr>
            <p:cNvPr id="5301" name="Google Shape;5301;p6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4" name="Google Shape;5304;p66"/>
          <p:cNvGrpSpPr/>
          <p:nvPr/>
        </p:nvGrpSpPr>
        <p:grpSpPr>
          <a:xfrm>
            <a:off x="7616251" y="3448622"/>
            <a:ext cx="178492" cy="275990"/>
            <a:chOff x="8615101" y="3738687"/>
            <a:chExt cx="207573" cy="320956"/>
          </a:xfrm>
        </p:grpSpPr>
        <p:sp>
          <p:nvSpPr>
            <p:cNvPr id="5305" name="Google Shape;5305;p6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08" name="Google Shape;5308;p66"/>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9" name="Google Shape;5309;p66"/>
          <p:cNvGrpSpPr/>
          <p:nvPr/>
        </p:nvGrpSpPr>
        <p:grpSpPr>
          <a:xfrm>
            <a:off x="7841782" y="3851282"/>
            <a:ext cx="187557" cy="187557"/>
            <a:chOff x="8565775" y="671075"/>
            <a:chExt cx="441000" cy="441000"/>
          </a:xfrm>
        </p:grpSpPr>
        <p:sp>
          <p:nvSpPr>
            <p:cNvPr id="5310" name="Google Shape;5310;p6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12" name="Google Shape;5312;p66"/>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6"/>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14" name="Google Shape;5314;p66"/>
          <p:cNvGrpSpPr/>
          <p:nvPr/>
        </p:nvGrpSpPr>
        <p:grpSpPr>
          <a:xfrm>
            <a:off x="5996254" y="2923808"/>
            <a:ext cx="587865" cy="517731"/>
            <a:chOff x="6000718" y="3070557"/>
            <a:chExt cx="587865" cy="517731"/>
          </a:xfrm>
        </p:grpSpPr>
        <p:sp>
          <p:nvSpPr>
            <p:cNvPr id="5315" name="Google Shape;5315;p6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5" name="Google Shape;5325;p66"/>
          <p:cNvGrpSpPr/>
          <p:nvPr/>
        </p:nvGrpSpPr>
        <p:grpSpPr>
          <a:xfrm>
            <a:off x="6011059" y="3567468"/>
            <a:ext cx="557665" cy="516387"/>
            <a:chOff x="6015523" y="3714217"/>
            <a:chExt cx="557665" cy="516387"/>
          </a:xfrm>
        </p:grpSpPr>
        <p:grpSp>
          <p:nvGrpSpPr>
            <p:cNvPr id="5326" name="Google Shape;5326;p66"/>
            <p:cNvGrpSpPr/>
            <p:nvPr/>
          </p:nvGrpSpPr>
          <p:grpSpPr>
            <a:xfrm>
              <a:off x="6036094" y="3716980"/>
              <a:ext cx="529822" cy="510480"/>
              <a:chOff x="3148311" y="-545634"/>
              <a:chExt cx="1006118" cy="969572"/>
            </a:xfrm>
          </p:grpSpPr>
          <p:sp>
            <p:nvSpPr>
              <p:cNvPr id="5327" name="Google Shape;5327;p6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6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6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37" name="Google Shape;5337;p6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8" name="Google Shape;5338;p66"/>
          <p:cNvGrpSpPr/>
          <p:nvPr/>
        </p:nvGrpSpPr>
        <p:grpSpPr>
          <a:xfrm>
            <a:off x="6639841" y="2926879"/>
            <a:ext cx="576302" cy="511871"/>
            <a:chOff x="6644304" y="3073628"/>
            <a:chExt cx="576302" cy="511871"/>
          </a:xfrm>
        </p:grpSpPr>
        <p:grpSp>
          <p:nvGrpSpPr>
            <p:cNvPr id="5339" name="Google Shape;5339;p66"/>
            <p:cNvGrpSpPr/>
            <p:nvPr/>
          </p:nvGrpSpPr>
          <p:grpSpPr>
            <a:xfrm>
              <a:off x="6712169" y="3073651"/>
              <a:ext cx="481611" cy="506713"/>
              <a:chOff x="1833536" y="-546641"/>
              <a:chExt cx="914567" cy="962419"/>
            </a:xfrm>
          </p:grpSpPr>
          <p:grpSp>
            <p:nvGrpSpPr>
              <p:cNvPr id="5340" name="Google Shape;5340;p66"/>
              <p:cNvGrpSpPr/>
              <p:nvPr/>
            </p:nvGrpSpPr>
            <p:grpSpPr>
              <a:xfrm>
                <a:off x="1833536" y="-524249"/>
                <a:ext cx="914567" cy="940027"/>
                <a:chOff x="1833536" y="-524249"/>
                <a:chExt cx="914567" cy="940027"/>
              </a:xfrm>
            </p:grpSpPr>
            <p:sp>
              <p:nvSpPr>
                <p:cNvPr id="5341" name="Google Shape;5341;p6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46" name="Google Shape;5346;p6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50" name="Google Shape;5350;p6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1" name="Google Shape;5351;p66"/>
          <p:cNvGrpSpPr/>
          <p:nvPr/>
        </p:nvGrpSpPr>
        <p:grpSpPr>
          <a:xfrm>
            <a:off x="719115" y="2852867"/>
            <a:ext cx="2622876" cy="1333540"/>
            <a:chOff x="238125" y="1038125"/>
            <a:chExt cx="7146800" cy="3633625"/>
          </a:xfrm>
        </p:grpSpPr>
        <p:sp>
          <p:nvSpPr>
            <p:cNvPr id="5352" name="Google Shape;5352;p6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6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6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6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6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6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6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6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6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6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6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6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6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6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6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6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6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6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6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6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6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6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6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6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6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6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6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6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6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6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6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6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6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6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6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6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6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6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6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6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6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6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6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6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6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6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6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6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6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6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6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6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6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6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6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6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6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6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6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6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6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6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6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6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6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6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6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6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6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6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6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6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6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6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6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6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6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6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6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6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6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6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6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6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6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6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6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6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6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6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6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6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6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6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6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6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6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6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6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6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6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6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6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6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6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6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6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6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6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6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6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6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6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6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6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6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6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6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6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6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6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6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6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6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6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6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6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6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6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6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6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6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6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6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6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6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6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6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6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6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6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6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6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6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6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6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6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6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6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6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6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6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6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6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6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6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6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6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6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6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6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6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6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6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6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6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6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6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6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6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6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6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6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6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6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6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6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6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6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6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6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6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6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6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6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6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6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6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6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6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6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6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6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6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6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6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6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6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6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6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6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6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6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6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6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6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6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6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6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6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6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6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6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6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6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6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6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6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6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6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6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6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6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6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6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6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6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6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6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6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6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6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6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6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6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6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6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6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6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6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6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6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6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6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6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6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6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6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6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6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6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6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6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6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6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6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6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6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6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6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6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6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6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6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6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6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6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6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6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6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6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6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6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6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6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6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6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6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6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6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6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6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6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6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6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6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6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6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6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6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6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6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6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6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6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6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6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6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6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6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6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6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6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6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6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6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6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6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6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6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6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6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6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6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6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6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6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6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6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6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6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6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6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6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6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6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6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6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6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6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6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6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6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6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6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6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6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6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6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6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6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6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6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6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6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6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6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6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6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6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4" name="Google Shape;6924;p66"/>
          <p:cNvGrpSpPr/>
          <p:nvPr/>
        </p:nvGrpSpPr>
        <p:grpSpPr>
          <a:xfrm>
            <a:off x="5904877" y="1016248"/>
            <a:ext cx="2435960" cy="1297725"/>
            <a:chOff x="233350" y="949250"/>
            <a:chExt cx="7137300" cy="3802300"/>
          </a:xfrm>
        </p:grpSpPr>
        <p:sp>
          <p:nvSpPr>
            <p:cNvPr id="6925" name="Google Shape;6925;p6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6" name="Google Shape;6976;p66"/>
          <p:cNvGrpSpPr/>
          <p:nvPr/>
        </p:nvGrpSpPr>
        <p:grpSpPr>
          <a:xfrm>
            <a:off x="698034" y="977939"/>
            <a:ext cx="2665073" cy="1317140"/>
            <a:chOff x="793334" y="1192826"/>
            <a:chExt cx="2665073" cy="1317140"/>
          </a:xfrm>
        </p:grpSpPr>
        <p:sp>
          <p:nvSpPr>
            <p:cNvPr id="6977" name="Google Shape;6977;p6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6"/>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6"/>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6"/>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6"/>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6"/>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6"/>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6"/>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6"/>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6"/>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6"/>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6"/>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6"/>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6"/>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6"/>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6"/>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6"/>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6"/>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6"/>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6"/>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6"/>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6"/>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6"/>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6"/>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6"/>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6"/>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6"/>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6"/>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6"/>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6"/>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6"/>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6"/>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6"/>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6"/>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6"/>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6"/>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6"/>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6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6"/>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6"/>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6"/>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6"/>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6"/>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6"/>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6"/>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6"/>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6"/>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6"/>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6"/>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6"/>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6"/>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6"/>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6"/>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6"/>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6"/>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6"/>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6"/>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6"/>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6"/>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6"/>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6"/>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6"/>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6"/>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6"/>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6"/>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6"/>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6"/>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6"/>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6"/>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6"/>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6"/>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6"/>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6"/>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6"/>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6"/>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6"/>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6"/>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6"/>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6"/>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6"/>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6"/>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6"/>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6"/>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6"/>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6"/>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6"/>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6"/>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6"/>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6"/>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6"/>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6"/>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6"/>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6"/>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6"/>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6"/>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6"/>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6"/>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6"/>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6"/>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6"/>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6"/>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6"/>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6"/>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6"/>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6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6"/>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6"/>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6"/>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6"/>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6"/>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6"/>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6"/>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6"/>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6"/>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6"/>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6"/>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6"/>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6"/>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6"/>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6"/>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6"/>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6"/>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6"/>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6"/>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6"/>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6"/>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6"/>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6"/>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6"/>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6"/>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6"/>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6"/>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6"/>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6"/>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6"/>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6"/>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6"/>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6"/>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6"/>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6"/>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6"/>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6"/>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6"/>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6"/>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6"/>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6"/>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6"/>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6"/>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6"/>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6"/>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6"/>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6"/>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6"/>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6"/>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6"/>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6"/>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6"/>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6"/>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6"/>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6"/>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6"/>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6"/>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6"/>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6"/>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6"/>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6"/>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66"/>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6"/>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6"/>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6"/>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6"/>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6"/>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6"/>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6"/>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6"/>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6"/>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6"/>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6"/>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6"/>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6"/>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6"/>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6"/>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6"/>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6"/>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6"/>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6"/>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6"/>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6"/>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6"/>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6"/>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6"/>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6"/>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6"/>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6"/>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6"/>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6"/>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6"/>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6"/>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6"/>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6"/>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6"/>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6"/>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6"/>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6"/>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6"/>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6"/>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6"/>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6"/>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6"/>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6"/>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6"/>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6"/>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6"/>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6"/>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6"/>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6"/>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6"/>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6"/>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6"/>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6"/>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6"/>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6"/>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6"/>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6"/>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6"/>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6"/>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6"/>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6"/>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6"/>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6"/>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6"/>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6"/>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6"/>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6"/>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6"/>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6"/>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6"/>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6"/>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6"/>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6"/>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6"/>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6"/>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6"/>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6"/>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6"/>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6"/>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6"/>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6"/>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6"/>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6"/>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6"/>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6"/>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6"/>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6"/>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6"/>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6"/>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6"/>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6"/>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6"/>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6"/>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6"/>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6"/>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6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6"/>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6"/>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6"/>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6"/>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6"/>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6"/>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6"/>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6"/>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6"/>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6"/>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6"/>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6"/>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6"/>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6"/>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6"/>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6"/>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6"/>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6"/>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6"/>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6"/>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6"/>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6"/>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6"/>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6"/>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6"/>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6"/>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6"/>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6"/>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6"/>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6"/>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6"/>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6"/>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6"/>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6"/>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6"/>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6"/>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6"/>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6"/>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6"/>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6"/>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6"/>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6"/>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6"/>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6"/>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6"/>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6"/>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6"/>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6"/>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6"/>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6"/>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6"/>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6"/>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6"/>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6"/>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6"/>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6"/>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6"/>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6"/>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6"/>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6"/>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6"/>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6"/>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6"/>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6"/>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6"/>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6"/>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6"/>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6"/>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6"/>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6"/>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6"/>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6"/>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4" name="Google Shape;10944;p66"/>
          <p:cNvGrpSpPr/>
          <p:nvPr/>
        </p:nvGrpSpPr>
        <p:grpSpPr>
          <a:xfrm>
            <a:off x="3416804" y="902588"/>
            <a:ext cx="2310381" cy="1488888"/>
            <a:chOff x="229225" y="549050"/>
            <a:chExt cx="7161750" cy="4615275"/>
          </a:xfrm>
        </p:grpSpPr>
        <p:sp>
          <p:nvSpPr>
            <p:cNvPr id="10945" name="Google Shape;10945;p6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66"/>
          <p:cNvGrpSpPr/>
          <p:nvPr/>
        </p:nvGrpSpPr>
        <p:grpSpPr>
          <a:xfrm>
            <a:off x="3514722" y="2832485"/>
            <a:ext cx="2310282" cy="1374222"/>
            <a:chOff x="238125" y="732525"/>
            <a:chExt cx="7130500" cy="4241425"/>
          </a:xfrm>
        </p:grpSpPr>
        <p:sp>
          <p:nvSpPr>
            <p:cNvPr id="11063" name="Google Shape;11063;p6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1180"/>
        <p:cNvGrpSpPr/>
        <p:nvPr/>
      </p:nvGrpSpPr>
      <p:grpSpPr>
        <a:xfrm>
          <a:off x="0" y="0"/>
          <a:ext cx="0" cy="0"/>
          <a:chOff x="0" y="0"/>
          <a:chExt cx="0" cy="0"/>
        </a:xfrm>
      </p:grpSpPr>
      <p:grpSp>
        <p:nvGrpSpPr>
          <p:cNvPr id="11181" name="Google Shape;11181;p67"/>
          <p:cNvGrpSpPr/>
          <p:nvPr/>
        </p:nvGrpSpPr>
        <p:grpSpPr>
          <a:xfrm>
            <a:off x="2100561" y="3398658"/>
            <a:ext cx="1102891" cy="760337"/>
            <a:chOff x="4967783" y="2151471"/>
            <a:chExt cx="3920692" cy="2702940"/>
          </a:xfrm>
        </p:grpSpPr>
        <p:grpSp>
          <p:nvGrpSpPr>
            <p:cNvPr id="11182" name="Google Shape;11182;p67"/>
            <p:cNvGrpSpPr/>
            <p:nvPr/>
          </p:nvGrpSpPr>
          <p:grpSpPr>
            <a:xfrm>
              <a:off x="5045709" y="2252109"/>
              <a:ext cx="3761071" cy="2501708"/>
              <a:chOff x="2691784" y="1805334"/>
              <a:chExt cx="3761071" cy="2501708"/>
            </a:xfrm>
          </p:grpSpPr>
          <p:sp>
            <p:nvSpPr>
              <p:cNvPr id="11183" name="Google Shape;11183;p6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0" name="Google Shape;11190;p67"/>
            <p:cNvGrpSpPr/>
            <p:nvPr/>
          </p:nvGrpSpPr>
          <p:grpSpPr>
            <a:xfrm>
              <a:off x="4967783" y="2151471"/>
              <a:ext cx="3920692" cy="2702940"/>
              <a:chOff x="2613858" y="1704696"/>
              <a:chExt cx="3920692" cy="2702940"/>
            </a:xfrm>
          </p:grpSpPr>
          <p:sp>
            <p:nvSpPr>
              <p:cNvPr id="11191" name="Google Shape;11191;p6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96" name="Google Shape;11196;p67"/>
          <p:cNvGrpSpPr/>
          <p:nvPr/>
        </p:nvGrpSpPr>
        <p:grpSpPr>
          <a:xfrm>
            <a:off x="3504470" y="1286935"/>
            <a:ext cx="1561911" cy="708580"/>
            <a:chOff x="3530532" y="1496185"/>
            <a:chExt cx="1561911" cy="708580"/>
          </a:xfrm>
        </p:grpSpPr>
        <p:grpSp>
          <p:nvGrpSpPr>
            <p:cNvPr id="11197" name="Google Shape;11197;p67"/>
            <p:cNvGrpSpPr/>
            <p:nvPr/>
          </p:nvGrpSpPr>
          <p:grpSpPr>
            <a:xfrm>
              <a:off x="3720318" y="1857562"/>
              <a:ext cx="1372125" cy="54"/>
              <a:chOff x="3720318" y="1857562"/>
              <a:chExt cx="1372125" cy="54"/>
            </a:xfrm>
          </p:grpSpPr>
          <p:cxnSp>
            <p:nvCxnSpPr>
              <p:cNvPr id="11198" name="Google Shape;11198;p67"/>
              <p:cNvCxnSpPr>
                <a:endCxn id="11199"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200" name="Google Shape;11200;p6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201" name="Google Shape;11201;p6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202" name="Google Shape;11202;p67"/>
              <p:cNvCxnSpPr>
                <a:stCxn id="11199"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1203" name="Google Shape;11203;p67"/>
            <p:cNvGrpSpPr/>
            <p:nvPr/>
          </p:nvGrpSpPr>
          <p:grpSpPr>
            <a:xfrm>
              <a:off x="3567462" y="1496185"/>
              <a:ext cx="286500" cy="272914"/>
              <a:chOff x="3567462" y="1496185"/>
              <a:chExt cx="286500" cy="272914"/>
            </a:xfrm>
          </p:grpSpPr>
          <p:cxnSp>
            <p:nvCxnSpPr>
              <p:cNvPr id="11204" name="Google Shape;11204;p6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205" name="Google Shape;11205;p67"/>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6" name="Google Shape;11206;p6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8" name="Google Shape;11208;p67"/>
            <p:cNvGrpSpPr/>
            <p:nvPr/>
          </p:nvGrpSpPr>
          <p:grpSpPr>
            <a:xfrm>
              <a:off x="3929014" y="1960574"/>
              <a:ext cx="286500" cy="242342"/>
              <a:chOff x="3929014" y="1960574"/>
              <a:chExt cx="286500" cy="242342"/>
            </a:xfrm>
          </p:grpSpPr>
          <p:cxnSp>
            <p:nvCxnSpPr>
              <p:cNvPr id="11209" name="Google Shape;11209;p6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1210" name="Google Shape;11210;p67"/>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1" name="Google Shape;11211;p67"/>
            <p:cNvGrpSpPr/>
            <p:nvPr/>
          </p:nvGrpSpPr>
          <p:grpSpPr>
            <a:xfrm>
              <a:off x="4290828" y="1496185"/>
              <a:ext cx="286500" cy="272914"/>
              <a:chOff x="4290828" y="1496185"/>
              <a:chExt cx="286500" cy="272914"/>
            </a:xfrm>
          </p:grpSpPr>
          <p:cxnSp>
            <p:nvCxnSpPr>
              <p:cNvPr id="11212" name="Google Shape;11212;p6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213" name="Google Shape;11213;p67"/>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4" name="Google Shape;11214;p6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5" name="Google Shape;11215;p67"/>
            <p:cNvGrpSpPr/>
            <p:nvPr/>
          </p:nvGrpSpPr>
          <p:grpSpPr>
            <a:xfrm>
              <a:off x="4657726" y="1959674"/>
              <a:ext cx="286500" cy="245092"/>
              <a:chOff x="4657726" y="1959674"/>
              <a:chExt cx="286500" cy="245092"/>
            </a:xfrm>
          </p:grpSpPr>
          <p:cxnSp>
            <p:nvCxnSpPr>
              <p:cNvPr id="11216" name="Google Shape;11216;p6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1217" name="Google Shape;11217;p6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18" name="Google Shape;11218;p67"/>
          <p:cNvGrpSpPr/>
          <p:nvPr/>
        </p:nvGrpSpPr>
        <p:grpSpPr>
          <a:xfrm>
            <a:off x="3486489" y="2149032"/>
            <a:ext cx="1597032" cy="378649"/>
            <a:chOff x="3512551" y="2358282"/>
            <a:chExt cx="1597032" cy="378649"/>
          </a:xfrm>
        </p:grpSpPr>
        <p:grpSp>
          <p:nvGrpSpPr>
            <p:cNvPr id="11219" name="Google Shape;11219;p67"/>
            <p:cNvGrpSpPr/>
            <p:nvPr/>
          </p:nvGrpSpPr>
          <p:grpSpPr>
            <a:xfrm>
              <a:off x="3738198" y="2553002"/>
              <a:ext cx="1145834" cy="117"/>
              <a:chOff x="3738198" y="2553002"/>
              <a:chExt cx="1145834" cy="117"/>
            </a:xfrm>
          </p:grpSpPr>
          <p:cxnSp>
            <p:nvCxnSpPr>
              <p:cNvPr id="11220" name="Google Shape;11220;p6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221" name="Google Shape;11221;p6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222" name="Google Shape;11222;p67"/>
              <p:cNvCxnSpPr>
                <a:stCxn id="11223" idx="6"/>
                <a:endCxn id="11224"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1225" name="Google Shape;11225;p67"/>
            <p:cNvGrpSpPr/>
            <p:nvPr/>
          </p:nvGrpSpPr>
          <p:grpSpPr>
            <a:xfrm>
              <a:off x="3969644" y="2440153"/>
              <a:ext cx="225900" cy="296779"/>
              <a:chOff x="3969644" y="2440153"/>
              <a:chExt cx="225900" cy="296779"/>
            </a:xfrm>
          </p:grpSpPr>
          <p:cxnSp>
            <p:nvCxnSpPr>
              <p:cNvPr id="11226" name="Google Shape;11226;p67"/>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1224" name="Google Shape;11224;p67"/>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67"/>
            <p:cNvGrpSpPr/>
            <p:nvPr/>
          </p:nvGrpSpPr>
          <p:grpSpPr>
            <a:xfrm>
              <a:off x="4426818" y="2358282"/>
              <a:ext cx="225600" cy="307471"/>
              <a:chOff x="4426818" y="2358282"/>
              <a:chExt cx="225600" cy="307471"/>
            </a:xfrm>
          </p:grpSpPr>
          <p:cxnSp>
            <p:nvCxnSpPr>
              <p:cNvPr id="11229" name="Google Shape;11229;p67"/>
              <p:cNvCxnSpPr>
                <a:stCxn id="11230"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1231" name="Google Shape;11231;p67"/>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2" name="Google Shape;11232;p67"/>
            <p:cNvGrpSpPr/>
            <p:nvPr/>
          </p:nvGrpSpPr>
          <p:grpSpPr>
            <a:xfrm>
              <a:off x="4883984" y="2440153"/>
              <a:ext cx="225600" cy="296479"/>
              <a:chOff x="4883984" y="2440153"/>
              <a:chExt cx="225600" cy="296479"/>
            </a:xfrm>
          </p:grpSpPr>
          <p:cxnSp>
            <p:nvCxnSpPr>
              <p:cNvPr id="11233" name="Google Shape;11233;p67"/>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1234" name="Google Shape;11234;p67"/>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67"/>
            <p:cNvGrpSpPr/>
            <p:nvPr/>
          </p:nvGrpSpPr>
          <p:grpSpPr>
            <a:xfrm>
              <a:off x="3512551" y="2358356"/>
              <a:ext cx="225647" cy="307629"/>
              <a:chOff x="2182679" y="2005014"/>
              <a:chExt cx="792300" cy="1080158"/>
            </a:xfrm>
          </p:grpSpPr>
          <p:cxnSp>
            <p:nvCxnSpPr>
              <p:cNvPr id="11237" name="Google Shape;11237;p67"/>
              <p:cNvCxnSpPr>
                <a:stCxn id="11238"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1223" name="Google Shape;11223;p6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9" name="Google Shape;11239;p67"/>
          <p:cNvGrpSpPr/>
          <p:nvPr/>
        </p:nvGrpSpPr>
        <p:grpSpPr>
          <a:xfrm>
            <a:off x="6846571" y="972829"/>
            <a:ext cx="1559809" cy="722610"/>
            <a:chOff x="634175" y="2986275"/>
            <a:chExt cx="3147949" cy="1458344"/>
          </a:xfrm>
        </p:grpSpPr>
        <p:cxnSp>
          <p:nvCxnSpPr>
            <p:cNvPr id="11240" name="Google Shape;11240;p67"/>
            <p:cNvCxnSpPr>
              <a:stCxn id="11241" idx="4"/>
              <a:endCxn id="11242"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1243" name="Google Shape;11243;p67"/>
            <p:cNvCxnSpPr>
              <a:stCxn id="11242" idx="0"/>
              <a:endCxn id="11244"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245" name="Google Shape;11245;p67"/>
            <p:cNvCxnSpPr>
              <a:stCxn id="11244" idx="4"/>
              <a:endCxn id="11246"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247" name="Google Shape;11247;p67"/>
            <p:cNvCxnSpPr>
              <a:stCxn id="11246" idx="0"/>
              <a:endCxn id="11248"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1248" name="Google Shape;11248;p6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44" name="Google Shape;11244;p6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41" name="Google Shape;11241;p6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46" name="Google Shape;11246;p6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1242" name="Google Shape;11242;p6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1249" name="Google Shape;11249;p67"/>
          <p:cNvGrpSpPr/>
          <p:nvPr/>
        </p:nvGrpSpPr>
        <p:grpSpPr>
          <a:xfrm>
            <a:off x="3500361" y="2682737"/>
            <a:ext cx="1570719" cy="294123"/>
            <a:chOff x="998425" y="1182125"/>
            <a:chExt cx="1065400" cy="199500"/>
          </a:xfrm>
        </p:grpSpPr>
        <p:sp>
          <p:nvSpPr>
            <p:cNvPr id="11250" name="Google Shape;11250;p6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5" name="Google Shape;11255;p67"/>
          <p:cNvGrpSpPr/>
          <p:nvPr/>
        </p:nvGrpSpPr>
        <p:grpSpPr>
          <a:xfrm>
            <a:off x="6843617" y="1800224"/>
            <a:ext cx="1565716" cy="366729"/>
            <a:chOff x="1247650" y="2075423"/>
            <a:chExt cx="6648477" cy="1557238"/>
          </a:xfrm>
        </p:grpSpPr>
        <p:sp>
          <p:nvSpPr>
            <p:cNvPr id="11256" name="Google Shape;11256;p6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67"/>
          <p:cNvGrpSpPr/>
          <p:nvPr/>
        </p:nvGrpSpPr>
        <p:grpSpPr>
          <a:xfrm>
            <a:off x="6827929" y="2949039"/>
            <a:ext cx="1597061" cy="663440"/>
            <a:chOff x="6796238" y="3158297"/>
            <a:chExt cx="1630319" cy="677257"/>
          </a:xfrm>
        </p:grpSpPr>
        <p:cxnSp>
          <p:nvCxnSpPr>
            <p:cNvPr id="11263" name="Google Shape;11263;p67"/>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1264" name="Google Shape;11264;p67"/>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1265" name="Google Shape;11265;p67"/>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1266" name="Google Shape;11266;p67"/>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1267" name="Google Shape;11267;p67"/>
            <p:cNvGrpSpPr/>
            <p:nvPr/>
          </p:nvGrpSpPr>
          <p:grpSpPr>
            <a:xfrm>
              <a:off x="6796238" y="3311904"/>
              <a:ext cx="1630319" cy="377697"/>
              <a:chOff x="6796238" y="3311904"/>
              <a:chExt cx="1630319" cy="377697"/>
            </a:xfrm>
          </p:grpSpPr>
          <p:sp>
            <p:nvSpPr>
              <p:cNvPr id="11268" name="Google Shape;11268;p67"/>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7"/>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71" name="Google Shape;11271;p67"/>
          <p:cNvGrpSpPr/>
          <p:nvPr/>
        </p:nvGrpSpPr>
        <p:grpSpPr>
          <a:xfrm>
            <a:off x="5349067" y="970431"/>
            <a:ext cx="1368606" cy="1593805"/>
            <a:chOff x="1839112" y="2209163"/>
            <a:chExt cx="1918159" cy="2233784"/>
          </a:xfrm>
        </p:grpSpPr>
        <p:sp>
          <p:nvSpPr>
            <p:cNvPr id="11272" name="Google Shape;11272;p6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75" name="Google Shape;11275;p67"/>
            <p:cNvCxnSpPr>
              <a:stCxn id="11272" idx="6"/>
              <a:endCxn id="11273"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1276" name="Google Shape;11276;p67"/>
            <p:cNvCxnSpPr>
              <a:stCxn id="11273" idx="4"/>
              <a:endCxn id="11277"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1278" name="Google Shape;11278;p67"/>
            <p:cNvCxnSpPr>
              <a:stCxn id="11277" idx="6"/>
              <a:endCxn id="11274"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1279" name="Google Shape;11279;p67"/>
            <p:cNvCxnSpPr>
              <a:stCxn id="11274" idx="4"/>
              <a:endCxn id="11280"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1277" name="Google Shape;11277;p6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82" name="Google Shape;11282;p67"/>
            <p:cNvCxnSpPr>
              <a:endCxn id="11281"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1283" name="Google Shape;11283;p67"/>
          <p:cNvGrpSpPr/>
          <p:nvPr/>
        </p:nvGrpSpPr>
        <p:grpSpPr>
          <a:xfrm>
            <a:off x="3481440" y="976667"/>
            <a:ext cx="1637968" cy="154942"/>
            <a:chOff x="238125" y="2506075"/>
            <a:chExt cx="7115411" cy="673075"/>
          </a:xfrm>
        </p:grpSpPr>
        <p:sp>
          <p:nvSpPr>
            <p:cNvPr id="11284" name="Google Shape;11284;p6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9" name="Google Shape;11289;p67"/>
          <p:cNvGrpSpPr/>
          <p:nvPr/>
        </p:nvGrpSpPr>
        <p:grpSpPr>
          <a:xfrm>
            <a:off x="720125" y="1298264"/>
            <a:ext cx="2476762" cy="91743"/>
            <a:chOff x="1464850" y="436376"/>
            <a:chExt cx="6001362" cy="222300"/>
          </a:xfrm>
        </p:grpSpPr>
        <p:sp>
          <p:nvSpPr>
            <p:cNvPr id="11290" name="Google Shape;11290;p6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95" name="Google Shape;11295;p6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296" name="Google Shape;11296;p6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297" name="Google Shape;11297;p6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298" name="Google Shape;11298;p6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1299" name="Google Shape;11299;p67"/>
          <p:cNvGrpSpPr/>
          <p:nvPr/>
        </p:nvGrpSpPr>
        <p:grpSpPr>
          <a:xfrm>
            <a:off x="706392" y="2533730"/>
            <a:ext cx="1452710" cy="651923"/>
            <a:chOff x="803162" y="2667727"/>
            <a:chExt cx="1411906" cy="633611"/>
          </a:xfrm>
        </p:grpSpPr>
        <p:cxnSp>
          <p:nvCxnSpPr>
            <p:cNvPr id="11300" name="Google Shape;11300;p67"/>
            <p:cNvCxnSpPr>
              <a:stCxn id="11301" idx="2"/>
              <a:endCxn id="11302"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303" name="Google Shape;11303;p67"/>
            <p:cNvCxnSpPr>
              <a:stCxn id="11304" idx="0"/>
              <a:endCxn id="11301"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305" name="Google Shape;11305;p67"/>
            <p:cNvCxnSpPr>
              <a:stCxn id="11304" idx="2"/>
              <a:endCxn id="11306"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307" name="Google Shape;11307;p67"/>
            <p:cNvCxnSpPr>
              <a:stCxn id="11308" idx="0"/>
              <a:endCxn id="11304"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309" name="Google Shape;11309;p67"/>
            <p:cNvCxnSpPr>
              <a:stCxn id="11302" idx="2"/>
              <a:endCxn id="11310"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311" name="Google Shape;11311;p67"/>
            <p:cNvCxnSpPr>
              <a:stCxn id="11312" idx="0"/>
              <a:endCxn id="11302"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1308" name="Google Shape;11308;p67"/>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306" name="Google Shape;11306;p67"/>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312" name="Google Shape;11312;p67"/>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310" name="Google Shape;11310;p67"/>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302" name="Google Shape;11302;p67"/>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304" name="Google Shape;11304;p67"/>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301" name="Google Shape;11301;p67"/>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1313" name="Google Shape;11313;p67"/>
          <p:cNvGrpSpPr/>
          <p:nvPr/>
        </p:nvGrpSpPr>
        <p:grpSpPr>
          <a:xfrm>
            <a:off x="706394" y="969268"/>
            <a:ext cx="2518541" cy="209309"/>
            <a:chOff x="803163" y="1111966"/>
            <a:chExt cx="2447800" cy="203430"/>
          </a:xfrm>
        </p:grpSpPr>
        <p:grpSp>
          <p:nvGrpSpPr>
            <p:cNvPr id="11314" name="Google Shape;11314;p67"/>
            <p:cNvGrpSpPr/>
            <p:nvPr/>
          </p:nvGrpSpPr>
          <p:grpSpPr>
            <a:xfrm>
              <a:off x="1958180" y="1111966"/>
              <a:ext cx="588019" cy="121396"/>
              <a:chOff x="4808316" y="2800065"/>
              <a:chExt cx="1999386" cy="412910"/>
            </a:xfrm>
          </p:grpSpPr>
          <p:sp>
            <p:nvSpPr>
              <p:cNvPr id="11315" name="Google Shape;11315;p6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6" name="Google Shape;11316;p67"/>
              <p:cNvGrpSpPr/>
              <p:nvPr/>
            </p:nvGrpSpPr>
            <p:grpSpPr>
              <a:xfrm>
                <a:off x="4808316" y="2800065"/>
                <a:ext cx="92400" cy="411825"/>
                <a:chOff x="845575" y="2563700"/>
                <a:chExt cx="92400" cy="411825"/>
              </a:xfrm>
            </p:grpSpPr>
            <p:cxnSp>
              <p:nvCxnSpPr>
                <p:cNvPr id="11317" name="Google Shape;11317;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318" name="Google Shape;11318;p6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1319" name="Google Shape;11319;p67"/>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1320" name="Google Shape;11320;p67"/>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1" name="Google Shape;11321;p67"/>
            <p:cNvGrpSpPr/>
            <p:nvPr/>
          </p:nvGrpSpPr>
          <p:grpSpPr>
            <a:xfrm>
              <a:off x="803163" y="1111974"/>
              <a:ext cx="591158" cy="121545"/>
              <a:chOff x="803163" y="1111974"/>
              <a:chExt cx="591158" cy="121545"/>
            </a:xfrm>
          </p:grpSpPr>
          <p:grpSp>
            <p:nvGrpSpPr>
              <p:cNvPr id="11322" name="Google Shape;11322;p67"/>
              <p:cNvGrpSpPr/>
              <p:nvPr/>
            </p:nvGrpSpPr>
            <p:grpSpPr>
              <a:xfrm>
                <a:off x="803163" y="1111974"/>
                <a:ext cx="27175" cy="121077"/>
                <a:chOff x="845575" y="2563700"/>
                <a:chExt cx="92400" cy="411825"/>
              </a:xfrm>
            </p:grpSpPr>
            <p:cxnSp>
              <p:nvCxnSpPr>
                <p:cNvPr id="11323" name="Google Shape;11323;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324" name="Google Shape;11324;p6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5" name="Google Shape;11325;p67"/>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6" name="Google Shape;11326;p67"/>
            <p:cNvGrpSpPr/>
            <p:nvPr/>
          </p:nvGrpSpPr>
          <p:grpSpPr>
            <a:xfrm>
              <a:off x="1381910" y="1194219"/>
              <a:ext cx="588341" cy="121177"/>
              <a:chOff x="1381910" y="1194219"/>
              <a:chExt cx="588341" cy="121177"/>
            </a:xfrm>
          </p:grpSpPr>
          <p:grpSp>
            <p:nvGrpSpPr>
              <p:cNvPr id="11327" name="Google Shape;11327;p67"/>
              <p:cNvGrpSpPr/>
              <p:nvPr/>
            </p:nvGrpSpPr>
            <p:grpSpPr>
              <a:xfrm rot="10800000">
                <a:off x="1381910" y="1194319"/>
                <a:ext cx="27175" cy="121077"/>
                <a:chOff x="2070100" y="2563700"/>
                <a:chExt cx="92400" cy="411825"/>
              </a:xfrm>
            </p:grpSpPr>
            <p:cxnSp>
              <p:nvCxnSpPr>
                <p:cNvPr id="11328" name="Google Shape;11328;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329" name="Google Shape;11329;p6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0" name="Google Shape;11330;p67"/>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67"/>
            <p:cNvGrpSpPr/>
            <p:nvPr/>
          </p:nvGrpSpPr>
          <p:grpSpPr>
            <a:xfrm>
              <a:off x="2532079" y="1194219"/>
              <a:ext cx="704927" cy="121177"/>
              <a:chOff x="2532079" y="1194219"/>
              <a:chExt cx="704927" cy="121177"/>
            </a:xfrm>
          </p:grpSpPr>
          <p:grpSp>
            <p:nvGrpSpPr>
              <p:cNvPr id="11332" name="Google Shape;11332;p67"/>
              <p:cNvGrpSpPr/>
              <p:nvPr/>
            </p:nvGrpSpPr>
            <p:grpSpPr>
              <a:xfrm rot="10800000">
                <a:off x="2532079" y="1194319"/>
                <a:ext cx="27175" cy="121077"/>
                <a:chOff x="2070100" y="2563700"/>
                <a:chExt cx="92400" cy="411825"/>
              </a:xfrm>
            </p:grpSpPr>
            <p:cxnSp>
              <p:nvCxnSpPr>
                <p:cNvPr id="11333" name="Google Shape;11333;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334" name="Google Shape;11334;p6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5" name="Google Shape;11335;p67"/>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36" name="Google Shape;11336;p67"/>
          <p:cNvGrpSpPr/>
          <p:nvPr/>
        </p:nvGrpSpPr>
        <p:grpSpPr>
          <a:xfrm>
            <a:off x="3499404" y="3665900"/>
            <a:ext cx="1567778" cy="491677"/>
            <a:chOff x="5194708" y="3484366"/>
            <a:chExt cx="3148148" cy="987304"/>
          </a:xfrm>
        </p:grpSpPr>
        <p:grpSp>
          <p:nvGrpSpPr>
            <p:cNvPr id="11337" name="Google Shape;11337;p67"/>
            <p:cNvGrpSpPr/>
            <p:nvPr/>
          </p:nvGrpSpPr>
          <p:grpSpPr>
            <a:xfrm>
              <a:off x="7531521" y="3484366"/>
              <a:ext cx="811335" cy="987304"/>
              <a:chOff x="3379425" y="1617275"/>
              <a:chExt cx="1090650" cy="1327200"/>
            </a:xfrm>
          </p:grpSpPr>
          <p:sp>
            <p:nvSpPr>
              <p:cNvPr id="11338" name="Google Shape;11338;p6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67"/>
            <p:cNvGrpSpPr/>
            <p:nvPr/>
          </p:nvGrpSpPr>
          <p:grpSpPr>
            <a:xfrm>
              <a:off x="6752546" y="3484366"/>
              <a:ext cx="811428" cy="987304"/>
              <a:chOff x="2332275" y="1617275"/>
              <a:chExt cx="1090775" cy="1327200"/>
            </a:xfrm>
          </p:grpSpPr>
          <p:sp>
            <p:nvSpPr>
              <p:cNvPr id="11342" name="Google Shape;11342;p6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67"/>
            <p:cNvGrpSpPr/>
            <p:nvPr/>
          </p:nvGrpSpPr>
          <p:grpSpPr>
            <a:xfrm>
              <a:off x="5973664" y="3484366"/>
              <a:ext cx="811335" cy="987304"/>
              <a:chOff x="1285250" y="1617275"/>
              <a:chExt cx="1090650" cy="1327200"/>
            </a:xfrm>
          </p:grpSpPr>
          <p:sp>
            <p:nvSpPr>
              <p:cNvPr id="11346" name="Google Shape;11346;p6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67"/>
            <p:cNvGrpSpPr/>
            <p:nvPr/>
          </p:nvGrpSpPr>
          <p:grpSpPr>
            <a:xfrm>
              <a:off x="5194708" y="3484366"/>
              <a:ext cx="811409" cy="987304"/>
              <a:chOff x="238125" y="1617275"/>
              <a:chExt cx="1090750" cy="1327200"/>
            </a:xfrm>
          </p:grpSpPr>
          <p:sp>
            <p:nvSpPr>
              <p:cNvPr id="11350" name="Google Shape;11350;p6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53" name="Google Shape;11353;p67"/>
          <p:cNvGrpSpPr/>
          <p:nvPr/>
        </p:nvGrpSpPr>
        <p:grpSpPr>
          <a:xfrm>
            <a:off x="3460013" y="3146311"/>
            <a:ext cx="1616964" cy="346256"/>
            <a:chOff x="1808063" y="4294338"/>
            <a:chExt cx="3370782" cy="721817"/>
          </a:xfrm>
        </p:grpSpPr>
        <p:sp>
          <p:nvSpPr>
            <p:cNvPr id="11354" name="Google Shape;11354;p6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4" name="Google Shape;11364;p67"/>
          <p:cNvGrpSpPr/>
          <p:nvPr/>
        </p:nvGrpSpPr>
        <p:grpSpPr>
          <a:xfrm>
            <a:off x="738225" y="3432340"/>
            <a:ext cx="1295882" cy="646587"/>
            <a:chOff x="834100" y="3642869"/>
            <a:chExt cx="1259483" cy="628426"/>
          </a:xfrm>
        </p:grpSpPr>
        <p:sp>
          <p:nvSpPr>
            <p:cNvPr id="11365" name="Google Shape;11365;p6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0" name="Google Shape;11390;p67"/>
            <p:cNvGrpSpPr/>
            <p:nvPr/>
          </p:nvGrpSpPr>
          <p:grpSpPr>
            <a:xfrm>
              <a:off x="1360364" y="3847835"/>
              <a:ext cx="208119" cy="224359"/>
              <a:chOff x="1360769" y="3847100"/>
              <a:chExt cx="208119" cy="224359"/>
            </a:xfrm>
          </p:grpSpPr>
          <p:sp>
            <p:nvSpPr>
              <p:cNvPr id="11391" name="Google Shape;11391;p6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1" name="Google Shape;11411;p6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5" name="Google Shape;11425;p67"/>
          <p:cNvGrpSpPr/>
          <p:nvPr/>
        </p:nvGrpSpPr>
        <p:grpSpPr>
          <a:xfrm rot="5400000">
            <a:off x="5951338" y="3228837"/>
            <a:ext cx="164064" cy="1414916"/>
            <a:chOff x="4428249" y="1369375"/>
            <a:chExt cx="36905" cy="429569"/>
          </a:xfrm>
        </p:grpSpPr>
        <p:sp>
          <p:nvSpPr>
            <p:cNvPr id="11426" name="Google Shape;11426;p6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67"/>
          <p:cNvGrpSpPr/>
          <p:nvPr/>
        </p:nvGrpSpPr>
        <p:grpSpPr>
          <a:xfrm rot="10800000" flipH="1">
            <a:off x="5323767" y="2817380"/>
            <a:ext cx="1419207" cy="24808"/>
            <a:chOff x="219558" y="4738465"/>
            <a:chExt cx="5852400" cy="102300"/>
          </a:xfrm>
        </p:grpSpPr>
        <p:cxnSp>
          <p:nvCxnSpPr>
            <p:cNvPr id="11459" name="Google Shape;11459;p6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1460" name="Google Shape;11460;p6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5" name="Google Shape;11465;p67"/>
          <p:cNvGrpSpPr/>
          <p:nvPr/>
        </p:nvGrpSpPr>
        <p:grpSpPr>
          <a:xfrm>
            <a:off x="5335086" y="3190444"/>
            <a:ext cx="1396570" cy="385016"/>
            <a:chOff x="5286284" y="2966544"/>
            <a:chExt cx="1396570" cy="385016"/>
          </a:xfrm>
        </p:grpSpPr>
        <p:cxnSp>
          <p:nvCxnSpPr>
            <p:cNvPr id="11466" name="Google Shape;11466;p6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1467" name="Google Shape;11467;p6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1468" name="Google Shape;11468;p67"/>
            <p:cNvGrpSpPr/>
            <p:nvPr/>
          </p:nvGrpSpPr>
          <p:grpSpPr>
            <a:xfrm>
              <a:off x="5287688" y="3173364"/>
              <a:ext cx="1395166" cy="74100"/>
              <a:chOff x="5287688" y="3173364"/>
              <a:chExt cx="1395166" cy="74100"/>
            </a:xfrm>
          </p:grpSpPr>
          <p:cxnSp>
            <p:nvCxnSpPr>
              <p:cNvPr id="11469" name="Google Shape;11469;p6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1470" name="Google Shape;11470;p67"/>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1471" name="Google Shape;11471;p67"/>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472" name="Google Shape;11472;p67"/>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473" name="Google Shape;11473;p67"/>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474" name="Google Shape;11474;p67"/>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475" name="Google Shape;11475;p67"/>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476" name="Google Shape;11476;p67"/>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1477" name="Google Shape;11477;p6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1478" name="Google Shape;11478;p67"/>
          <p:cNvGrpSpPr/>
          <p:nvPr/>
        </p:nvGrpSpPr>
        <p:grpSpPr>
          <a:xfrm>
            <a:off x="2021151" y="1609220"/>
            <a:ext cx="1182276" cy="662027"/>
            <a:chOff x="2029517" y="1732295"/>
            <a:chExt cx="1149068" cy="643432"/>
          </a:xfrm>
        </p:grpSpPr>
        <p:grpSp>
          <p:nvGrpSpPr>
            <p:cNvPr id="11479" name="Google Shape;11479;p67"/>
            <p:cNvGrpSpPr/>
            <p:nvPr/>
          </p:nvGrpSpPr>
          <p:grpSpPr>
            <a:xfrm>
              <a:off x="2708660" y="1746937"/>
              <a:ext cx="455427" cy="244429"/>
              <a:chOff x="2700693" y="1746937"/>
              <a:chExt cx="455427" cy="244429"/>
            </a:xfrm>
          </p:grpSpPr>
          <p:grpSp>
            <p:nvGrpSpPr>
              <p:cNvPr id="11480" name="Google Shape;11480;p67"/>
              <p:cNvGrpSpPr/>
              <p:nvPr/>
            </p:nvGrpSpPr>
            <p:grpSpPr>
              <a:xfrm>
                <a:off x="2905682" y="1782817"/>
                <a:ext cx="250438" cy="208549"/>
                <a:chOff x="2905682" y="1782817"/>
                <a:chExt cx="250438" cy="208549"/>
              </a:xfrm>
            </p:grpSpPr>
            <p:cxnSp>
              <p:nvCxnSpPr>
                <p:cNvPr id="11481" name="Google Shape;11481;p6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482" name="Google Shape;11482;p6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67"/>
              <p:cNvGrpSpPr/>
              <p:nvPr/>
            </p:nvGrpSpPr>
            <p:grpSpPr>
              <a:xfrm>
                <a:off x="2700693" y="1746937"/>
                <a:ext cx="449967" cy="72374"/>
                <a:chOff x="2700693" y="1746937"/>
                <a:chExt cx="449967" cy="72374"/>
              </a:xfrm>
            </p:grpSpPr>
            <p:cxnSp>
              <p:nvCxnSpPr>
                <p:cNvPr id="11484" name="Google Shape;11484;p6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485" name="Google Shape;11485;p6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86" name="Google Shape;11486;p67"/>
            <p:cNvGrpSpPr/>
            <p:nvPr/>
          </p:nvGrpSpPr>
          <p:grpSpPr>
            <a:xfrm>
              <a:off x="2029517" y="1732295"/>
              <a:ext cx="1149068" cy="643432"/>
              <a:chOff x="2029517" y="1732295"/>
              <a:chExt cx="1149068" cy="643432"/>
            </a:xfrm>
          </p:grpSpPr>
          <p:grpSp>
            <p:nvGrpSpPr>
              <p:cNvPr id="11487" name="Google Shape;11487;p67"/>
              <p:cNvGrpSpPr/>
              <p:nvPr/>
            </p:nvGrpSpPr>
            <p:grpSpPr>
              <a:xfrm>
                <a:off x="2703618" y="2103152"/>
                <a:ext cx="474966" cy="260017"/>
                <a:chOff x="2703618" y="2103152"/>
                <a:chExt cx="474966" cy="260017"/>
              </a:xfrm>
            </p:grpSpPr>
            <p:grpSp>
              <p:nvGrpSpPr>
                <p:cNvPr id="11488" name="Google Shape;11488;p67"/>
                <p:cNvGrpSpPr/>
                <p:nvPr/>
              </p:nvGrpSpPr>
              <p:grpSpPr>
                <a:xfrm>
                  <a:off x="2703618" y="2290640"/>
                  <a:ext cx="450291" cy="72529"/>
                  <a:chOff x="2703618" y="2290640"/>
                  <a:chExt cx="450291" cy="72529"/>
                </a:xfrm>
              </p:grpSpPr>
              <p:cxnSp>
                <p:nvCxnSpPr>
                  <p:cNvPr id="11489" name="Google Shape;11489;p6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490" name="Google Shape;11490;p6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1" name="Google Shape;11491;p67"/>
                <p:cNvGrpSpPr/>
                <p:nvPr/>
              </p:nvGrpSpPr>
              <p:grpSpPr>
                <a:xfrm>
                  <a:off x="2908607" y="2103152"/>
                  <a:ext cx="269977" cy="223538"/>
                  <a:chOff x="2908607" y="2103152"/>
                  <a:chExt cx="269977" cy="223538"/>
                </a:xfrm>
              </p:grpSpPr>
              <p:cxnSp>
                <p:nvCxnSpPr>
                  <p:cNvPr id="11492" name="Google Shape;11492;p6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493" name="Google Shape;11493;p6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94" name="Google Shape;11494;p67"/>
              <p:cNvGrpSpPr/>
              <p:nvPr/>
            </p:nvGrpSpPr>
            <p:grpSpPr>
              <a:xfrm>
                <a:off x="2029517" y="1732295"/>
                <a:ext cx="685827" cy="643432"/>
                <a:chOff x="2029517" y="1732295"/>
                <a:chExt cx="685827" cy="643432"/>
              </a:xfrm>
            </p:grpSpPr>
            <p:sp>
              <p:nvSpPr>
                <p:cNvPr id="11495" name="Google Shape;11495;p6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6" name="Google Shape;11496;p67"/>
                <p:cNvGrpSpPr/>
                <p:nvPr/>
              </p:nvGrpSpPr>
              <p:grpSpPr>
                <a:xfrm>
                  <a:off x="2158948" y="1732295"/>
                  <a:ext cx="556396" cy="333108"/>
                  <a:chOff x="2158948" y="1732295"/>
                  <a:chExt cx="556396" cy="333108"/>
                </a:xfrm>
              </p:grpSpPr>
              <p:cxnSp>
                <p:nvCxnSpPr>
                  <p:cNvPr id="11497" name="Google Shape;11497;p6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1498" name="Google Shape;11498;p6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67"/>
                <p:cNvGrpSpPr/>
                <p:nvPr/>
              </p:nvGrpSpPr>
              <p:grpSpPr>
                <a:xfrm>
                  <a:off x="2159908" y="2065057"/>
                  <a:ext cx="550884" cy="310670"/>
                  <a:chOff x="2159908" y="2065057"/>
                  <a:chExt cx="550884" cy="310670"/>
                </a:xfrm>
              </p:grpSpPr>
              <p:cxnSp>
                <p:nvCxnSpPr>
                  <p:cNvPr id="11500" name="Google Shape;11500;p6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1501" name="Google Shape;11501;p6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1502" name="Google Shape;11502;p67"/>
          <p:cNvGrpSpPr/>
          <p:nvPr/>
        </p:nvGrpSpPr>
        <p:grpSpPr>
          <a:xfrm>
            <a:off x="706400" y="1556833"/>
            <a:ext cx="962651" cy="810058"/>
            <a:chOff x="844912" y="1681380"/>
            <a:chExt cx="935611" cy="787305"/>
          </a:xfrm>
        </p:grpSpPr>
        <p:grpSp>
          <p:nvGrpSpPr>
            <p:cNvPr id="11503" name="Google Shape;11503;p67"/>
            <p:cNvGrpSpPr/>
            <p:nvPr/>
          </p:nvGrpSpPr>
          <p:grpSpPr>
            <a:xfrm>
              <a:off x="844912" y="1819635"/>
              <a:ext cx="329836" cy="510016"/>
              <a:chOff x="844912" y="1819635"/>
              <a:chExt cx="329836" cy="510016"/>
            </a:xfrm>
          </p:grpSpPr>
          <p:sp>
            <p:nvSpPr>
              <p:cNvPr id="11504" name="Google Shape;11504;p67"/>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7"/>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7"/>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7"/>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7"/>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7"/>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0" name="Google Shape;11510;p67"/>
            <p:cNvGrpSpPr/>
            <p:nvPr/>
          </p:nvGrpSpPr>
          <p:grpSpPr>
            <a:xfrm>
              <a:off x="1284601" y="2158168"/>
              <a:ext cx="495923" cy="310517"/>
              <a:chOff x="1284601" y="2158168"/>
              <a:chExt cx="495923" cy="310517"/>
            </a:xfrm>
          </p:grpSpPr>
          <p:sp>
            <p:nvSpPr>
              <p:cNvPr id="11511" name="Google Shape;11511;p6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2" name="Google Shape;11512;p67"/>
              <p:cNvGrpSpPr/>
              <p:nvPr/>
            </p:nvGrpSpPr>
            <p:grpSpPr>
              <a:xfrm>
                <a:off x="1507666" y="2158168"/>
                <a:ext cx="272858" cy="310517"/>
                <a:chOff x="1507666" y="2158168"/>
                <a:chExt cx="272858" cy="310517"/>
              </a:xfrm>
            </p:grpSpPr>
            <p:grpSp>
              <p:nvGrpSpPr>
                <p:cNvPr id="11513" name="Google Shape;11513;p67"/>
                <p:cNvGrpSpPr/>
                <p:nvPr/>
              </p:nvGrpSpPr>
              <p:grpSpPr>
                <a:xfrm>
                  <a:off x="1507666" y="2176104"/>
                  <a:ext cx="166395" cy="273149"/>
                  <a:chOff x="1507666" y="2176104"/>
                  <a:chExt cx="166395" cy="273149"/>
                </a:xfrm>
              </p:grpSpPr>
              <p:sp>
                <p:nvSpPr>
                  <p:cNvPr id="11514" name="Google Shape;11514;p67"/>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7"/>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7"/>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7"/>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7"/>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7"/>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7"/>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1" name="Google Shape;11521;p6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23" name="Google Shape;11523;p67"/>
            <p:cNvGrpSpPr/>
            <p:nvPr/>
          </p:nvGrpSpPr>
          <p:grpSpPr>
            <a:xfrm>
              <a:off x="1284601" y="1681380"/>
              <a:ext cx="495923" cy="310517"/>
              <a:chOff x="1284601" y="1681380"/>
              <a:chExt cx="495923" cy="310517"/>
            </a:xfrm>
          </p:grpSpPr>
          <p:sp>
            <p:nvSpPr>
              <p:cNvPr id="11524" name="Google Shape;11524;p6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67"/>
              <p:cNvGrpSpPr/>
              <p:nvPr/>
            </p:nvGrpSpPr>
            <p:grpSpPr>
              <a:xfrm>
                <a:off x="1507666" y="1681380"/>
                <a:ext cx="272858" cy="310517"/>
                <a:chOff x="1507666" y="1681380"/>
                <a:chExt cx="272858" cy="310517"/>
              </a:xfrm>
            </p:grpSpPr>
            <p:grpSp>
              <p:nvGrpSpPr>
                <p:cNvPr id="11526" name="Google Shape;11526;p67"/>
                <p:cNvGrpSpPr/>
                <p:nvPr/>
              </p:nvGrpSpPr>
              <p:grpSpPr>
                <a:xfrm>
                  <a:off x="1507666" y="1700120"/>
                  <a:ext cx="166395" cy="272984"/>
                  <a:chOff x="1507666" y="1700120"/>
                  <a:chExt cx="166395" cy="272984"/>
                </a:xfrm>
              </p:grpSpPr>
              <p:sp>
                <p:nvSpPr>
                  <p:cNvPr id="11527" name="Google Shape;11527;p67"/>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7"/>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7"/>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7"/>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7"/>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7"/>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7"/>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4" name="Google Shape;11534;p6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536" name="Google Shape;11536;p67"/>
          <p:cNvGrpSpPr/>
          <p:nvPr/>
        </p:nvGrpSpPr>
        <p:grpSpPr>
          <a:xfrm>
            <a:off x="6815341" y="2324262"/>
            <a:ext cx="1622269" cy="552443"/>
            <a:chOff x="6894650" y="2574740"/>
            <a:chExt cx="1445100" cy="492111"/>
          </a:xfrm>
        </p:grpSpPr>
        <p:sp>
          <p:nvSpPr>
            <p:cNvPr id="11537" name="Google Shape;11537;p6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42" name="Google Shape;11542;p6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1543" name="Google Shape;11543;p67"/>
          <p:cNvGrpSpPr/>
          <p:nvPr/>
        </p:nvGrpSpPr>
        <p:grpSpPr>
          <a:xfrm>
            <a:off x="6834884" y="3698518"/>
            <a:ext cx="1583206" cy="475705"/>
            <a:chOff x="6953919" y="3907920"/>
            <a:chExt cx="1377300" cy="475705"/>
          </a:xfrm>
        </p:grpSpPr>
        <p:cxnSp>
          <p:nvCxnSpPr>
            <p:cNvPr id="11544" name="Google Shape;11544;p67"/>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1545" name="Google Shape;11545;p6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1546" name="Google Shape;11546;p67"/>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1547" name="Google Shape;11547;p67"/>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1548" name="Google Shape;11548;p67"/>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1549" name="Google Shape;11549;p67"/>
          <p:cNvGrpSpPr/>
          <p:nvPr/>
        </p:nvGrpSpPr>
        <p:grpSpPr>
          <a:xfrm>
            <a:off x="2338472" y="2459663"/>
            <a:ext cx="836286" cy="824529"/>
            <a:chOff x="2389399" y="2595741"/>
            <a:chExt cx="812796" cy="801369"/>
          </a:xfrm>
        </p:grpSpPr>
        <p:grpSp>
          <p:nvGrpSpPr>
            <p:cNvPr id="11550" name="Google Shape;11550;p67"/>
            <p:cNvGrpSpPr/>
            <p:nvPr/>
          </p:nvGrpSpPr>
          <p:grpSpPr>
            <a:xfrm>
              <a:off x="2492145" y="2881565"/>
              <a:ext cx="607300" cy="229751"/>
              <a:chOff x="2492145" y="2881565"/>
              <a:chExt cx="607300" cy="229751"/>
            </a:xfrm>
          </p:grpSpPr>
          <p:sp>
            <p:nvSpPr>
              <p:cNvPr id="11551" name="Google Shape;11551;p67"/>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7"/>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7"/>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67"/>
            <p:cNvGrpSpPr/>
            <p:nvPr/>
          </p:nvGrpSpPr>
          <p:grpSpPr>
            <a:xfrm>
              <a:off x="2389399" y="2595741"/>
              <a:ext cx="812796" cy="296825"/>
              <a:chOff x="2389399" y="2595741"/>
              <a:chExt cx="812796" cy="296825"/>
            </a:xfrm>
          </p:grpSpPr>
          <p:grpSp>
            <p:nvGrpSpPr>
              <p:cNvPr id="11555" name="Google Shape;11555;p67"/>
              <p:cNvGrpSpPr/>
              <p:nvPr/>
            </p:nvGrpSpPr>
            <p:grpSpPr>
              <a:xfrm>
                <a:off x="2389399" y="2595741"/>
                <a:ext cx="363638" cy="296825"/>
                <a:chOff x="2389399" y="2595741"/>
                <a:chExt cx="363638" cy="296825"/>
              </a:xfrm>
            </p:grpSpPr>
            <p:grpSp>
              <p:nvGrpSpPr>
                <p:cNvPr id="11556" name="Google Shape;11556;p67"/>
                <p:cNvGrpSpPr/>
                <p:nvPr/>
              </p:nvGrpSpPr>
              <p:grpSpPr>
                <a:xfrm>
                  <a:off x="2493852" y="2794333"/>
                  <a:ext cx="259185" cy="98232"/>
                  <a:chOff x="2493852" y="2794333"/>
                  <a:chExt cx="259185" cy="98232"/>
                </a:xfrm>
              </p:grpSpPr>
              <p:sp>
                <p:nvSpPr>
                  <p:cNvPr id="11557" name="Google Shape;11557;p67"/>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7"/>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7"/>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67"/>
                <p:cNvGrpSpPr/>
                <p:nvPr/>
              </p:nvGrpSpPr>
              <p:grpSpPr>
                <a:xfrm>
                  <a:off x="2389399" y="2595741"/>
                  <a:ext cx="224343" cy="182054"/>
                  <a:chOff x="2389399" y="2595741"/>
                  <a:chExt cx="224343" cy="182054"/>
                </a:xfrm>
              </p:grpSpPr>
              <p:sp>
                <p:nvSpPr>
                  <p:cNvPr id="11561" name="Google Shape;11561;p67"/>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7"/>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63" name="Google Shape;11563;p67"/>
              <p:cNvGrpSpPr/>
              <p:nvPr/>
            </p:nvGrpSpPr>
            <p:grpSpPr>
              <a:xfrm>
                <a:off x="2683630" y="2595741"/>
                <a:ext cx="224334" cy="296825"/>
                <a:chOff x="2683630" y="2595741"/>
                <a:chExt cx="224334" cy="296825"/>
              </a:xfrm>
            </p:grpSpPr>
            <p:grpSp>
              <p:nvGrpSpPr>
                <p:cNvPr id="11564" name="Google Shape;11564;p67"/>
                <p:cNvGrpSpPr/>
                <p:nvPr/>
              </p:nvGrpSpPr>
              <p:grpSpPr>
                <a:xfrm>
                  <a:off x="2788083" y="2794333"/>
                  <a:ext cx="15356" cy="98232"/>
                  <a:chOff x="2788083" y="2794333"/>
                  <a:chExt cx="15356" cy="98232"/>
                </a:xfrm>
              </p:grpSpPr>
              <p:sp>
                <p:nvSpPr>
                  <p:cNvPr id="11565" name="Google Shape;11565;p67"/>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7"/>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7"/>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8" name="Google Shape;11568;p67"/>
                <p:cNvGrpSpPr/>
                <p:nvPr/>
              </p:nvGrpSpPr>
              <p:grpSpPr>
                <a:xfrm>
                  <a:off x="2683630" y="2595741"/>
                  <a:ext cx="224334" cy="182054"/>
                  <a:chOff x="2683630" y="2595741"/>
                  <a:chExt cx="224334" cy="182054"/>
                </a:xfrm>
              </p:grpSpPr>
              <p:sp>
                <p:nvSpPr>
                  <p:cNvPr id="11569" name="Google Shape;11569;p67"/>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7"/>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71" name="Google Shape;11571;p67"/>
              <p:cNvGrpSpPr/>
              <p:nvPr/>
            </p:nvGrpSpPr>
            <p:grpSpPr>
              <a:xfrm>
                <a:off x="2838475" y="2595741"/>
                <a:ext cx="363719" cy="296825"/>
                <a:chOff x="2838475" y="2595741"/>
                <a:chExt cx="363719" cy="296825"/>
              </a:xfrm>
            </p:grpSpPr>
            <p:grpSp>
              <p:nvGrpSpPr>
                <p:cNvPr id="11572" name="Google Shape;11572;p67"/>
                <p:cNvGrpSpPr/>
                <p:nvPr/>
              </p:nvGrpSpPr>
              <p:grpSpPr>
                <a:xfrm>
                  <a:off x="2838475" y="2794333"/>
                  <a:ext cx="259185" cy="98232"/>
                  <a:chOff x="2838475" y="2794333"/>
                  <a:chExt cx="259185" cy="98232"/>
                </a:xfrm>
              </p:grpSpPr>
              <p:sp>
                <p:nvSpPr>
                  <p:cNvPr id="11573" name="Google Shape;11573;p67"/>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7"/>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7"/>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6" name="Google Shape;11576;p67"/>
                <p:cNvGrpSpPr/>
                <p:nvPr/>
              </p:nvGrpSpPr>
              <p:grpSpPr>
                <a:xfrm>
                  <a:off x="2977852" y="2595741"/>
                  <a:ext cx="224343" cy="182054"/>
                  <a:chOff x="2977852" y="2595741"/>
                  <a:chExt cx="224343" cy="182054"/>
                </a:xfrm>
              </p:grpSpPr>
              <p:sp>
                <p:nvSpPr>
                  <p:cNvPr id="11577" name="Google Shape;11577;p67"/>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7"/>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579" name="Google Shape;11579;p67"/>
            <p:cNvGrpSpPr/>
            <p:nvPr/>
          </p:nvGrpSpPr>
          <p:grpSpPr>
            <a:xfrm>
              <a:off x="2389399" y="3100241"/>
              <a:ext cx="812796" cy="296869"/>
              <a:chOff x="2389399" y="3100241"/>
              <a:chExt cx="812796" cy="296869"/>
            </a:xfrm>
          </p:grpSpPr>
          <p:grpSp>
            <p:nvGrpSpPr>
              <p:cNvPr id="11580" name="Google Shape;11580;p67"/>
              <p:cNvGrpSpPr/>
              <p:nvPr/>
            </p:nvGrpSpPr>
            <p:grpSpPr>
              <a:xfrm>
                <a:off x="2683630" y="3100241"/>
                <a:ext cx="224334" cy="296869"/>
                <a:chOff x="2683630" y="3100241"/>
                <a:chExt cx="224334" cy="296869"/>
              </a:xfrm>
            </p:grpSpPr>
            <p:grpSp>
              <p:nvGrpSpPr>
                <p:cNvPr id="11581" name="Google Shape;11581;p67"/>
                <p:cNvGrpSpPr/>
                <p:nvPr/>
              </p:nvGrpSpPr>
              <p:grpSpPr>
                <a:xfrm>
                  <a:off x="2788083" y="3100241"/>
                  <a:ext cx="15356" cy="98237"/>
                  <a:chOff x="2788083" y="3100241"/>
                  <a:chExt cx="15356" cy="98237"/>
                </a:xfrm>
              </p:grpSpPr>
              <p:sp>
                <p:nvSpPr>
                  <p:cNvPr id="11582" name="Google Shape;11582;p6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67"/>
                <p:cNvGrpSpPr/>
                <p:nvPr/>
              </p:nvGrpSpPr>
              <p:grpSpPr>
                <a:xfrm>
                  <a:off x="2683630" y="3215065"/>
                  <a:ext cx="224334" cy="182045"/>
                  <a:chOff x="2683630" y="3215065"/>
                  <a:chExt cx="224334" cy="182045"/>
                </a:xfrm>
              </p:grpSpPr>
              <p:sp>
                <p:nvSpPr>
                  <p:cNvPr id="11586" name="Google Shape;11586;p6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88" name="Google Shape;11588;p67"/>
              <p:cNvGrpSpPr/>
              <p:nvPr/>
            </p:nvGrpSpPr>
            <p:grpSpPr>
              <a:xfrm>
                <a:off x="2389399" y="3100241"/>
                <a:ext cx="363638" cy="296869"/>
                <a:chOff x="2389399" y="3100241"/>
                <a:chExt cx="363638" cy="296869"/>
              </a:xfrm>
            </p:grpSpPr>
            <p:grpSp>
              <p:nvGrpSpPr>
                <p:cNvPr id="11589" name="Google Shape;11589;p67"/>
                <p:cNvGrpSpPr/>
                <p:nvPr/>
              </p:nvGrpSpPr>
              <p:grpSpPr>
                <a:xfrm>
                  <a:off x="2493852" y="3100241"/>
                  <a:ext cx="259185" cy="98237"/>
                  <a:chOff x="2493852" y="3100241"/>
                  <a:chExt cx="259185" cy="98237"/>
                </a:xfrm>
              </p:grpSpPr>
              <p:sp>
                <p:nvSpPr>
                  <p:cNvPr id="11590" name="Google Shape;11590;p6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3" name="Google Shape;11593;p67"/>
                <p:cNvGrpSpPr/>
                <p:nvPr/>
              </p:nvGrpSpPr>
              <p:grpSpPr>
                <a:xfrm>
                  <a:off x="2389399" y="3215065"/>
                  <a:ext cx="224343" cy="182045"/>
                  <a:chOff x="2389399" y="3215065"/>
                  <a:chExt cx="224343" cy="182045"/>
                </a:xfrm>
              </p:grpSpPr>
              <p:sp>
                <p:nvSpPr>
                  <p:cNvPr id="11594" name="Google Shape;11594;p6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96" name="Google Shape;11596;p67"/>
              <p:cNvGrpSpPr/>
              <p:nvPr/>
            </p:nvGrpSpPr>
            <p:grpSpPr>
              <a:xfrm>
                <a:off x="2838475" y="3100241"/>
                <a:ext cx="363719" cy="296869"/>
                <a:chOff x="2838475" y="3100241"/>
                <a:chExt cx="363719" cy="296869"/>
              </a:xfrm>
            </p:grpSpPr>
            <p:grpSp>
              <p:nvGrpSpPr>
                <p:cNvPr id="11597" name="Google Shape;11597;p67"/>
                <p:cNvGrpSpPr/>
                <p:nvPr/>
              </p:nvGrpSpPr>
              <p:grpSpPr>
                <a:xfrm>
                  <a:off x="2838475" y="3100241"/>
                  <a:ext cx="259185" cy="98237"/>
                  <a:chOff x="2838475" y="3100241"/>
                  <a:chExt cx="259185" cy="98237"/>
                </a:xfrm>
              </p:grpSpPr>
              <p:sp>
                <p:nvSpPr>
                  <p:cNvPr id="11598" name="Google Shape;11598;p6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1" name="Google Shape;11601;p67"/>
                <p:cNvGrpSpPr/>
                <p:nvPr/>
              </p:nvGrpSpPr>
              <p:grpSpPr>
                <a:xfrm>
                  <a:off x="2977852" y="3215065"/>
                  <a:ext cx="224343" cy="182045"/>
                  <a:chOff x="2977852" y="3215065"/>
                  <a:chExt cx="224343" cy="182045"/>
                </a:xfrm>
              </p:grpSpPr>
              <p:sp>
                <p:nvSpPr>
                  <p:cNvPr id="11602" name="Google Shape;11602;p6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1607"/>
        <p:cNvGrpSpPr/>
        <p:nvPr/>
      </p:nvGrpSpPr>
      <p:grpSpPr>
        <a:xfrm>
          <a:off x="0" y="0"/>
          <a:ext cx="0" cy="0"/>
          <a:chOff x="0" y="0"/>
          <a:chExt cx="0" cy="0"/>
        </a:xfrm>
      </p:grpSpPr>
      <p:grpSp>
        <p:nvGrpSpPr>
          <p:cNvPr id="11608" name="Google Shape;11608;p68"/>
          <p:cNvGrpSpPr/>
          <p:nvPr/>
        </p:nvGrpSpPr>
        <p:grpSpPr>
          <a:xfrm>
            <a:off x="702075" y="3155925"/>
            <a:ext cx="2390414" cy="1024800"/>
            <a:chOff x="728925" y="3296613"/>
            <a:chExt cx="2390414" cy="1024800"/>
          </a:xfrm>
        </p:grpSpPr>
        <p:grpSp>
          <p:nvGrpSpPr>
            <p:cNvPr id="11609" name="Google Shape;11609;p68"/>
            <p:cNvGrpSpPr/>
            <p:nvPr/>
          </p:nvGrpSpPr>
          <p:grpSpPr>
            <a:xfrm>
              <a:off x="728925" y="3619800"/>
              <a:ext cx="2390414" cy="500893"/>
              <a:chOff x="728925" y="3619800"/>
              <a:chExt cx="2390414" cy="500893"/>
            </a:xfrm>
          </p:grpSpPr>
          <p:sp>
            <p:nvSpPr>
              <p:cNvPr id="11610" name="Google Shape;11610;p6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611" name="Google Shape;11611;p6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1612" name="Google Shape;11612;p68"/>
            <p:cNvGrpSpPr/>
            <p:nvPr/>
          </p:nvGrpSpPr>
          <p:grpSpPr>
            <a:xfrm>
              <a:off x="1348050" y="3296613"/>
              <a:ext cx="1706152" cy="1024800"/>
              <a:chOff x="1348050" y="3296613"/>
              <a:chExt cx="1706152" cy="1024800"/>
            </a:xfrm>
          </p:grpSpPr>
          <p:sp>
            <p:nvSpPr>
              <p:cNvPr id="11613" name="Google Shape;11613;p6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614" name="Google Shape;11614;p6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615" name="Google Shape;11615;p6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616" name="Google Shape;11616;p6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617" name="Google Shape;11617;p6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1618" name="Google Shape;11618;p68"/>
            <p:cNvGrpSpPr/>
            <p:nvPr/>
          </p:nvGrpSpPr>
          <p:grpSpPr>
            <a:xfrm>
              <a:off x="1455707" y="3654858"/>
              <a:ext cx="1491150" cy="417657"/>
              <a:chOff x="1455707" y="3654858"/>
              <a:chExt cx="1491150" cy="417657"/>
            </a:xfrm>
          </p:grpSpPr>
          <p:sp>
            <p:nvSpPr>
              <p:cNvPr id="11619" name="Google Shape;11619;p6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1639" name="Google Shape;11639;p68"/>
          <p:cNvGraphicFramePr/>
          <p:nvPr/>
        </p:nvGraphicFramePr>
        <p:xfrm>
          <a:off x="5937775" y="2153837"/>
          <a:ext cx="3000000" cy="3000000"/>
        </p:xfrm>
        <a:graphic>
          <a:graphicData uri="http://schemas.openxmlformats.org/drawingml/2006/table">
            <a:tbl>
              <a:tblPr>
                <a:noFill/>
                <a:tableStyleId>{5523365D-2D8C-41E8-AB08-E5754EFEE760}</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1640" name="Google Shape;11640;p68"/>
          <p:cNvGrpSpPr/>
          <p:nvPr/>
        </p:nvGrpSpPr>
        <p:grpSpPr>
          <a:xfrm>
            <a:off x="710451" y="981601"/>
            <a:ext cx="2396505" cy="976502"/>
            <a:chOff x="749309" y="1112739"/>
            <a:chExt cx="2371603" cy="976502"/>
          </a:xfrm>
        </p:grpSpPr>
        <p:grpSp>
          <p:nvGrpSpPr>
            <p:cNvPr id="11641" name="Google Shape;11641;p68"/>
            <p:cNvGrpSpPr/>
            <p:nvPr/>
          </p:nvGrpSpPr>
          <p:grpSpPr>
            <a:xfrm>
              <a:off x="1092126" y="1112739"/>
              <a:ext cx="2028786" cy="975464"/>
              <a:chOff x="1092126" y="1112739"/>
              <a:chExt cx="2028786" cy="975464"/>
            </a:xfrm>
          </p:grpSpPr>
          <p:sp>
            <p:nvSpPr>
              <p:cNvPr id="11642" name="Google Shape;11642;p6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6" name="Google Shape;11666;p68"/>
            <p:cNvGrpSpPr/>
            <p:nvPr/>
          </p:nvGrpSpPr>
          <p:grpSpPr>
            <a:xfrm>
              <a:off x="749309" y="1112739"/>
              <a:ext cx="314700" cy="975464"/>
              <a:chOff x="749309" y="1112739"/>
              <a:chExt cx="314700" cy="975464"/>
            </a:xfrm>
          </p:grpSpPr>
          <p:sp>
            <p:nvSpPr>
              <p:cNvPr id="11667" name="Google Shape;11667;p6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6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71" name="Google Shape;11671;p6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1675" name="Google Shape;11675;p68"/>
          <p:cNvGraphicFramePr/>
          <p:nvPr/>
        </p:nvGraphicFramePr>
        <p:xfrm>
          <a:off x="5937800" y="981587"/>
          <a:ext cx="3000000" cy="3000000"/>
        </p:xfrm>
        <a:graphic>
          <a:graphicData uri="http://schemas.openxmlformats.org/drawingml/2006/table">
            <a:tbl>
              <a:tblPr>
                <a:noFill/>
                <a:tableStyleId>{5523365D-2D8C-41E8-AB08-E5754EFEE760}</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1676" name="Google Shape;11676;p68"/>
          <p:cNvGraphicFramePr/>
          <p:nvPr/>
        </p:nvGraphicFramePr>
        <p:xfrm>
          <a:off x="3358663" y="2153837"/>
          <a:ext cx="3000000" cy="3000000"/>
        </p:xfrm>
        <a:graphic>
          <a:graphicData uri="http://schemas.openxmlformats.org/drawingml/2006/table">
            <a:tbl>
              <a:tblPr>
                <a:noFill/>
                <a:tableStyleId>{5523365D-2D8C-41E8-AB08-E5754EFEE760}</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677" name="Google Shape;11677;p68"/>
          <p:cNvGrpSpPr/>
          <p:nvPr/>
        </p:nvGrpSpPr>
        <p:grpSpPr>
          <a:xfrm>
            <a:off x="3360649" y="3144798"/>
            <a:ext cx="2363377" cy="1047062"/>
            <a:chOff x="3358399" y="3285485"/>
            <a:chExt cx="2363377" cy="1047062"/>
          </a:xfrm>
        </p:grpSpPr>
        <p:grpSp>
          <p:nvGrpSpPr>
            <p:cNvPr id="11678" name="Google Shape;11678;p68"/>
            <p:cNvGrpSpPr/>
            <p:nvPr/>
          </p:nvGrpSpPr>
          <p:grpSpPr>
            <a:xfrm>
              <a:off x="3358412" y="3285485"/>
              <a:ext cx="2363244" cy="139500"/>
              <a:chOff x="3358412" y="3285485"/>
              <a:chExt cx="2363244" cy="139500"/>
            </a:xfrm>
          </p:grpSpPr>
          <p:sp>
            <p:nvSpPr>
              <p:cNvPr id="11679" name="Google Shape;11679;p6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4" name="Google Shape;11684;p68"/>
            <p:cNvGrpSpPr/>
            <p:nvPr/>
          </p:nvGrpSpPr>
          <p:grpSpPr>
            <a:xfrm>
              <a:off x="3358412" y="3466996"/>
              <a:ext cx="2363244" cy="139500"/>
              <a:chOff x="3358412" y="3466996"/>
              <a:chExt cx="2363244" cy="139500"/>
            </a:xfrm>
          </p:grpSpPr>
          <p:sp>
            <p:nvSpPr>
              <p:cNvPr id="11685" name="Google Shape;11685;p6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0" name="Google Shape;11690;p68"/>
            <p:cNvGrpSpPr/>
            <p:nvPr/>
          </p:nvGrpSpPr>
          <p:grpSpPr>
            <a:xfrm>
              <a:off x="3358412" y="3648507"/>
              <a:ext cx="2363244" cy="139500"/>
              <a:chOff x="3358412" y="3648507"/>
              <a:chExt cx="2363244" cy="139500"/>
            </a:xfrm>
          </p:grpSpPr>
          <p:sp>
            <p:nvSpPr>
              <p:cNvPr id="11691" name="Google Shape;11691;p6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6" name="Google Shape;11696;p68"/>
            <p:cNvGrpSpPr/>
            <p:nvPr/>
          </p:nvGrpSpPr>
          <p:grpSpPr>
            <a:xfrm>
              <a:off x="3358412" y="3830018"/>
              <a:ext cx="2363244" cy="139500"/>
              <a:chOff x="3358412" y="3830018"/>
              <a:chExt cx="2363244" cy="139500"/>
            </a:xfrm>
          </p:grpSpPr>
          <p:sp>
            <p:nvSpPr>
              <p:cNvPr id="11697" name="Google Shape;11697;p6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2" name="Google Shape;11702;p68"/>
            <p:cNvGrpSpPr/>
            <p:nvPr/>
          </p:nvGrpSpPr>
          <p:grpSpPr>
            <a:xfrm>
              <a:off x="3358399" y="4011514"/>
              <a:ext cx="2363377" cy="139537"/>
              <a:chOff x="3294800" y="4134603"/>
              <a:chExt cx="2638876" cy="152400"/>
            </a:xfrm>
          </p:grpSpPr>
          <p:sp>
            <p:nvSpPr>
              <p:cNvPr id="11703" name="Google Shape;11703;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8" name="Google Shape;11708;p68"/>
            <p:cNvGrpSpPr/>
            <p:nvPr/>
          </p:nvGrpSpPr>
          <p:grpSpPr>
            <a:xfrm>
              <a:off x="3358399" y="4193010"/>
              <a:ext cx="2363377" cy="139537"/>
              <a:chOff x="3294800" y="4134603"/>
              <a:chExt cx="2638876" cy="152400"/>
            </a:xfrm>
          </p:grpSpPr>
          <p:sp>
            <p:nvSpPr>
              <p:cNvPr id="11709" name="Google Shape;11709;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1714" name="Google Shape;11714;p68"/>
          <p:cNvGraphicFramePr/>
          <p:nvPr/>
        </p:nvGraphicFramePr>
        <p:xfrm>
          <a:off x="711450" y="2153837"/>
          <a:ext cx="3000000" cy="3000000"/>
        </p:xfrm>
        <a:graphic>
          <a:graphicData uri="http://schemas.openxmlformats.org/drawingml/2006/table">
            <a:tbl>
              <a:tblPr>
                <a:noFill/>
                <a:tableStyleId>{5523365D-2D8C-41E8-AB08-E5754EFEE760}</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715" name="Google Shape;11715;p68"/>
          <p:cNvGrpSpPr/>
          <p:nvPr/>
        </p:nvGrpSpPr>
        <p:grpSpPr>
          <a:xfrm>
            <a:off x="4161119" y="2557652"/>
            <a:ext cx="1302095" cy="60959"/>
            <a:chOff x="3558802" y="4011427"/>
            <a:chExt cx="1866000" cy="111300"/>
          </a:xfrm>
        </p:grpSpPr>
        <p:sp>
          <p:nvSpPr>
            <p:cNvPr id="11716" name="Google Shape;11716;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8" name="Google Shape;11718;p68"/>
          <p:cNvGrpSpPr/>
          <p:nvPr/>
        </p:nvGrpSpPr>
        <p:grpSpPr>
          <a:xfrm>
            <a:off x="4706607" y="2839811"/>
            <a:ext cx="914340" cy="60959"/>
            <a:chOff x="3558802" y="4011427"/>
            <a:chExt cx="1866000" cy="111300"/>
          </a:xfrm>
        </p:grpSpPr>
        <p:sp>
          <p:nvSpPr>
            <p:cNvPr id="11719" name="Google Shape;11719;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1" name="Google Shape;11721;p68"/>
          <p:cNvGrpSpPr/>
          <p:nvPr/>
        </p:nvGrpSpPr>
        <p:grpSpPr>
          <a:xfrm>
            <a:off x="5874449" y="3167609"/>
            <a:ext cx="2519825" cy="1001454"/>
            <a:chOff x="1906114" y="789980"/>
            <a:chExt cx="1487676" cy="606868"/>
          </a:xfrm>
        </p:grpSpPr>
        <p:cxnSp>
          <p:nvCxnSpPr>
            <p:cNvPr id="11722" name="Google Shape;11722;p6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1723" name="Google Shape;11723;p6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1724" name="Google Shape;11724;p6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1725" name="Google Shape;11725;p68"/>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1726" name="Google Shape;11726;p68"/>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1727" name="Google Shape;11727;p68"/>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1728" name="Google Shape;11728;p68"/>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1729" name="Google Shape;11729;p6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8"/>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1736" name="Google Shape;11736;p68"/>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737" name="Google Shape;11737;p68"/>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738" name="Google Shape;11738;p6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9" name="Google Shape;11739;p68"/>
          <p:cNvGrpSpPr/>
          <p:nvPr/>
        </p:nvGrpSpPr>
        <p:grpSpPr>
          <a:xfrm>
            <a:off x="3355812" y="951645"/>
            <a:ext cx="2363393" cy="1005865"/>
            <a:chOff x="3292400" y="1193188"/>
            <a:chExt cx="2615240" cy="1131075"/>
          </a:xfrm>
        </p:grpSpPr>
        <p:sp>
          <p:nvSpPr>
            <p:cNvPr id="11740" name="Google Shape;11740;p6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41" name="Google Shape;11741;p6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42" name="Google Shape;11742;p6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1743" name="Google Shape;11743;p6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1744" name="Google Shape;11744;p6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1745" name="Google Shape;11745;p6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1746" name="Google Shape;11746;p6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1747" name="Google Shape;11747;p6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1748" name="Google Shape;11748;p6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1749" name="Google Shape;11749;p6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1750" name="Google Shape;11750;p6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751" name="Google Shape;11751;p6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752" name="Google Shape;11752;p6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753" name="Google Shape;11753;p6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754" name="Google Shape;11754;p68"/>
            <p:cNvGrpSpPr/>
            <p:nvPr/>
          </p:nvGrpSpPr>
          <p:grpSpPr>
            <a:xfrm>
              <a:off x="3748438" y="1378608"/>
              <a:ext cx="2159202" cy="903971"/>
              <a:chOff x="1683525" y="2179850"/>
              <a:chExt cx="4519050" cy="2134525"/>
            </a:xfrm>
          </p:grpSpPr>
          <p:sp>
            <p:nvSpPr>
              <p:cNvPr id="11755" name="Google Shape;11755;p6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56" name="Google Shape;11756;p6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57" name="Google Shape;11757;p6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58" name="Google Shape;11758;p6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59" name="Google Shape;11759;p6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60" name="Google Shape;11760;p6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61" name="Google Shape;11761;p6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62" name="Google Shape;11762;p6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63" name="Google Shape;11763;p6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64" name="Google Shape;11764;p6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65" name="Google Shape;11765;p6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766" name="Google Shape;11766;p6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1770"/>
        <p:cNvGrpSpPr/>
        <p:nvPr/>
      </p:nvGrpSpPr>
      <p:grpSpPr>
        <a:xfrm>
          <a:off x="0" y="0"/>
          <a:ext cx="0" cy="0"/>
          <a:chOff x="0" y="0"/>
          <a:chExt cx="0" cy="0"/>
        </a:xfrm>
      </p:grpSpPr>
      <p:grpSp>
        <p:nvGrpSpPr>
          <p:cNvPr id="11771" name="Google Shape;11771;p69"/>
          <p:cNvGrpSpPr/>
          <p:nvPr/>
        </p:nvGrpSpPr>
        <p:grpSpPr>
          <a:xfrm>
            <a:off x="4796684" y="970941"/>
            <a:ext cx="745431" cy="718863"/>
            <a:chOff x="4249973" y="1201875"/>
            <a:chExt cx="1958568" cy="1888762"/>
          </a:xfrm>
        </p:grpSpPr>
        <p:sp>
          <p:nvSpPr>
            <p:cNvPr id="11772" name="Google Shape;11772;p6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3" name="Google Shape;11773;p69"/>
            <p:cNvGrpSpPr/>
            <p:nvPr/>
          </p:nvGrpSpPr>
          <p:grpSpPr>
            <a:xfrm>
              <a:off x="5853086" y="1789142"/>
              <a:ext cx="355454" cy="1048099"/>
              <a:chOff x="5576108" y="2016725"/>
              <a:chExt cx="565200" cy="1666560"/>
            </a:xfrm>
          </p:grpSpPr>
          <p:sp>
            <p:nvSpPr>
              <p:cNvPr id="11774" name="Google Shape;11774;p6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775" name="Google Shape;11775;p6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6" name="Google Shape;11776;p69"/>
            <p:cNvGrpSpPr/>
            <p:nvPr/>
          </p:nvGrpSpPr>
          <p:grpSpPr>
            <a:xfrm>
              <a:off x="4869455" y="2691676"/>
              <a:ext cx="1013897" cy="398961"/>
              <a:chOff x="4012057" y="3451825"/>
              <a:chExt cx="1612175" cy="634379"/>
            </a:xfrm>
          </p:grpSpPr>
          <p:sp>
            <p:nvSpPr>
              <p:cNvPr id="11777" name="Google Shape;11777;p6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778" name="Google Shape;11778;p6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69"/>
            <p:cNvGrpSpPr/>
            <p:nvPr/>
          </p:nvGrpSpPr>
          <p:grpSpPr>
            <a:xfrm>
              <a:off x="4276937" y="2155961"/>
              <a:ext cx="651965" cy="891358"/>
              <a:chOff x="3069908" y="2599997"/>
              <a:chExt cx="1036675" cy="1417328"/>
            </a:xfrm>
          </p:grpSpPr>
          <p:sp>
            <p:nvSpPr>
              <p:cNvPr id="11780" name="Google Shape;11780;p6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781" name="Google Shape;11781;p6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69"/>
            <p:cNvGrpSpPr/>
            <p:nvPr/>
          </p:nvGrpSpPr>
          <p:grpSpPr>
            <a:xfrm>
              <a:off x="5054918" y="1201875"/>
              <a:ext cx="999548" cy="602711"/>
              <a:chOff x="4306958" y="1082925"/>
              <a:chExt cx="1589359" cy="958358"/>
            </a:xfrm>
          </p:grpSpPr>
          <p:sp>
            <p:nvSpPr>
              <p:cNvPr id="11783" name="Google Shape;11783;p6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784" name="Google Shape;11784;p6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5" name="Google Shape;11785;p69"/>
            <p:cNvGrpSpPr/>
            <p:nvPr/>
          </p:nvGrpSpPr>
          <p:grpSpPr>
            <a:xfrm>
              <a:off x="4249973" y="1303451"/>
              <a:ext cx="799317" cy="841334"/>
              <a:chOff x="3027033" y="1244439"/>
              <a:chExt cx="1270977" cy="1337786"/>
            </a:xfrm>
          </p:grpSpPr>
          <p:sp>
            <p:nvSpPr>
              <p:cNvPr id="11786" name="Google Shape;11786;p6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787" name="Google Shape;11787;p6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88" name="Google Shape;11788;p69"/>
          <p:cNvGrpSpPr/>
          <p:nvPr/>
        </p:nvGrpSpPr>
        <p:grpSpPr>
          <a:xfrm>
            <a:off x="713057" y="1849390"/>
            <a:ext cx="761767" cy="729896"/>
            <a:chOff x="2657744" y="2337745"/>
            <a:chExt cx="832987" cy="798137"/>
          </a:xfrm>
        </p:grpSpPr>
        <p:sp>
          <p:nvSpPr>
            <p:cNvPr id="11789" name="Google Shape;11789;p6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5" name="Google Shape;11795;p69"/>
          <p:cNvGrpSpPr/>
          <p:nvPr/>
        </p:nvGrpSpPr>
        <p:grpSpPr>
          <a:xfrm>
            <a:off x="3224022" y="1852597"/>
            <a:ext cx="685569" cy="723586"/>
            <a:chOff x="3398134" y="2057755"/>
            <a:chExt cx="704087" cy="743130"/>
          </a:xfrm>
        </p:grpSpPr>
        <p:grpSp>
          <p:nvGrpSpPr>
            <p:cNvPr id="11796" name="Google Shape;11796;p69"/>
            <p:cNvGrpSpPr/>
            <p:nvPr/>
          </p:nvGrpSpPr>
          <p:grpSpPr>
            <a:xfrm>
              <a:off x="3398134" y="2290183"/>
              <a:ext cx="315300" cy="219900"/>
              <a:chOff x="3398134" y="2290183"/>
              <a:chExt cx="315300" cy="219900"/>
            </a:xfrm>
          </p:grpSpPr>
          <p:sp>
            <p:nvSpPr>
              <p:cNvPr id="11797" name="Google Shape;11797;p69"/>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798" name="Google Shape;11798;p69"/>
              <p:cNvCxnSpPr>
                <a:stCxn id="1179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1799" name="Google Shape;11799;p69"/>
            <p:cNvGrpSpPr/>
            <p:nvPr/>
          </p:nvGrpSpPr>
          <p:grpSpPr>
            <a:xfrm>
              <a:off x="3547823" y="2467358"/>
              <a:ext cx="219900" cy="333527"/>
              <a:chOff x="3547823" y="2467358"/>
              <a:chExt cx="219900" cy="333527"/>
            </a:xfrm>
          </p:grpSpPr>
          <p:sp>
            <p:nvSpPr>
              <p:cNvPr id="11800" name="Google Shape;11800;p69"/>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801" name="Google Shape;11801;p69"/>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1802" name="Google Shape;11802;p69"/>
            <p:cNvGrpSpPr/>
            <p:nvPr/>
          </p:nvGrpSpPr>
          <p:grpSpPr>
            <a:xfrm>
              <a:off x="3734138" y="2467358"/>
              <a:ext cx="219900" cy="333527"/>
              <a:chOff x="3734138" y="2467358"/>
              <a:chExt cx="219900" cy="333527"/>
            </a:xfrm>
          </p:grpSpPr>
          <p:sp>
            <p:nvSpPr>
              <p:cNvPr id="11803" name="Google Shape;11803;p69"/>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804" name="Google Shape;11804;p69"/>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1805" name="Google Shape;11805;p69"/>
            <p:cNvGrpSpPr/>
            <p:nvPr/>
          </p:nvGrpSpPr>
          <p:grpSpPr>
            <a:xfrm>
              <a:off x="3787560" y="2288011"/>
              <a:ext cx="314661" cy="219900"/>
              <a:chOff x="3787560" y="2288011"/>
              <a:chExt cx="314661" cy="219900"/>
            </a:xfrm>
          </p:grpSpPr>
          <p:sp>
            <p:nvSpPr>
              <p:cNvPr id="11806" name="Google Shape;11806;p69"/>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807" name="Google Shape;11807;p69"/>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1808" name="Google Shape;11808;p69"/>
            <p:cNvGrpSpPr/>
            <p:nvPr/>
          </p:nvGrpSpPr>
          <p:grpSpPr>
            <a:xfrm>
              <a:off x="3637290" y="2057755"/>
              <a:ext cx="219900" cy="335499"/>
              <a:chOff x="3637290" y="2057755"/>
              <a:chExt cx="219900" cy="335499"/>
            </a:xfrm>
          </p:grpSpPr>
          <p:sp>
            <p:nvSpPr>
              <p:cNvPr id="11809" name="Google Shape;11809;p69"/>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1810" name="Google Shape;11810;p69"/>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1811" name="Google Shape;11811;p69"/>
          <p:cNvGrpSpPr/>
          <p:nvPr/>
        </p:nvGrpSpPr>
        <p:grpSpPr>
          <a:xfrm>
            <a:off x="4899244" y="1859292"/>
            <a:ext cx="710153" cy="710153"/>
            <a:chOff x="5007123" y="2079403"/>
            <a:chExt cx="687600" cy="687600"/>
          </a:xfrm>
        </p:grpSpPr>
        <p:sp>
          <p:nvSpPr>
            <p:cNvPr id="11812" name="Google Shape;11812;p69"/>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9"/>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9"/>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9"/>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6" name="Google Shape;11816;p69"/>
          <p:cNvGrpSpPr/>
          <p:nvPr/>
        </p:nvGrpSpPr>
        <p:grpSpPr>
          <a:xfrm>
            <a:off x="5708681" y="1853799"/>
            <a:ext cx="720998" cy="721183"/>
            <a:chOff x="5797446" y="2063053"/>
            <a:chExt cx="698100" cy="698280"/>
          </a:xfrm>
        </p:grpSpPr>
        <p:sp>
          <p:nvSpPr>
            <p:cNvPr id="11817" name="Google Shape;11817;p69"/>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9"/>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9"/>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9"/>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69"/>
          <p:cNvGrpSpPr/>
          <p:nvPr/>
        </p:nvGrpSpPr>
        <p:grpSpPr>
          <a:xfrm>
            <a:off x="8153828" y="3499404"/>
            <a:ext cx="280585" cy="673164"/>
            <a:chOff x="8075075" y="3754290"/>
            <a:chExt cx="255612" cy="613194"/>
          </a:xfrm>
        </p:grpSpPr>
        <p:grpSp>
          <p:nvGrpSpPr>
            <p:cNvPr id="11822" name="Google Shape;11822;p69"/>
            <p:cNvGrpSpPr/>
            <p:nvPr/>
          </p:nvGrpSpPr>
          <p:grpSpPr>
            <a:xfrm>
              <a:off x="8075075" y="3754290"/>
              <a:ext cx="255612" cy="613194"/>
              <a:chOff x="8075075" y="3754290"/>
              <a:chExt cx="255612" cy="613194"/>
            </a:xfrm>
          </p:grpSpPr>
          <p:sp>
            <p:nvSpPr>
              <p:cNvPr id="11823" name="Google Shape;11823;p69"/>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9"/>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5" name="Google Shape;11825;p69"/>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6" name="Google Shape;11826;p69"/>
          <p:cNvGrpSpPr/>
          <p:nvPr/>
        </p:nvGrpSpPr>
        <p:grpSpPr>
          <a:xfrm>
            <a:off x="5270887" y="3488200"/>
            <a:ext cx="470352" cy="683745"/>
            <a:chOff x="1697726" y="3244179"/>
            <a:chExt cx="788124" cy="1146069"/>
          </a:xfrm>
        </p:grpSpPr>
        <p:sp>
          <p:nvSpPr>
            <p:cNvPr id="11827" name="Google Shape;11827;p6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9" name="Google Shape;11829;p69"/>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0" name="Google Shape;11830;p69"/>
          <p:cNvGrpSpPr/>
          <p:nvPr/>
        </p:nvGrpSpPr>
        <p:grpSpPr>
          <a:xfrm>
            <a:off x="5892037" y="3499402"/>
            <a:ext cx="293891" cy="293845"/>
            <a:chOff x="6134814" y="3754290"/>
            <a:chExt cx="293891" cy="293845"/>
          </a:xfrm>
        </p:grpSpPr>
        <p:sp>
          <p:nvSpPr>
            <p:cNvPr id="11831" name="Google Shape;11831;p6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3" name="Google Shape;11833;p69"/>
          <p:cNvGrpSpPr/>
          <p:nvPr/>
        </p:nvGrpSpPr>
        <p:grpSpPr>
          <a:xfrm>
            <a:off x="5892037" y="3878074"/>
            <a:ext cx="293891" cy="293891"/>
            <a:chOff x="6134814" y="4086186"/>
            <a:chExt cx="293891" cy="293891"/>
          </a:xfrm>
        </p:grpSpPr>
        <p:sp>
          <p:nvSpPr>
            <p:cNvPr id="11834" name="Google Shape;11834;p6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6" name="Google Shape;11836;p69"/>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9"/>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8" name="Google Shape;11838;p69"/>
          <p:cNvGrpSpPr/>
          <p:nvPr/>
        </p:nvGrpSpPr>
        <p:grpSpPr>
          <a:xfrm>
            <a:off x="7817013" y="2706766"/>
            <a:ext cx="622883" cy="621944"/>
            <a:chOff x="1187048" y="238125"/>
            <a:chExt cx="5256397" cy="5248476"/>
          </a:xfrm>
        </p:grpSpPr>
        <p:sp>
          <p:nvSpPr>
            <p:cNvPr id="11839" name="Google Shape;11839;p6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3" name="Google Shape;11843;p69"/>
          <p:cNvGrpSpPr/>
          <p:nvPr/>
        </p:nvGrpSpPr>
        <p:grpSpPr>
          <a:xfrm>
            <a:off x="2274118" y="2716375"/>
            <a:ext cx="1310987" cy="612407"/>
            <a:chOff x="238125" y="1188750"/>
            <a:chExt cx="7140450" cy="3335550"/>
          </a:xfrm>
        </p:grpSpPr>
        <p:sp>
          <p:nvSpPr>
            <p:cNvPr id="11844" name="Google Shape;11844;p6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9" name="Google Shape;11849;p69"/>
          <p:cNvGrpSpPr/>
          <p:nvPr/>
        </p:nvGrpSpPr>
        <p:grpSpPr>
          <a:xfrm>
            <a:off x="6599990" y="2706930"/>
            <a:ext cx="1110299" cy="621702"/>
            <a:chOff x="238125" y="1335475"/>
            <a:chExt cx="5418735" cy="3034175"/>
          </a:xfrm>
        </p:grpSpPr>
        <p:sp>
          <p:nvSpPr>
            <p:cNvPr id="11850" name="Google Shape;11850;p6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3" name="Google Shape;11853;p69"/>
          <p:cNvGrpSpPr/>
          <p:nvPr/>
        </p:nvGrpSpPr>
        <p:grpSpPr>
          <a:xfrm>
            <a:off x="5417649" y="2703827"/>
            <a:ext cx="1074451" cy="627181"/>
            <a:chOff x="5359127" y="2910889"/>
            <a:chExt cx="1097723" cy="640831"/>
          </a:xfrm>
        </p:grpSpPr>
        <p:grpSp>
          <p:nvGrpSpPr>
            <p:cNvPr id="11854" name="Google Shape;11854;p69"/>
            <p:cNvGrpSpPr/>
            <p:nvPr/>
          </p:nvGrpSpPr>
          <p:grpSpPr>
            <a:xfrm>
              <a:off x="5929791" y="3263088"/>
              <a:ext cx="527060" cy="287097"/>
              <a:chOff x="5929791" y="3263088"/>
              <a:chExt cx="527060" cy="287097"/>
            </a:xfrm>
          </p:grpSpPr>
          <p:sp>
            <p:nvSpPr>
              <p:cNvPr id="11855" name="Google Shape;11855;p69"/>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856" name="Google Shape;11856;p69"/>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857" name="Google Shape;11857;p69"/>
            <p:cNvGrpSpPr/>
            <p:nvPr/>
          </p:nvGrpSpPr>
          <p:grpSpPr>
            <a:xfrm>
              <a:off x="5359127" y="3263089"/>
              <a:ext cx="526428" cy="288631"/>
              <a:chOff x="5359127" y="3263089"/>
              <a:chExt cx="526428" cy="288631"/>
            </a:xfrm>
          </p:grpSpPr>
          <p:sp>
            <p:nvSpPr>
              <p:cNvPr id="11858" name="Google Shape;11858;p69"/>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859" name="Google Shape;11859;p69"/>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860" name="Google Shape;11860;p69"/>
            <p:cNvGrpSpPr/>
            <p:nvPr/>
          </p:nvGrpSpPr>
          <p:grpSpPr>
            <a:xfrm>
              <a:off x="5551525" y="2910889"/>
              <a:ext cx="520901" cy="610283"/>
              <a:chOff x="5551525" y="2910889"/>
              <a:chExt cx="520901" cy="610283"/>
            </a:xfrm>
          </p:grpSpPr>
          <p:sp>
            <p:nvSpPr>
              <p:cNvPr id="11861" name="Google Shape;11861;p69"/>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862" name="Google Shape;11862;p69"/>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863" name="Google Shape;11863;p69"/>
            <p:cNvGrpSpPr/>
            <p:nvPr/>
          </p:nvGrpSpPr>
          <p:grpSpPr>
            <a:xfrm>
              <a:off x="5743962" y="2919100"/>
              <a:ext cx="623674" cy="284502"/>
              <a:chOff x="5743962" y="2919100"/>
              <a:chExt cx="623674" cy="284502"/>
            </a:xfrm>
          </p:grpSpPr>
          <p:sp>
            <p:nvSpPr>
              <p:cNvPr id="11864" name="Google Shape;11864;p69"/>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865" name="Google Shape;11865;p69"/>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1866" name="Google Shape;11866;p69"/>
          <p:cNvGrpSpPr/>
          <p:nvPr/>
        </p:nvGrpSpPr>
        <p:grpSpPr>
          <a:xfrm>
            <a:off x="7568863" y="1854538"/>
            <a:ext cx="874976" cy="719600"/>
            <a:chOff x="7608988" y="2093194"/>
            <a:chExt cx="817276" cy="672147"/>
          </a:xfrm>
        </p:grpSpPr>
        <p:cxnSp>
          <p:nvCxnSpPr>
            <p:cNvPr id="11867" name="Google Shape;11867;p6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868" name="Google Shape;11868;p6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869" name="Google Shape;11869;p6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870" name="Google Shape;11870;p6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871" name="Google Shape;11871;p6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1872" name="Google Shape;11872;p6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1873" name="Google Shape;11873;p69"/>
            <p:cNvGrpSpPr/>
            <p:nvPr/>
          </p:nvGrpSpPr>
          <p:grpSpPr>
            <a:xfrm>
              <a:off x="7721175" y="2093194"/>
              <a:ext cx="599587" cy="623846"/>
              <a:chOff x="7721175" y="2093194"/>
              <a:chExt cx="599587" cy="623846"/>
            </a:xfrm>
          </p:grpSpPr>
          <p:grpSp>
            <p:nvGrpSpPr>
              <p:cNvPr id="11874" name="Google Shape;11874;p69"/>
              <p:cNvGrpSpPr/>
              <p:nvPr/>
            </p:nvGrpSpPr>
            <p:grpSpPr>
              <a:xfrm>
                <a:off x="7721175" y="2093194"/>
                <a:ext cx="291605" cy="623846"/>
                <a:chOff x="9405575" y="2061418"/>
                <a:chExt cx="291605" cy="623846"/>
              </a:xfrm>
            </p:grpSpPr>
            <p:sp>
              <p:nvSpPr>
                <p:cNvPr id="11875" name="Google Shape;11875;p6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69"/>
              <p:cNvGrpSpPr/>
              <p:nvPr/>
            </p:nvGrpSpPr>
            <p:grpSpPr>
              <a:xfrm flipH="1">
                <a:off x="8029157" y="2093194"/>
                <a:ext cx="291605" cy="623846"/>
                <a:chOff x="9405575" y="2061418"/>
                <a:chExt cx="291605" cy="623846"/>
              </a:xfrm>
            </p:grpSpPr>
            <p:sp>
              <p:nvSpPr>
                <p:cNvPr id="11883" name="Google Shape;11883;p6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890" name="Google Shape;11890;p69"/>
          <p:cNvGrpSpPr/>
          <p:nvPr/>
        </p:nvGrpSpPr>
        <p:grpSpPr>
          <a:xfrm>
            <a:off x="4013299" y="970941"/>
            <a:ext cx="712557" cy="785901"/>
            <a:chOff x="4206459" y="1191441"/>
            <a:chExt cx="712557" cy="785901"/>
          </a:xfrm>
        </p:grpSpPr>
        <p:sp>
          <p:nvSpPr>
            <p:cNvPr id="11891" name="Google Shape;11891;p6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5" name="Google Shape;11895;p69"/>
            <p:cNvGrpSpPr/>
            <p:nvPr/>
          </p:nvGrpSpPr>
          <p:grpSpPr>
            <a:xfrm>
              <a:off x="4644280" y="1290523"/>
              <a:ext cx="143716" cy="29463"/>
              <a:chOff x="4644280" y="1290523"/>
              <a:chExt cx="143716" cy="29463"/>
            </a:xfrm>
          </p:grpSpPr>
          <p:sp>
            <p:nvSpPr>
              <p:cNvPr id="11896" name="Google Shape;11896;p6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69"/>
            <p:cNvGrpSpPr/>
            <p:nvPr/>
          </p:nvGrpSpPr>
          <p:grpSpPr>
            <a:xfrm>
              <a:off x="4356567" y="1191441"/>
              <a:ext cx="143690" cy="29488"/>
              <a:chOff x="4356567" y="1191441"/>
              <a:chExt cx="143690" cy="29488"/>
            </a:xfrm>
          </p:grpSpPr>
          <p:sp>
            <p:nvSpPr>
              <p:cNvPr id="11901" name="Google Shape;11901;p6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5" name="Google Shape;11905;p69"/>
            <p:cNvGrpSpPr/>
            <p:nvPr/>
          </p:nvGrpSpPr>
          <p:grpSpPr>
            <a:xfrm>
              <a:off x="4339009" y="1863727"/>
              <a:ext cx="143703" cy="29476"/>
              <a:chOff x="4339009" y="1863727"/>
              <a:chExt cx="143703" cy="29476"/>
            </a:xfrm>
          </p:grpSpPr>
          <p:sp>
            <p:nvSpPr>
              <p:cNvPr id="11906" name="Google Shape;11906;p6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0" name="Google Shape;11910;p69"/>
            <p:cNvGrpSpPr/>
            <p:nvPr/>
          </p:nvGrpSpPr>
          <p:grpSpPr>
            <a:xfrm>
              <a:off x="4206459" y="1607315"/>
              <a:ext cx="29539" cy="142899"/>
              <a:chOff x="4206459" y="1607315"/>
              <a:chExt cx="29539" cy="142899"/>
            </a:xfrm>
          </p:grpSpPr>
          <p:sp>
            <p:nvSpPr>
              <p:cNvPr id="11911" name="Google Shape;11911;p6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5" name="Google Shape;11915;p6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9" name="Google Shape;11919;p69"/>
            <p:cNvGrpSpPr/>
            <p:nvPr/>
          </p:nvGrpSpPr>
          <p:grpSpPr>
            <a:xfrm>
              <a:off x="4889463" y="1423737"/>
              <a:ext cx="29552" cy="142899"/>
              <a:chOff x="4889463" y="1423737"/>
              <a:chExt cx="29552" cy="142899"/>
            </a:xfrm>
          </p:grpSpPr>
          <p:sp>
            <p:nvSpPr>
              <p:cNvPr id="11920" name="Google Shape;11920;p6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4" name="Google Shape;11924;p69"/>
            <p:cNvGrpSpPr/>
            <p:nvPr/>
          </p:nvGrpSpPr>
          <p:grpSpPr>
            <a:xfrm>
              <a:off x="4771663" y="1876896"/>
              <a:ext cx="108651" cy="100447"/>
              <a:chOff x="4771663" y="1876896"/>
              <a:chExt cx="108651" cy="100447"/>
            </a:xfrm>
          </p:grpSpPr>
          <p:sp>
            <p:nvSpPr>
              <p:cNvPr id="11925" name="Google Shape;11925;p6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29" name="Google Shape;11929;p69"/>
          <p:cNvGrpSpPr/>
          <p:nvPr/>
        </p:nvGrpSpPr>
        <p:grpSpPr>
          <a:xfrm>
            <a:off x="4008774" y="1854164"/>
            <a:ext cx="791287" cy="720350"/>
            <a:chOff x="267375" y="1071875"/>
            <a:chExt cx="470500" cy="428550"/>
          </a:xfrm>
        </p:grpSpPr>
        <p:sp>
          <p:nvSpPr>
            <p:cNvPr id="11930" name="Google Shape;11930;p6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8" name="Google Shape;11938;p69"/>
          <p:cNvGrpSpPr/>
          <p:nvPr/>
        </p:nvGrpSpPr>
        <p:grpSpPr>
          <a:xfrm>
            <a:off x="709269" y="3498794"/>
            <a:ext cx="1408444" cy="673166"/>
            <a:chOff x="712664" y="3693287"/>
            <a:chExt cx="1460738" cy="698160"/>
          </a:xfrm>
        </p:grpSpPr>
        <p:grpSp>
          <p:nvGrpSpPr>
            <p:cNvPr id="11939" name="Google Shape;11939;p69"/>
            <p:cNvGrpSpPr/>
            <p:nvPr/>
          </p:nvGrpSpPr>
          <p:grpSpPr>
            <a:xfrm>
              <a:off x="1380079" y="4133090"/>
              <a:ext cx="234048" cy="258099"/>
              <a:chOff x="1380079" y="4133090"/>
              <a:chExt cx="234048" cy="258099"/>
            </a:xfrm>
          </p:grpSpPr>
          <p:sp>
            <p:nvSpPr>
              <p:cNvPr id="11940" name="Google Shape;11940;p6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69"/>
            <p:cNvGrpSpPr/>
            <p:nvPr/>
          </p:nvGrpSpPr>
          <p:grpSpPr>
            <a:xfrm>
              <a:off x="884610" y="3864082"/>
              <a:ext cx="1118566" cy="527275"/>
              <a:chOff x="890961" y="3865463"/>
              <a:chExt cx="1115221" cy="525698"/>
            </a:xfrm>
          </p:grpSpPr>
          <p:sp>
            <p:nvSpPr>
              <p:cNvPr id="11944" name="Google Shape;11944;p69"/>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9"/>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9"/>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69"/>
            <p:cNvGrpSpPr/>
            <p:nvPr/>
          </p:nvGrpSpPr>
          <p:grpSpPr>
            <a:xfrm>
              <a:off x="712664" y="3693287"/>
              <a:ext cx="1460738" cy="698160"/>
              <a:chOff x="712664" y="3693025"/>
              <a:chExt cx="1460738" cy="698160"/>
            </a:xfrm>
          </p:grpSpPr>
          <p:sp>
            <p:nvSpPr>
              <p:cNvPr id="11948" name="Google Shape;11948;p6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54" name="Google Shape;11954;p69"/>
          <p:cNvGrpSpPr/>
          <p:nvPr/>
        </p:nvGrpSpPr>
        <p:grpSpPr>
          <a:xfrm>
            <a:off x="3146985" y="970941"/>
            <a:ext cx="795485" cy="738831"/>
            <a:chOff x="3348603" y="1236445"/>
            <a:chExt cx="749256" cy="695894"/>
          </a:xfrm>
        </p:grpSpPr>
        <p:grpSp>
          <p:nvGrpSpPr>
            <p:cNvPr id="11955" name="Google Shape;11955;p69"/>
            <p:cNvGrpSpPr/>
            <p:nvPr/>
          </p:nvGrpSpPr>
          <p:grpSpPr>
            <a:xfrm>
              <a:off x="3583779" y="1236445"/>
              <a:ext cx="293795" cy="285811"/>
              <a:chOff x="3750225" y="1774000"/>
              <a:chExt cx="149575" cy="145525"/>
            </a:xfrm>
          </p:grpSpPr>
          <p:sp>
            <p:nvSpPr>
              <p:cNvPr id="11956" name="Google Shape;11956;p6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69"/>
            <p:cNvGrpSpPr/>
            <p:nvPr/>
          </p:nvGrpSpPr>
          <p:grpSpPr>
            <a:xfrm>
              <a:off x="3775534" y="1462599"/>
              <a:ext cx="322325" cy="285958"/>
              <a:chOff x="3847850" y="1889150"/>
              <a:chExt cx="164100" cy="145600"/>
            </a:xfrm>
          </p:grpSpPr>
          <p:sp>
            <p:nvSpPr>
              <p:cNvPr id="11959" name="Google Shape;11959;p6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1" name="Google Shape;11961;p69"/>
            <p:cNvGrpSpPr/>
            <p:nvPr/>
          </p:nvGrpSpPr>
          <p:grpSpPr>
            <a:xfrm>
              <a:off x="3545329" y="1646528"/>
              <a:ext cx="293746" cy="285811"/>
              <a:chOff x="3730650" y="1982800"/>
              <a:chExt cx="149550" cy="145525"/>
            </a:xfrm>
          </p:grpSpPr>
          <p:sp>
            <p:nvSpPr>
              <p:cNvPr id="11962" name="Google Shape;11962;p6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69"/>
            <p:cNvGrpSpPr/>
            <p:nvPr/>
          </p:nvGrpSpPr>
          <p:grpSpPr>
            <a:xfrm>
              <a:off x="3348603" y="1415046"/>
              <a:ext cx="294384" cy="284387"/>
              <a:chOff x="3630494" y="1864938"/>
              <a:chExt cx="149875" cy="144800"/>
            </a:xfrm>
          </p:grpSpPr>
          <p:sp>
            <p:nvSpPr>
              <p:cNvPr id="11965" name="Google Shape;11965;p6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67" name="Google Shape;11967;p69"/>
          <p:cNvGrpSpPr/>
          <p:nvPr/>
        </p:nvGrpSpPr>
        <p:grpSpPr>
          <a:xfrm>
            <a:off x="2268512" y="3493837"/>
            <a:ext cx="1324924" cy="678083"/>
            <a:chOff x="2413923" y="3711366"/>
            <a:chExt cx="1374117" cy="703260"/>
          </a:xfrm>
        </p:grpSpPr>
        <p:grpSp>
          <p:nvGrpSpPr>
            <p:cNvPr id="11968" name="Google Shape;11968;p69"/>
            <p:cNvGrpSpPr/>
            <p:nvPr/>
          </p:nvGrpSpPr>
          <p:grpSpPr>
            <a:xfrm>
              <a:off x="2413923" y="3711366"/>
              <a:ext cx="1374117" cy="703260"/>
              <a:chOff x="2413923" y="3711366"/>
              <a:chExt cx="1374117" cy="703260"/>
            </a:xfrm>
          </p:grpSpPr>
          <p:sp>
            <p:nvSpPr>
              <p:cNvPr id="11969" name="Google Shape;11969;p69"/>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0" name="Google Shape;11970;p69"/>
              <p:cNvGrpSpPr/>
              <p:nvPr/>
            </p:nvGrpSpPr>
            <p:grpSpPr>
              <a:xfrm>
                <a:off x="2600284" y="3808654"/>
                <a:ext cx="234506" cy="138009"/>
                <a:chOff x="2600284" y="3808654"/>
                <a:chExt cx="234506" cy="138009"/>
              </a:xfrm>
            </p:grpSpPr>
            <p:sp>
              <p:nvSpPr>
                <p:cNvPr id="11971" name="Google Shape;11971;p69"/>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72" name="Google Shape;11972;p6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973" name="Google Shape;11973;p69"/>
              <p:cNvGrpSpPr/>
              <p:nvPr/>
            </p:nvGrpSpPr>
            <p:grpSpPr>
              <a:xfrm>
                <a:off x="3359659" y="3805664"/>
                <a:ext cx="232294" cy="141000"/>
                <a:chOff x="3359659" y="3805664"/>
                <a:chExt cx="232294" cy="141000"/>
              </a:xfrm>
            </p:grpSpPr>
            <p:sp>
              <p:nvSpPr>
                <p:cNvPr id="11974" name="Google Shape;11974;p69"/>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75" name="Google Shape;11975;p6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976" name="Google Shape;11976;p69"/>
              <p:cNvGrpSpPr/>
              <p:nvPr/>
            </p:nvGrpSpPr>
            <p:grpSpPr>
              <a:xfrm>
                <a:off x="3067316" y="3711366"/>
                <a:ext cx="66900" cy="166809"/>
                <a:chOff x="3067316" y="3711366"/>
                <a:chExt cx="66900" cy="166809"/>
              </a:xfrm>
            </p:grpSpPr>
            <p:sp>
              <p:nvSpPr>
                <p:cNvPr id="11977" name="Google Shape;11977;p69"/>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78" name="Google Shape;11978;p6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979" name="Google Shape;11979;p69"/>
              <p:cNvGrpSpPr/>
              <p:nvPr/>
            </p:nvGrpSpPr>
            <p:grpSpPr>
              <a:xfrm>
                <a:off x="2413923" y="4058666"/>
                <a:ext cx="224119" cy="66900"/>
                <a:chOff x="2413923" y="4058666"/>
                <a:chExt cx="224119" cy="66900"/>
              </a:xfrm>
            </p:grpSpPr>
            <p:sp>
              <p:nvSpPr>
                <p:cNvPr id="11980" name="Google Shape;11980;p69"/>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81" name="Google Shape;11981;p6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982" name="Google Shape;11982;p69"/>
              <p:cNvGrpSpPr/>
              <p:nvPr/>
            </p:nvGrpSpPr>
            <p:grpSpPr>
              <a:xfrm>
                <a:off x="3564643" y="4058666"/>
                <a:ext cx="223397" cy="66900"/>
                <a:chOff x="3564643" y="4058666"/>
                <a:chExt cx="223397" cy="66900"/>
              </a:xfrm>
            </p:grpSpPr>
            <p:sp>
              <p:nvSpPr>
                <p:cNvPr id="11983" name="Google Shape;11983;p69"/>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84" name="Google Shape;11984;p6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985" name="Google Shape;11985;p69"/>
            <p:cNvGrpSpPr/>
            <p:nvPr/>
          </p:nvGrpSpPr>
          <p:grpSpPr>
            <a:xfrm>
              <a:off x="2633353" y="3965763"/>
              <a:ext cx="933975" cy="445687"/>
              <a:chOff x="2633353" y="3965763"/>
              <a:chExt cx="933975" cy="445687"/>
            </a:xfrm>
          </p:grpSpPr>
          <p:sp>
            <p:nvSpPr>
              <p:cNvPr id="11986" name="Google Shape;11986;p69"/>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9"/>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88" name="Google Shape;11988;p69"/>
          <p:cNvGrpSpPr/>
          <p:nvPr/>
        </p:nvGrpSpPr>
        <p:grpSpPr>
          <a:xfrm>
            <a:off x="6392784" y="1044384"/>
            <a:ext cx="1131087" cy="587383"/>
            <a:chOff x="238125" y="999450"/>
            <a:chExt cx="7140700" cy="3708225"/>
          </a:xfrm>
        </p:grpSpPr>
        <p:sp>
          <p:nvSpPr>
            <p:cNvPr id="11989" name="Google Shape;11989;p6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8" name="Google Shape;11998;p69"/>
          <p:cNvGrpSpPr/>
          <p:nvPr/>
        </p:nvGrpSpPr>
        <p:grpSpPr>
          <a:xfrm>
            <a:off x="3744234" y="3493879"/>
            <a:ext cx="1375854" cy="678131"/>
            <a:chOff x="3913765" y="3641905"/>
            <a:chExt cx="1522805" cy="750560"/>
          </a:xfrm>
        </p:grpSpPr>
        <p:grpSp>
          <p:nvGrpSpPr>
            <p:cNvPr id="11999" name="Google Shape;11999;p69"/>
            <p:cNvGrpSpPr/>
            <p:nvPr/>
          </p:nvGrpSpPr>
          <p:grpSpPr>
            <a:xfrm>
              <a:off x="3913765" y="3997002"/>
              <a:ext cx="1522805" cy="395463"/>
              <a:chOff x="3913765" y="3997002"/>
              <a:chExt cx="1522805" cy="395463"/>
            </a:xfrm>
          </p:grpSpPr>
          <p:grpSp>
            <p:nvGrpSpPr>
              <p:cNvPr id="12000" name="Google Shape;12000;p69"/>
              <p:cNvGrpSpPr/>
              <p:nvPr/>
            </p:nvGrpSpPr>
            <p:grpSpPr>
              <a:xfrm>
                <a:off x="3913765" y="4138659"/>
                <a:ext cx="507602" cy="253806"/>
                <a:chOff x="3913765" y="4138659"/>
                <a:chExt cx="507602" cy="253806"/>
              </a:xfrm>
            </p:grpSpPr>
            <p:sp>
              <p:nvSpPr>
                <p:cNvPr id="12001" name="Google Shape;12001;p6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2003" name="Google Shape;12003;p69"/>
              <p:cNvGrpSpPr/>
              <p:nvPr/>
            </p:nvGrpSpPr>
            <p:grpSpPr>
              <a:xfrm>
                <a:off x="4421361" y="3997002"/>
                <a:ext cx="507618" cy="395463"/>
                <a:chOff x="4421361" y="3997002"/>
                <a:chExt cx="507618" cy="395463"/>
              </a:xfrm>
            </p:grpSpPr>
            <p:sp>
              <p:nvSpPr>
                <p:cNvPr id="12004" name="Google Shape;12004;p6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6" name="Google Shape;12006;p69"/>
              <p:cNvGrpSpPr/>
              <p:nvPr/>
            </p:nvGrpSpPr>
            <p:grpSpPr>
              <a:xfrm>
                <a:off x="4928973" y="4189418"/>
                <a:ext cx="507596" cy="203047"/>
                <a:chOff x="4928973" y="4189418"/>
                <a:chExt cx="507596" cy="203047"/>
              </a:xfrm>
            </p:grpSpPr>
            <p:sp>
              <p:nvSpPr>
                <p:cNvPr id="12007" name="Google Shape;12007;p6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09" name="Google Shape;12009;p69"/>
            <p:cNvGrpSpPr/>
            <p:nvPr/>
          </p:nvGrpSpPr>
          <p:grpSpPr>
            <a:xfrm>
              <a:off x="4482186" y="3641905"/>
              <a:ext cx="397605" cy="349784"/>
              <a:chOff x="2906375" y="1159725"/>
              <a:chExt cx="1860575" cy="1636800"/>
            </a:xfrm>
          </p:grpSpPr>
          <p:sp>
            <p:nvSpPr>
              <p:cNvPr id="12010" name="Google Shape;12010;p6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14" name="Google Shape;12014;p69"/>
          <p:cNvGrpSpPr/>
          <p:nvPr/>
        </p:nvGrpSpPr>
        <p:grpSpPr>
          <a:xfrm>
            <a:off x="6528943" y="1853805"/>
            <a:ext cx="940737" cy="721067"/>
            <a:chOff x="6599718" y="2068734"/>
            <a:chExt cx="940737" cy="721067"/>
          </a:xfrm>
        </p:grpSpPr>
        <p:sp>
          <p:nvSpPr>
            <p:cNvPr id="12015" name="Google Shape;12015;p6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1" name="Google Shape;12021;p69"/>
            <p:cNvGrpSpPr/>
            <p:nvPr/>
          </p:nvGrpSpPr>
          <p:grpSpPr>
            <a:xfrm>
              <a:off x="6836957" y="2068734"/>
              <a:ext cx="461892" cy="721067"/>
              <a:chOff x="6836957" y="2068734"/>
              <a:chExt cx="461892" cy="721067"/>
            </a:xfrm>
          </p:grpSpPr>
          <p:sp>
            <p:nvSpPr>
              <p:cNvPr id="12022" name="Google Shape;12022;p6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8" name="Google Shape;12028;p69"/>
              <p:cNvGrpSpPr/>
              <p:nvPr/>
            </p:nvGrpSpPr>
            <p:grpSpPr>
              <a:xfrm>
                <a:off x="6836957" y="2068734"/>
                <a:ext cx="461892" cy="721067"/>
                <a:chOff x="6836957" y="2068734"/>
                <a:chExt cx="461892" cy="721067"/>
              </a:xfrm>
            </p:grpSpPr>
            <p:sp>
              <p:nvSpPr>
                <p:cNvPr id="12029" name="Google Shape;12029;p6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036" name="Google Shape;12036;p69"/>
          <p:cNvGrpSpPr/>
          <p:nvPr/>
        </p:nvGrpSpPr>
        <p:grpSpPr>
          <a:xfrm>
            <a:off x="2412262" y="1858152"/>
            <a:ext cx="712577" cy="712374"/>
            <a:chOff x="2559249" y="2069323"/>
            <a:chExt cx="685566" cy="685634"/>
          </a:xfrm>
        </p:grpSpPr>
        <p:sp>
          <p:nvSpPr>
            <p:cNvPr id="12037" name="Google Shape;12037;p6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69"/>
          <p:cNvGrpSpPr/>
          <p:nvPr/>
        </p:nvGrpSpPr>
        <p:grpSpPr>
          <a:xfrm>
            <a:off x="7594699" y="970941"/>
            <a:ext cx="845645" cy="711911"/>
            <a:chOff x="951975" y="315800"/>
            <a:chExt cx="5860325" cy="4933550"/>
          </a:xfrm>
        </p:grpSpPr>
        <p:sp>
          <p:nvSpPr>
            <p:cNvPr id="12051" name="Google Shape;12051;p6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9" name="Google Shape;12059;p69"/>
          <p:cNvGrpSpPr/>
          <p:nvPr/>
        </p:nvGrpSpPr>
        <p:grpSpPr>
          <a:xfrm>
            <a:off x="3691828" y="2707050"/>
            <a:ext cx="1617932" cy="621724"/>
            <a:chOff x="3862800" y="3038525"/>
            <a:chExt cx="1329006" cy="510698"/>
          </a:xfrm>
        </p:grpSpPr>
        <p:sp>
          <p:nvSpPr>
            <p:cNvPr id="12060" name="Google Shape;12060;p6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2" name="Google Shape;12062;p69"/>
            <p:cNvGrpSpPr/>
            <p:nvPr/>
          </p:nvGrpSpPr>
          <p:grpSpPr>
            <a:xfrm>
              <a:off x="3967075" y="3040337"/>
              <a:ext cx="1019927" cy="402126"/>
              <a:chOff x="3967075" y="3040337"/>
              <a:chExt cx="1019927" cy="402126"/>
            </a:xfrm>
          </p:grpSpPr>
          <p:sp>
            <p:nvSpPr>
              <p:cNvPr id="12063" name="Google Shape;12063;p6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5" name="Google Shape;12065;p69"/>
            <p:cNvGrpSpPr/>
            <p:nvPr/>
          </p:nvGrpSpPr>
          <p:grpSpPr>
            <a:xfrm>
              <a:off x="4186700" y="3040337"/>
              <a:ext cx="390475" cy="183289"/>
              <a:chOff x="4186700" y="3040337"/>
              <a:chExt cx="390475" cy="183289"/>
            </a:xfrm>
          </p:grpSpPr>
          <p:sp>
            <p:nvSpPr>
              <p:cNvPr id="12066" name="Google Shape;12066;p6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8" name="Google Shape;12068;p69"/>
            <p:cNvGrpSpPr/>
            <p:nvPr/>
          </p:nvGrpSpPr>
          <p:grpSpPr>
            <a:xfrm>
              <a:off x="4073727" y="3040337"/>
              <a:ext cx="697794" cy="296263"/>
              <a:chOff x="4073727" y="3040337"/>
              <a:chExt cx="697794" cy="296263"/>
            </a:xfrm>
          </p:grpSpPr>
          <p:sp>
            <p:nvSpPr>
              <p:cNvPr id="12069" name="Google Shape;12069;p6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1" name="Google Shape;12071;p69"/>
            <p:cNvGrpSpPr/>
            <p:nvPr/>
          </p:nvGrpSpPr>
          <p:grpSpPr>
            <a:xfrm>
              <a:off x="3862800" y="3038525"/>
              <a:ext cx="1329006" cy="510698"/>
              <a:chOff x="3862800" y="3038525"/>
              <a:chExt cx="1329006" cy="510698"/>
            </a:xfrm>
          </p:grpSpPr>
          <p:sp>
            <p:nvSpPr>
              <p:cNvPr id="12072" name="Google Shape;12072;p69"/>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9"/>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74" name="Google Shape;12074;p69"/>
          <p:cNvGrpSpPr/>
          <p:nvPr/>
        </p:nvGrpSpPr>
        <p:grpSpPr>
          <a:xfrm>
            <a:off x="700150" y="970941"/>
            <a:ext cx="883205" cy="775176"/>
            <a:chOff x="649648" y="271400"/>
            <a:chExt cx="6215377" cy="5455143"/>
          </a:xfrm>
        </p:grpSpPr>
        <p:sp>
          <p:nvSpPr>
            <p:cNvPr id="12075" name="Google Shape;12075;p6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7" name="Google Shape;12087;p69"/>
          <p:cNvGrpSpPr/>
          <p:nvPr/>
        </p:nvGrpSpPr>
        <p:grpSpPr>
          <a:xfrm>
            <a:off x="2308452" y="970941"/>
            <a:ext cx="767704" cy="815489"/>
            <a:chOff x="2499700" y="1135950"/>
            <a:chExt cx="732402" cy="777990"/>
          </a:xfrm>
        </p:grpSpPr>
        <p:grpSp>
          <p:nvGrpSpPr>
            <p:cNvPr id="12088" name="Google Shape;12088;p69"/>
            <p:cNvGrpSpPr/>
            <p:nvPr/>
          </p:nvGrpSpPr>
          <p:grpSpPr>
            <a:xfrm>
              <a:off x="2499700" y="1135950"/>
              <a:ext cx="732402" cy="694705"/>
              <a:chOff x="2499700" y="1135950"/>
              <a:chExt cx="732402" cy="694705"/>
            </a:xfrm>
          </p:grpSpPr>
          <p:sp>
            <p:nvSpPr>
              <p:cNvPr id="12089" name="Google Shape;12089;p6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69"/>
            <p:cNvGrpSpPr/>
            <p:nvPr/>
          </p:nvGrpSpPr>
          <p:grpSpPr>
            <a:xfrm>
              <a:off x="2517909" y="1188726"/>
              <a:ext cx="702702" cy="725214"/>
              <a:chOff x="2517909" y="1188726"/>
              <a:chExt cx="702702" cy="725214"/>
            </a:xfrm>
          </p:grpSpPr>
          <p:sp>
            <p:nvSpPr>
              <p:cNvPr id="12117" name="Google Shape;12117;p6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22" name="Google Shape;12122;p69"/>
          <p:cNvGrpSpPr/>
          <p:nvPr/>
        </p:nvGrpSpPr>
        <p:grpSpPr>
          <a:xfrm>
            <a:off x="1654184" y="970941"/>
            <a:ext cx="583439" cy="870229"/>
            <a:chOff x="1716825" y="1121550"/>
            <a:chExt cx="622800" cy="928938"/>
          </a:xfrm>
        </p:grpSpPr>
        <p:grpSp>
          <p:nvGrpSpPr>
            <p:cNvPr id="12123" name="Google Shape;12123;p69"/>
            <p:cNvGrpSpPr/>
            <p:nvPr/>
          </p:nvGrpSpPr>
          <p:grpSpPr>
            <a:xfrm>
              <a:off x="1716825" y="1121550"/>
              <a:ext cx="622800" cy="928938"/>
              <a:chOff x="1716825" y="1121550"/>
              <a:chExt cx="622800" cy="928938"/>
            </a:xfrm>
          </p:grpSpPr>
          <p:cxnSp>
            <p:nvCxnSpPr>
              <p:cNvPr id="12124" name="Google Shape;12124;p6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2125" name="Google Shape;12125;p6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6" name="Google Shape;12126;p69"/>
            <p:cNvGrpSpPr/>
            <p:nvPr/>
          </p:nvGrpSpPr>
          <p:grpSpPr>
            <a:xfrm>
              <a:off x="1768050" y="1172775"/>
              <a:ext cx="520200" cy="832000"/>
              <a:chOff x="1768050" y="1172775"/>
              <a:chExt cx="520200" cy="832000"/>
            </a:xfrm>
          </p:grpSpPr>
          <p:cxnSp>
            <p:nvCxnSpPr>
              <p:cNvPr id="12127" name="Google Shape;12127;p6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2128" name="Google Shape;12128;p6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69"/>
            <p:cNvGrpSpPr/>
            <p:nvPr/>
          </p:nvGrpSpPr>
          <p:grpSpPr>
            <a:xfrm>
              <a:off x="1820100" y="1225475"/>
              <a:ext cx="416400" cy="729575"/>
              <a:chOff x="1820100" y="1225475"/>
              <a:chExt cx="416400" cy="729575"/>
            </a:xfrm>
          </p:grpSpPr>
          <p:cxnSp>
            <p:nvCxnSpPr>
              <p:cNvPr id="12130" name="Google Shape;12130;p6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2131" name="Google Shape;12131;p6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69"/>
            <p:cNvGrpSpPr/>
            <p:nvPr/>
          </p:nvGrpSpPr>
          <p:grpSpPr>
            <a:xfrm>
              <a:off x="1874250" y="1278825"/>
              <a:ext cx="308100" cy="605275"/>
              <a:chOff x="1874250" y="1278825"/>
              <a:chExt cx="308100" cy="605275"/>
            </a:xfrm>
          </p:grpSpPr>
          <p:cxnSp>
            <p:nvCxnSpPr>
              <p:cNvPr id="12133" name="Google Shape;12133;p6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2134" name="Google Shape;12134;p6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5" name="Google Shape;12135;p6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6" name="Google Shape;12136;p69"/>
          <p:cNvGrpSpPr/>
          <p:nvPr/>
        </p:nvGrpSpPr>
        <p:grpSpPr>
          <a:xfrm>
            <a:off x="1574007" y="1857263"/>
            <a:ext cx="739072" cy="714152"/>
            <a:chOff x="4334725" y="1355875"/>
            <a:chExt cx="3106650" cy="3001900"/>
          </a:xfrm>
        </p:grpSpPr>
        <p:grpSp>
          <p:nvGrpSpPr>
            <p:cNvPr id="12137" name="Google Shape;12137;p69"/>
            <p:cNvGrpSpPr/>
            <p:nvPr/>
          </p:nvGrpSpPr>
          <p:grpSpPr>
            <a:xfrm>
              <a:off x="4516050" y="1724875"/>
              <a:ext cx="2693725" cy="2632900"/>
              <a:chOff x="4516050" y="1724875"/>
              <a:chExt cx="2693725" cy="2632900"/>
            </a:xfrm>
          </p:grpSpPr>
          <p:sp>
            <p:nvSpPr>
              <p:cNvPr id="12138" name="Google Shape;12138;p6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1" name="Google Shape;12141;p69"/>
            <p:cNvGrpSpPr/>
            <p:nvPr/>
          </p:nvGrpSpPr>
          <p:grpSpPr>
            <a:xfrm>
              <a:off x="4334725" y="1355875"/>
              <a:ext cx="3106650" cy="2709650"/>
              <a:chOff x="4334725" y="1355875"/>
              <a:chExt cx="3106650" cy="2709650"/>
            </a:xfrm>
          </p:grpSpPr>
          <p:sp>
            <p:nvSpPr>
              <p:cNvPr id="12142" name="Google Shape;12142;p6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45" name="Google Shape;12145;p69"/>
          <p:cNvGrpSpPr/>
          <p:nvPr/>
        </p:nvGrpSpPr>
        <p:grpSpPr>
          <a:xfrm>
            <a:off x="7690956" y="3488034"/>
            <a:ext cx="312074" cy="684173"/>
            <a:chOff x="7645573" y="3754300"/>
            <a:chExt cx="293855" cy="644170"/>
          </a:xfrm>
        </p:grpSpPr>
        <p:sp>
          <p:nvSpPr>
            <p:cNvPr id="12146" name="Google Shape;12146;p6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69"/>
          <p:cNvGrpSpPr/>
          <p:nvPr/>
        </p:nvGrpSpPr>
        <p:grpSpPr>
          <a:xfrm>
            <a:off x="5612944" y="970941"/>
            <a:ext cx="709011" cy="739359"/>
            <a:chOff x="5830645" y="1256617"/>
            <a:chExt cx="530340" cy="553040"/>
          </a:xfrm>
        </p:grpSpPr>
        <p:grpSp>
          <p:nvGrpSpPr>
            <p:cNvPr id="12149" name="Google Shape;12149;p69"/>
            <p:cNvGrpSpPr/>
            <p:nvPr/>
          </p:nvGrpSpPr>
          <p:grpSpPr>
            <a:xfrm>
              <a:off x="5830645" y="1256617"/>
              <a:ext cx="259743" cy="269909"/>
              <a:chOff x="5830645" y="1256617"/>
              <a:chExt cx="259743" cy="269909"/>
            </a:xfrm>
          </p:grpSpPr>
          <p:sp>
            <p:nvSpPr>
              <p:cNvPr id="12150" name="Google Shape;12150;p6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2" name="Google Shape;12152;p69"/>
            <p:cNvGrpSpPr/>
            <p:nvPr/>
          </p:nvGrpSpPr>
          <p:grpSpPr>
            <a:xfrm>
              <a:off x="6101293" y="1256617"/>
              <a:ext cx="259692" cy="269909"/>
              <a:chOff x="6101293" y="1256617"/>
              <a:chExt cx="259692" cy="269909"/>
            </a:xfrm>
          </p:grpSpPr>
          <p:sp>
            <p:nvSpPr>
              <p:cNvPr id="12153" name="Google Shape;12153;p6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5" name="Google Shape;12155;p69"/>
            <p:cNvGrpSpPr/>
            <p:nvPr/>
          </p:nvGrpSpPr>
          <p:grpSpPr>
            <a:xfrm>
              <a:off x="5830645" y="1539749"/>
              <a:ext cx="259692" cy="269909"/>
              <a:chOff x="5830645" y="1539749"/>
              <a:chExt cx="259692" cy="269909"/>
            </a:xfrm>
          </p:grpSpPr>
          <p:sp>
            <p:nvSpPr>
              <p:cNvPr id="12156" name="Google Shape;12156;p6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8" name="Google Shape;12158;p69"/>
            <p:cNvGrpSpPr/>
            <p:nvPr/>
          </p:nvGrpSpPr>
          <p:grpSpPr>
            <a:xfrm>
              <a:off x="6101293" y="1539749"/>
              <a:ext cx="259692" cy="269909"/>
              <a:chOff x="6101293" y="1539749"/>
              <a:chExt cx="259692" cy="269909"/>
            </a:xfrm>
          </p:grpSpPr>
          <p:sp>
            <p:nvSpPr>
              <p:cNvPr id="12159" name="Google Shape;12159;p6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1" name="Google Shape;12161;p6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2" name="Google Shape;12162;p69"/>
          <p:cNvGrpSpPr/>
          <p:nvPr/>
        </p:nvGrpSpPr>
        <p:grpSpPr>
          <a:xfrm>
            <a:off x="714438" y="2707057"/>
            <a:ext cx="1452955" cy="621360"/>
            <a:chOff x="732422" y="2990152"/>
            <a:chExt cx="1337773" cy="572102"/>
          </a:xfrm>
        </p:grpSpPr>
        <p:sp>
          <p:nvSpPr>
            <p:cNvPr id="12163" name="Google Shape;12163;p6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2172"/>
        <p:cNvGrpSpPr/>
        <p:nvPr/>
      </p:nvGrpSpPr>
      <p:grpSpPr>
        <a:xfrm>
          <a:off x="0" y="0"/>
          <a:ext cx="0" cy="0"/>
          <a:chOff x="0" y="0"/>
          <a:chExt cx="0" cy="0"/>
        </a:xfrm>
      </p:grpSpPr>
      <p:grpSp>
        <p:nvGrpSpPr>
          <p:cNvPr id="12173" name="Google Shape;12173;p70"/>
          <p:cNvGrpSpPr/>
          <p:nvPr/>
        </p:nvGrpSpPr>
        <p:grpSpPr>
          <a:xfrm>
            <a:off x="708575" y="965865"/>
            <a:ext cx="1636117" cy="1526144"/>
            <a:chOff x="729238" y="1179665"/>
            <a:chExt cx="1636117" cy="1526144"/>
          </a:xfrm>
        </p:grpSpPr>
        <p:grpSp>
          <p:nvGrpSpPr>
            <p:cNvPr id="12174" name="Google Shape;12174;p70"/>
            <p:cNvGrpSpPr/>
            <p:nvPr/>
          </p:nvGrpSpPr>
          <p:grpSpPr>
            <a:xfrm>
              <a:off x="729238" y="1179665"/>
              <a:ext cx="80700" cy="1526144"/>
              <a:chOff x="729238" y="1179665"/>
              <a:chExt cx="80700" cy="1526144"/>
            </a:xfrm>
          </p:grpSpPr>
          <p:sp>
            <p:nvSpPr>
              <p:cNvPr id="12175" name="Google Shape;12175;p70"/>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0"/>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0"/>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0"/>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0"/>
            <p:cNvGrpSpPr/>
            <p:nvPr/>
          </p:nvGrpSpPr>
          <p:grpSpPr>
            <a:xfrm>
              <a:off x="903098" y="1179665"/>
              <a:ext cx="80700" cy="1526144"/>
              <a:chOff x="903098" y="1179665"/>
              <a:chExt cx="80700" cy="1526144"/>
            </a:xfrm>
          </p:grpSpPr>
          <p:sp>
            <p:nvSpPr>
              <p:cNvPr id="12186" name="Google Shape;12186;p70"/>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0"/>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0"/>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0"/>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70"/>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70"/>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6" name="Google Shape;12196;p70"/>
            <p:cNvGrpSpPr/>
            <p:nvPr/>
          </p:nvGrpSpPr>
          <p:grpSpPr>
            <a:xfrm>
              <a:off x="1076958" y="1179665"/>
              <a:ext cx="80700" cy="1526144"/>
              <a:chOff x="1076958" y="1179665"/>
              <a:chExt cx="80700" cy="1526144"/>
            </a:xfrm>
          </p:grpSpPr>
          <p:sp>
            <p:nvSpPr>
              <p:cNvPr id="12197" name="Google Shape;12197;p70"/>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0"/>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0"/>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70"/>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70"/>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0"/>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0"/>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7" name="Google Shape;12207;p70"/>
            <p:cNvGrpSpPr/>
            <p:nvPr/>
          </p:nvGrpSpPr>
          <p:grpSpPr>
            <a:xfrm>
              <a:off x="1247707" y="1179665"/>
              <a:ext cx="80700" cy="1526144"/>
              <a:chOff x="1247707" y="1179665"/>
              <a:chExt cx="80700" cy="1526144"/>
            </a:xfrm>
          </p:grpSpPr>
          <p:sp>
            <p:nvSpPr>
              <p:cNvPr id="12208" name="Google Shape;12208;p70"/>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70"/>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70"/>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7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7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7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8" name="Google Shape;12218;p70"/>
            <p:cNvGrpSpPr/>
            <p:nvPr/>
          </p:nvGrpSpPr>
          <p:grpSpPr>
            <a:xfrm>
              <a:off x="1421567" y="1179665"/>
              <a:ext cx="80700" cy="1526144"/>
              <a:chOff x="1421567" y="1179665"/>
              <a:chExt cx="80700" cy="1526144"/>
            </a:xfrm>
          </p:grpSpPr>
          <p:sp>
            <p:nvSpPr>
              <p:cNvPr id="12219" name="Google Shape;12219;p70"/>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0"/>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0"/>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0"/>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0"/>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0"/>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0"/>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0"/>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7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70"/>
            <p:cNvGrpSpPr/>
            <p:nvPr/>
          </p:nvGrpSpPr>
          <p:grpSpPr>
            <a:xfrm>
              <a:off x="1592327" y="1179665"/>
              <a:ext cx="80700" cy="1526144"/>
              <a:chOff x="1592327" y="1179665"/>
              <a:chExt cx="80700" cy="1526144"/>
            </a:xfrm>
          </p:grpSpPr>
          <p:sp>
            <p:nvSpPr>
              <p:cNvPr id="12230" name="Google Shape;12230;p70"/>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0"/>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0"/>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0"/>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70"/>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0"/>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7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7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0" name="Google Shape;12240;p70"/>
            <p:cNvGrpSpPr/>
            <p:nvPr/>
          </p:nvGrpSpPr>
          <p:grpSpPr>
            <a:xfrm>
              <a:off x="1766187" y="1179665"/>
              <a:ext cx="80700" cy="1526144"/>
              <a:chOff x="1766187" y="1179665"/>
              <a:chExt cx="80700" cy="1526144"/>
            </a:xfrm>
          </p:grpSpPr>
          <p:sp>
            <p:nvSpPr>
              <p:cNvPr id="12241" name="Google Shape;12241;p70"/>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0"/>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0"/>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0"/>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70"/>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70"/>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0"/>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0"/>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0"/>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1" name="Google Shape;12251;p70"/>
            <p:cNvGrpSpPr/>
            <p:nvPr/>
          </p:nvGrpSpPr>
          <p:grpSpPr>
            <a:xfrm>
              <a:off x="1936935" y="1179665"/>
              <a:ext cx="80700" cy="1526144"/>
              <a:chOff x="1936935" y="1179665"/>
              <a:chExt cx="80700" cy="1526144"/>
            </a:xfrm>
          </p:grpSpPr>
          <p:sp>
            <p:nvSpPr>
              <p:cNvPr id="12252" name="Google Shape;12252;p70"/>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0"/>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0"/>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0"/>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0"/>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2" name="Google Shape;12262;p70"/>
            <p:cNvGrpSpPr/>
            <p:nvPr/>
          </p:nvGrpSpPr>
          <p:grpSpPr>
            <a:xfrm>
              <a:off x="2110795" y="1179665"/>
              <a:ext cx="80700" cy="1526144"/>
              <a:chOff x="2110795" y="1179665"/>
              <a:chExt cx="80700" cy="1526144"/>
            </a:xfrm>
          </p:grpSpPr>
          <p:sp>
            <p:nvSpPr>
              <p:cNvPr id="12263" name="Google Shape;12263;p70"/>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70"/>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70"/>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70"/>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7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7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3" name="Google Shape;12273;p70"/>
            <p:cNvGrpSpPr/>
            <p:nvPr/>
          </p:nvGrpSpPr>
          <p:grpSpPr>
            <a:xfrm>
              <a:off x="2284655" y="1179665"/>
              <a:ext cx="80700" cy="1526144"/>
              <a:chOff x="2284655" y="1179665"/>
              <a:chExt cx="80700" cy="1526144"/>
            </a:xfrm>
          </p:grpSpPr>
          <p:sp>
            <p:nvSpPr>
              <p:cNvPr id="12274" name="Google Shape;12274;p70"/>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0"/>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0"/>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70"/>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0"/>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0"/>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84" name="Google Shape;12284;p70"/>
          <p:cNvGrpSpPr/>
          <p:nvPr/>
        </p:nvGrpSpPr>
        <p:grpSpPr>
          <a:xfrm>
            <a:off x="2603242" y="985003"/>
            <a:ext cx="1364248" cy="1102133"/>
            <a:chOff x="2623904" y="1198803"/>
            <a:chExt cx="1364248" cy="1102133"/>
          </a:xfrm>
        </p:grpSpPr>
        <p:grpSp>
          <p:nvGrpSpPr>
            <p:cNvPr id="12285" name="Google Shape;12285;p70"/>
            <p:cNvGrpSpPr/>
            <p:nvPr/>
          </p:nvGrpSpPr>
          <p:grpSpPr>
            <a:xfrm>
              <a:off x="2623907" y="1198803"/>
              <a:ext cx="1364245" cy="273000"/>
              <a:chOff x="2623907" y="1198803"/>
              <a:chExt cx="1364245" cy="273000"/>
            </a:xfrm>
          </p:grpSpPr>
          <p:sp>
            <p:nvSpPr>
              <p:cNvPr id="12286" name="Google Shape;12286;p70"/>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7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7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7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0"/>
            <p:cNvGrpSpPr/>
            <p:nvPr/>
          </p:nvGrpSpPr>
          <p:grpSpPr>
            <a:xfrm>
              <a:off x="2623904" y="1476964"/>
              <a:ext cx="1364245" cy="273000"/>
              <a:chOff x="2623904" y="1476964"/>
              <a:chExt cx="1364245" cy="273000"/>
            </a:xfrm>
          </p:grpSpPr>
          <p:sp>
            <p:nvSpPr>
              <p:cNvPr id="12292" name="Google Shape;12292;p70"/>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0"/>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0"/>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7" name="Google Shape;12297;p70"/>
            <p:cNvGrpSpPr/>
            <p:nvPr/>
          </p:nvGrpSpPr>
          <p:grpSpPr>
            <a:xfrm>
              <a:off x="2623907" y="1749775"/>
              <a:ext cx="1364245" cy="273000"/>
              <a:chOff x="2623907" y="1749775"/>
              <a:chExt cx="1364245" cy="273000"/>
            </a:xfrm>
          </p:grpSpPr>
          <p:sp>
            <p:nvSpPr>
              <p:cNvPr id="12298" name="Google Shape;12298;p70"/>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70"/>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7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7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3" name="Google Shape;12303;p70"/>
            <p:cNvGrpSpPr/>
            <p:nvPr/>
          </p:nvGrpSpPr>
          <p:grpSpPr>
            <a:xfrm>
              <a:off x="2623904" y="2027936"/>
              <a:ext cx="1364245" cy="273000"/>
              <a:chOff x="2623904" y="2027936"/>
              <a:chExt cx="1364245" cy="273000"/>
            </a:xfrm>
          </p:grpSpPr>
          <p:sp>
            <p:nvSpPr>
              <p:cNvPr id="12304" name="Google Shape;12304;p7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09" name="Google Shape;12309;p70"/>
          <p:cNvGrpSpPr/>
          <p:nvPr/>
        </p:nvGrpSpPr>
        <p:grpSpPr>
          <a:xfrm>
            <a:off x="2592703" y="2444186"/>
            <a:ext cx="1387541" cy="159124"/>
            <a:chOff x="3200660" y="2180272"/>
            <a:chExt cx="2563824" cy="378237"/>
          </a:xfrm>
        </p:grpSpPr>
        <p:sp>
          <p:nvSpPr>
            <p:cNvPr id="12310" name="Google Shape;12310;p7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8" name="Google Shape;12328;p70"/>
          <p:cNvGrpSpPr/>
          <p:nvPr/>
        </p:nvGrpSpPr>
        <p:grpSpPr>
          <a:xfrm>
            <a:off x="2589227" y="2722011"/>
            <a:ext cx="1390502" cy="159625"/>
            <a:chOff x="3530150" y="2790075"/>
            <a:chExt cx="1962600" cy="225300"/>
          </a:xfrm>
        </p:grpSpPr>
        <p:sp>
          <p:nvSpPr>
            <p:cNvPr id="12329" name="Google Shape;12329;p7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7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1" name="Google Shape;12331;p70"/>
          <p:cNvGrpSpPr/>
          <p:nvPr/>
        </p:nvGrpSpPr>
        <p:grpSpPr>
          <a:xfrm>
            <a:off x="2589880" y="3000337"/>
            <a:ext cx="1411629" cy="153761"/>
            <a:chOff x="3558802" y="4011427"/>
            <a:chExt cx="1866000" cy="111300"/>
          </a:xfrm>
        </p:grpSpPr>
        <p:sp>
          <p:nvSpPr>
            <p:cNvPr id="12332" name="Google Shape;12332;p7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4" name="Google Shape;12334;p70"/>
          <p:cNvGrpSpPr/>
          <p:nvPr/>
        </p:nvGrpSpPr>
        <p:grpSpPr>
          <a:xfrm>
            <a:off x="2589573" y="2205736"/>
            <a:ext cx="1383503" cy="119749"/>
            <a:chOff x="3465975" y="2270276"/>
            <a:chExt cx="1986364" cy="171929"/>
          </a:xfrm>
        </p:grpSpPr>
        <p:sp>
          <p:nvSpPr>
            <p:cNvPr id="12335" name="Google Shape;12335;p7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7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7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0"/>
          <p:cNvGrpSpPr/>
          <p:nvPr/>
        </p:nvGrpSpPr>
        <p:grpSpPr>
          <a:xfrm>
            <a:off x="2600580" y="3569387"/>
            <a:ext cx="1369531" cy="195460"/>
            <a:chOff x="723300" y="4253549"/>
            <a:chExt cx="2276482" cy="324900"/>
          </a:xfrm>
        </p:grpSpPr>
        <p:sp>
          <p:nvSpPr>
            <p:cNvPr id="12344" name="Google Shape;12344;p7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7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70"/>
          <p:cNvGrpSpPr/>
          <p:nvPr/>
        </p:nvGrpSpPr>
        <p:grpSpPr>
          <a:xfrm>
            <a:off x="2590141" y="3270567"/>
            <a:ext cx="1389066" cy="180119"/>
            <a:chOff x="705948" y="3788465"/>
            <a:chExt cx="2308953" cy="299400"/>
          </a:xfrm>
        </p:grpSpPr>
        <p:sp>
          <p:nvSpPr>
            <p:cNvPr id="12350" name="Google Shape;12350;p7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7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7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5" name="Google Shape;12355;p70"/>
          <p:cNvGrpSpPr/>
          <p:nvPr/>
        </p:nvGrpSpPr>
        <p:grpSpPr>
          <a:xfrm>
            <a:off x="2638078" y="3883547"/>
            <a:ext cx="1304609" cy="294074"/>
            <a:chOff x="2658741" y="4097347"/>
            <a:chExt cx="1304609" cy="294074"/>
          </a:xfrm>
        </p:grpSpPr>
        <p:grpSp>
          <p:nvGrpSpPr>
            <p:cNvPr id="12356" name="Google Shape;12356;p70"/>
            <p:cNvGrpSpPr/>
            <p:nvPr/>
          </p:nvGrpSpPr>
          <p:grpSpPr>
            <a:xfrm>
              <a:off x="2658741" y="4097347"/>
              <a:ext cx="118572" cy="294074"/>
              <a:chOff x="3343310" y="4475555"/>
              <a:chExt cx="127717" cy="316753"/>
            </a:xfrm>
          </p:grpSpPr>
          <p:sp>
            <p:nvSpPr>
              <p:cNvPr id="12357" name="Google Shape;12357;p7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9" name="Google Shape;12359;p70"/>
            <p:cNvGrpSpPr/>
            <p:nvPr/>
          </p:nvGrpSpPr>
          <p:grpSpPr>
            <a:xfrm>
              <a:off x="3815519" y="4098388"/>
              <a:ext cx="147831" cy="291991"/>
              <a:chOff x="3527539" y="4476677"/>
              <a:chExt cx="159232" cy="314510"/>
            </a:xfrm>
          </p:grpSpPr>
          <p:sp>
            <p:nvSpPr>
              <p:cNvPr id="12360" name="Google Shape;12360;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2" name="Google Shape;12362;p70"/>
            <p:cNvGrpSpPr/>
            <p:nvPr/>
          </p:nvGrpSpPr>
          <p:grpSpPr>
            <a:xfrm>
              <a:off x="3511696" y="4098388"/>
              <a:ext cx="147831" cy="291991"/>
              <a:chOff x="3527539" y="4476677"/>
              <a:chExt cx="159232" cy="314510"/>
            </a:xfrm>
          </p:grpSpPr>
          <p:sp>
            <p:nvSpPr>
              <p:cNvPr id="12363" name="Google Shape;12363;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5" name="Google Shape;12365;p70"/>
            <p:cNvGrpSpPr/>
            <p:nvPr/>
          </p:nvGrpSpPr>
          <p:grpSpPr>
            <a:xfrm>
              <a:off x="3207874" y="4098388"/>
              <a:ext cx="147831" cy="291991"/>
              <a:chOff x="3527539" y="4476677"/>
              <a:chExt cx="159232" cy="314510"/>
            </a:xfrm>
          </p:grpSpPr>
          <p:sp>
            <p:nvSpPr>
              <p:cNvPr id="12366" name="Google Shape;12366;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8" name="Google Shape;12368;p70"/>
            <p:cNvGrpSpPr/>
            <p:nvPr/>
          </p:nvGrpSpPr>
          <p:grpSpPr>
            <a:xfrm>
              <a:off x="2933305" y="4097347"/>
              <a:ext cx="118572" cy="294074"/>
              <a:chOff x="3343310" y="4475555"/>
              <a:chExt cx="127717" cy="316753"/>
            </a:xfrm>
          </p:grpSpPr>
          <p:sp>
            <p:nvSpPr>
              <p:cNvPr id="12369" name="Google Shape;12369;p7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7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71" name="Google Shape;12371;p70"/>
          <p:cNvGrpSpPr/>
          <p:nvPr/>
        </p:nvGrpSpPr>
        <p:grpSpPr>
          <a:xfrm>
            <a:off x="4256908" y="1866669"/>
            <a:ext cx="1433821" cy="191501"/>
            <a:chOff x="4273350" y="2080469"/>
            <a:chExt cx="1433821" cy="191501"/>
          </a:xfrm>
        </p:grpSpPr>
        <p:grpSp>
          <p:nvGrpSpPr>
            <p:cNvPr id="12372" name="Google Shape;12372;p70"/>
            <p:cNvGrpSpPr/>
            <p:nvPr/>
          </p:nvGrpSpPr>
          <p:grpSpPr>
            <a:xfrm>
              <a:off x="4273350" y="2080469"/>
              <a:ext cx="1433821" cy="0"/>
              <a:chOff x="5224975" y="2962250"/>
              <a:chExt cx="1544400" cy="0"/>
            </a:xfrm>
          </p:grpSpPr>
          <p:cxnSp>
            <p:nvCxnSpPr>
              <p:cNvPr id="12373" name="Google Shape;12373;p7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2374" name="Google Shape;12374;p7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2375" name="Google Shape;12375;p70"/>
            <p:cNvGrpSpPr/>
            <p:nvPr/>
          </p:nvGrpSpPr>
          <p:grpSpPr>
            <a:xfrm>
              <a:off x="4273350" y="2271969"/>
              <a:ext cx="1433821" cy="0"/>
              <a:chOff x="5224975" y="2962250"/>
              <a:chExt cx="1544400" cy="0"/>
            </a:xfrm>
          </p:grpSpPr>
          <p:cxnSp>
            <p:nvCxnSpPr>
              <p:cNvPr id="12376" name="Google Shape;12376;p7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2377" name="Google Shape;12377;p7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2378" name="Google Shape;12378;p70"/>
          <p:cNvGrpSpPr/>
          <p:nvPr/>
        </p:nvGrpSpPr>
        <p:grpSpPr>
          <a:xfrm>
            <a:off x="4258463" y="969236"/>
            <a:ext cx="1430711" cy="743389"/>
            <a:chOff x="5159450" y="1919950"/>
            <a:chExt cx="1541050" cy="862500"/>
          </a:xfrm>
        </p:grpSpPr>
        <p:sp>
          <p:nvSpPr>
            <p:cNvPr id="12379" name="Google Shape;12379;p7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12380" name="Google Shape;12380;p70"/>
            <p:cNvGrpSpPr/>
            <p:nvPr/>
          </p:nvGrpSpPr>
          <p:grpSpPr>
            <a:xfrm>
              <a:off x="5159450" y="1919950"/>
              <a:ext cx="1541050" cy="862500"/>
              <a:chOff x="5159450" y="1919950"/>
              <a:chExt cx="1541050" cy="862500"/>
            </a:xfrm>
          </p:grpSpPr>
          <p:cxnSp>
            <p:nvCxnSpPr>
              <p:cNvPr id="12381" name="Google Shape;12381;p7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2382" name="Google Shape;12382;p7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2383" name="Google Shape;12383;p70"/>
          <p:cNvGrpSpPr/>
          <p:nvPr/>
        </p:nvGrpSpPr>
        <p:grpSpPr>
          <a:xfrm>
            <a:off x="4248577" y="2192564"/>
            <a:ext cx="1450484" cy="1052087"/>
            <a:chOff x="5230575" y="1554475"/>
            <a:chExt cx="2137150" cy="1550150"/>
          </a:xfrm>
        </p:grpSpPr>
        <p:sp>
          <p:nvSpPr>
            <p:cNvPr id="12384" name="Google Shape;12384;p7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7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7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7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7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7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7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7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7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7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7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7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7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70"/>
          <p:cNvGrpSpPr/>
          <p:nvPr/>
        </p:nvGrpSpPr>
        <p:grpSpPr>
          <a:xfrm rot="10800000">
            <a:off x="4265127" y="3284753"/>
            <a:ext cx="1417383" cy="887946"/>
            <a:chOff x="5645403" y="2920021"/>
            <a:chExt cx="2650800" cy="2180614"/>
          </a:xfrm>
        </p:grpSpPr>
        <p:sp>
          <p:nvSpPr>
            <p:cNvPr id="12398" name="Google Shape;12398;p7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99" name="Google Shape;12399;p70"/>
            <p:cNvCxnSpPr>
              <a:stCxn id="12398"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2400" name="Google Shape;12400;p7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01" name="Google Shape;12401;p70"/>
            <p:cNvCxnSpPr>
              <a:endCxn id="12400"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2402" name="Google Shape;12402;p7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03" name="Google Shape;12403;p70"/>
            <p:cNvCxnSpPr>
              <a:stCxn id="12402"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2404" name="Google Shape;12404;p7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05" name="Google Shape;12405;p70"/>
            <p:cNvCxnSpPr>
              <a:endCxn id="12404"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2406" name="Google Shape;12406;p70"/>
          <p:cNvGrpSpPr/>
          <p:nvPr/>
        </p:nvGrpSpPr>
        <p:grpSpPr>
          <a:xfrm>
            <a:off x="7365487" y="2188108"/>
            <a:ext cx="1071743" cy="1021579"/>
            <a:chOff x="7189833" y="2022667"/>
            <a:chExt cx="1251159" cy="1192597"/>
          </a:xfrm>
        </p:grpSpPr>
        <p:sp>
          <p:nvSpPr>
            <p:cNvPr id="12407" name="Google Shape;12407;p7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7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7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7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70"/>
          <p:cNvGrpSpPr/>
          <p:nvPr/>
        </p:nvGrpSpPr>
        <p:grpSpPr>
          <a:xfrm>
            <a:off x="706758" y="2614515"/>
            <a:ext cx="1695374" cy="1560837"/>
            <a:chOff x="727421" y="2828315"/>
            <a:chExt cx="1695374" cy="1560837"/>
          </a:xfrm>
        </p:grpSpPr>
        <p:grpSp>
          <p:nvGrpSpPr>
            <p:cNvPr id="12412" name="Google Shape;12412;p70"/>
            <p:cNvGrpSpPr/>
            <p:nvPr/>
          </p:nvGrpSpPr>
          <p:grpSpPr>
            <a:xfrm>
              <a:off x="819108" y="2882501"/>
              <a:ext cx="103104" cy="1426186"/>
              <a:chOff x="4674013" y="3100904"/>
              <a:chExt cx="122758" cy="1698043"/>
            </a:xfrm>
          </p:grpSpPr>
          <p:sp>
            <p:nvSpPr>
              <p:cNvPr id="12413" name="Google Shape;12413;p7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7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7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7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7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7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7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0" name="Google Shape;12420;p70"/>
            <p:cNvGrpSpPr/>
            <p:nvPr/>
          </p:nvGrpSpPr>
          <p:grpSpPr>
            <a:xfrm>
              <a:off x="1062475" y="2882501"/>
              <a:ext cx="103104" cy="1426186"/>
              <a:chOff x="4940438" y="3100904"/>
              <a:chExt cx="122758" cy="1698043"/>
            </a:xfrm>
          </p:grpSpPr>
          <p:sp>
            <p:nvSpPr>
              <p:cNvPr id="12421" name="Google Shape;12421;p7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7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7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7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7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7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7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8" name="Google Shape;12428;p70"/>
            <p:cNvGrpSpPr/>
            <p:nvPr/>
          </p:nvGrpSpPr>
          <p:grpSpPr>
            <a:xfrm>
              <a:off x="1299324" y="2882501"/>
              <a:ext cx="103104" cy="1426186"/>
              <a:chOff x="5206863" y="3100904"/>
              <a:chExt cx="122758" cy="1698043"/>
            </a:xfrm>
          </p:grpSpPr>
          <p:sp>
            <p:nvSpPr>
              <p:cNvPr id="12429" name="Google Shape;12429;p7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7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7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7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7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7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7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6" name="Google Shape;12436;p70"/>
            <p:cNvGrpSpPr/>
            <p:nvPr/>
          </p:nvGrpSpPr>
          <p:grpSpPr>
            <a:xfrm>
              <a:off x="1786057" y="2882501"/>
              <a:ext cx="103104" cy="1426186"/>
              <a:chOff x="6006138" y="3143629"/>
              <a:chExt cx="122758" cy="1698043"/>
            </a:xfrm>
          </p:grpSpPr>
          <p:sp>
            <p:nvSpPr>
              <p:cNvPr id="12437" name="Google Shape;12437;p7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7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7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7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7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7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7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70"/>
            <p:cNvGrpSpPr/>
            <p:nvPr/>
          </p:nvGrpSpPr>
          <p:grpSpPr>
            <a:xfrm>
              <a:off x="2029422" y="2882501"/>
              <a:ext cx="103104" cy="1426186"/>
              <a:chOff x="6805413" y="3100904"/>
              <a:chExt cx="122758" cy="1698043"/>
            </a:xfrm>
          </p:grpSpPr>
          <p:sp>
            <p:nvSpPr>
              <p:cNvPr id="12445" name="Google Shape;12445;p7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7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7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7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7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7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7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70"/>
            <p:cNvGrpSpPr/>
            <p:nvPr/>
          </p:nvGrpSpPr>
          <p:grpSpPr>
            <a:xfrm>
              <a:off x="727421" y="2828315"/>
              <a:ext cx="1695374" cy="1560837"/>
              <a:chOff x="734799" y="2782450"/>
              <a:chExt cx="1571100" cy="1577400"/>
            </a:xfrm>
          </p:grpSpPr>
          <p:cxnSp>
            <p:nvCxnSpPr>
              <p:cNvPr id="12453" name="Google Shape;12453;p7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2454" name="Google Shape;12454;p7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2455" name="Google Shape;12455;p70"/>
            <p:cNvGrpSpPr/>
            <p:nvPr/>
          </p:nvGrpSpPr>
          <p:grpSpPr>
            <a:xfrm>
              <a:off x="2272795" y="2882501"/>
              <a:ext cx="103104" cy="1426186"/>
              <a:chOff x="5206863" y="3100904"/>
              <a:chExt cx="122758" cy="1698043"/>
            </a:xfrm>
          </p:grpSpPr>
          <p:sp>
            <p:nvSpPr>
              <p:cNvPr id="12456" name="Google Shape;12456;p7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7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7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7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7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7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7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3" name="Google Shape;12463;p70"/>
            <p:cNvGrpSpPr/>
            <p:nvPr/>
          </p:nvGrpSpPr>
          <p:grpSpPr>
            <a:xfrm>
              <a:off x="1542694" y="2882501"/>
              <a:ext cx="103104" cy="1426186"/>
              <a:chOff x="6006138" y="3143629"/>
              <a:chExt cx="122758" cy="1698043"/>
            </a:xfrm>
          </p:grpSpPr>
          <p:sp>
            <p:nvSpPr>
              <p:cNvPr id="12464" name="Google Shape;12464;p7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7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7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7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7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7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7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71" name="Google Shape;12471;p70"/>
          <p:cNvGrpSpPr/>
          <p:nvPr/>
        </p:nvGrpSpPr>
        <p:grpSpPr>
          <a:xfrm>
            <a:off x="5915338" y="2192087"/>
            <a:ext cx="1248543" cy="1025319"/>
            <a:chOff x="5183758" y="1210600"/>
            <a:chExt cx="3605380" cy="2960783"/>
          </a:xfrm>
        </p:grpSpPr>
        <p:sp>
          <p:nvSpPr>
            <p:cNvPr id="12472" name="Google Shape;12472;p7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7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7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7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76" name="Google Shape;12476;p7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2477" name="Google Shape;12477;p7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2478" name="Google Shape;12478;p7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2479" name="Google Shape;12479;p7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2480" name="Google Shape;12480;p7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70"/>
          <p:cNvGrpSpPr/>
          <p:nvPr/>
        </p:nvGrpSpPr>
        <p:grpSpPr>
          <a:xfrm>
            <a:off x="5772399" y="3330404"/>
            <a:ext cx="2664831" cy="843440"/>
            <a:chOff x="5916567" y="1099697"/>
            <a:chExt cx="2556683" cy="809211"/>
          </a:xfrm>
        </p:grpSpPr>
        <p:sp>
          <p:nvSpPr>
            <p:cNvPr id="12482" name="Google Shape;12482;p7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7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7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7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7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7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7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70"/>
          <p:cNvGrpSpPr/>
          <p:nvPr/>
        </p:nvGrpSpPr>
        <p:grpSpPr>
          <a:xfrm>
            <a:off x="5879940" y="979263"/>
            <a:ext cx="1299851" cy="1023338"/>
            <a:chOff x="5900602" y="1193063"/>
            <a:chExt cx="1299851" cy="1023338"/>
          </a:xfrm>
        </p:grpSpPr>
        <p:grpSp>
          <p:nvGrpSpPr>
            <p:cNvPr id="12491" name="Google Shape;12491;p70"/>
            <p:cNvGrpSpPr/>
            <p:nvPr/>
          </p:nvGrpSpPr>
          <p:grpSpPr>
            <a:xfrm>
              <a:off x="6743564" y="1193063"/>
              <a:ext cx="456889" cy="700379"/>
              <a:chOff x="6743564" y="1193063"/>
              <a:chExt cx="456889" cy="700379"/>
            </a:xfrm>
          </p:grpSpPr>
          <p:grpSp>
            <p:nvGrpSpPr>
              <p:cNvPr id="12492" name="Google Shape;12492;p70"/>
              <p:cNvGrpSpPr/>
              <p:nvPr/>
            </p:nvGrpSpPr>
            <p:grpSpPr>
              <a:xfrm>
                <a:off x="6743564" y="1690731"/>
                <a:ext cx="214402" cy="202710"/>
                <a:chOff x="6743564" y="1690731"/>
                <a:chExt cx="214402" cy="202710"/>
              </a:xfrm>
            </p:grpSpPr>
            <p:sp>
              <p:nvSpPr>
                <p:cNvPr id="12493" name="Google Shape;12493;p70"/>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70"/>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70"/>
              <p:cNvGrpSpPr/>
              <p:nvPr/>
            </p:nvGrpSpPr>
            <p:grpSpPr>
              <a:xfrm>
                <a:off x="6915505" y="1193063"/>
                <a:ext cx="284947" cy="589637"/>
                <a:chOff x="6915505" y="1193063"/>
                <a:chExt cx="284947" cy="589637"/>
              </a:xfrm>
            </p:grpSpPr>
            <p:sp>
              <p:nvSpPr>
                <p:cNvPr id="12496" name="Google Shape;12496;p7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97" name="Google Shape;12497;p7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2498" name="Google Shape;12498;p70"/>
            <p:cNvGrpSpPr/>
            <p:nvPr/>
          </p:nvGrpSpPr>
          <p:grpSpPr>
            <a:xfrm>
              <a:off x="6520337" y="1193063"/>
              <a:ext cx="341815" cy="801589"/>
              <a:chOff x="6520337" y="1193063"/>
              <a:chExt cx="341815" cy="801589"/>
            </a:xfrm>
          </p:grpSpPr>
          <p:grpSp>
            <p:nvGrpSpPr>
              <p:cNvPr id="12499" name="Google Shape;12499;p70"/>
              <p:cNvGrpSpPr/>
              <p:nvPr/>
            </p:nvGrpSpPr>
            <p:grpSpPr>
              <a:xfrm>
                <a:off x="6520337" y="1589527"/>
                <a:ext cx="213950" cy="405125"/>
                <a:chOff x="6520337" y="1589527"/>
                <a:chExt cx="213950" cy="405125"/>
              </a:xfrm>
            </p:grpSpPr>
            <p:sp>
              <p:nvSpPr>
                <p:cNvPr id="12500" name="Google Shape;12500;p7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70"/>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2" name="Google Shape;12502;p70"/>
              <p:cNvGrpSpPr/>
              <p:nvPr/>
            </p:nvGrpSpPr>
            <p:grpSpPr>
              <a:xfrm>
                <a:off x="6577204" y="1193063"/>
                <a:ext cx="284947" cy="453562"/>
                <a:chOff x="6577204" y="1193063"/>
                <a:chExt cx="284947" cy="453562"/>
              </a:xfrm>
            </p:grpSpPr>
            <p:sp>
              <p:nvSpPr>
                <p:cNvPr id="12503" name="Google Shape;12503;p7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04" name="Google Shape;12504;p7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2505" name="Google Shape;12505;p70"/>
            <p:cNvGrpSpPr/>
            <p:nvPr/>
          </p:nvGrpSpPr>
          <p:grpSpPr>
            <a:xfrm>
              <a:off x="6238903" y="1193063"/>
              <a:ext cx="300475" cy="901782"/>
              <a:chOff x="6238903" y="1193063"/>
              <a:chExt cx="300475" cy="901782"/>
            </a:xfrm>
          </p:grpSpPr>
          <p:grpSp>
            <p:nvGrpSpPr>
              <p:cNvPr id="12506" name="Google Shape;12506;p70"/>
              <p:cNvGrpSpPr/>
              <p:nvPr/>
            </p:nvGrpSpPr>
            <p:grpSpPr>
              <a:xfrm>
                <a:off x="6290865" y="1489315"/>
                <a:ext cx="248514" cy="605530"/>
                <a:chOff x="6290865" y="1489315"/>
                <a:chExt cx="248514" cy="605530"/>
              </a:xfrm>
            </p:grpSpPr>
            <p:sp>
              <p:nvSpPr>
                <p:cNvPr id="12507" name="Google Shape;12507;p7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70"/>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9" name="Google Shape;12509;p70"/>
              <p:cNvGrpSpPr/>
              <p:nvPr/>
            </p:nvGrpSpPr>
            <p:grpSpPr>
              <a:xfrm>
                <a:off x="6238903" y="1193063"/>
                <a:ext cx="284947" cy="327512"/>
                <a:chOff x="6238903" y="1193063"/>
                <a:chExt cx="284947" cy="327512"/>
              </a:xfrm>
            </p:grpSpPr>
            <p:sp>
              <p:nvSpPr>
                <p:cNvPr id="12510" name="Google Shape;12510;p7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1" name="Google Shape;12511;p7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2512" name="Google Shape;12512;p70"/>
            <p:cNvGrpSpPr/>
            <p:nvPr/>
          </p:nvGrpSpPr>
          <p:grpSpPr>
            <a:xfrm>
              <a:off x="5900602" y="1193063"/>
              <a:ext cx="444345" cy="1023338"/>
              <a:chOff x="5900602" y="1193063"/>
              <a:chExt cx="444345" cy="1023338"/>
            </a:xfrm>
          </p:grpSpPr>
          <p:grpSp>
            <p:nvGrpSpPr>
              <p:cNvPr id="12513" name="Google Shape;12513;p70"/>
              <p:cNvGrpSpPr/>
              <p:nvPr/>
            </p:nvGrpSpPr>
            <p:grpSpPr>
              <a:xfrm>
                <a:off x="6046501" y="1367785"/>
                <a:ext cx="298446" cy="848616"/>
                <a:chOff x="6046501" y="1367785"/>
                <a:chExt cx="298446" cy="848616"/>
              </a:xfrm>
            </p:grpSpPr>
            <p:sp>
              <p:nvSpPr>
                <p:cNvPr id="12514" name="Google Shape;12514;p7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70"/>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6" name="Google Shape;12516;p70"/>
              <p:cNvGrpSpPr/>
              <p:nvPr/>
            </p:nvGrpSpPr>
            <p:grpSpPr>
              <a:xfrm>
                <a:off x="5900602" y="1193063"/>
                <a:ext cx="284947" cy="182312"/>
                <a:chOff x="5900602" y="1193063"/>
                <a:chExt cx="284947" cy="182312"/>
              </a:xfrm>
            </p:grpSpPr>
            <p:sp>
              <p:nvSpPr>
                <p:cNvPr id="12517" name="Google Shape;12517;p7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8" name="Google Shape;12518;p7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2519" name="Google Shape;12519;p70"/>
          <p:cNvGrpSpPr/>
          <p:nvPr/>
        </p:nvGrpSpPr>
        <p:grpSpPr>
          <a:xfrm>
            <a:off x="7217822" y="979408"/>
            <a:ext cx="1219413" cy="1051365"/>
            <a:chOff x="7287122" y="1165658"/>
            <a:chExt cx="1219413" cy="1051365"/>
          </a:xfrm>
        </p:grpSpPr>
        <p:grpSp>
          <p:nvGrpSpPr>
            <p:cNvPr id="12520" name="Google Shape;12520;p70"/>
            <p:cNvGrpSpPr/>
            <p:nvPr/>
          </p:nvGrpSpPr>
          <p:grpSpPr>
            <a:xfrm>
              <a:off x="7287122" y="1969723"/>
              <a:ext cx="1219413" cy="247300"/>
              <a:chOff x="7287122" y="1969723"/>
              <a:chExt cx="1219413" cy="247300"/>
            </a:xfrm>
          </p:grpSpPr>
          <p:sp>
            <p:nvSpPr>
              <p:cNvPr id="12521" name="Google Shape;12521;p7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2" name="Google Shape;12522;p70"/>
              <p:cNvGrpSpPr/>
              <p:nvPr/>
            </p:nvGrpSpPr>
            <p:grpSpPr>
              <a:xfrm>
                <a:off x="7287122" y="2063892"/>
                <a:ext cx="1151753" cy="73428"/>
                <a:chOff x="7287122" y="2063892"/>
                <a:chExt cx="1151753" cy="73428"/>
              </a:xfrm>
            </p:grpSpPr>
            <p:sp>
              <p:nvSpPr>
                <p:cNvPr id="12523" name="Google Shape;12523;p7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24" name="Google Shape;12524;p7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2525" name="Google Shape;12525;p70"/>
            <p:cNvGrpSpPr/>
            <p:nvPr/>
          </p:nvGrpSpPr>
          <p:grpSpPr>
            <a:xfrm>
              <a:off x="7287122" y="1712201"/>
              <a:ext cx="1219403" cy="246767"/>
              <a:chOff x="7287122" y="1712201"/>
              <a:chExt cx="1219403" cy="246767"/>
            </a:xfrm>
          </p:grpSpPr>
          <p:sp>
            <p:nvSpPr>
              <p:cNvPr id="12526" name="Google Shape;12526;p7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7" name="Google Shape;12527;p70"/>
              <p:cNvGrpSpPr/>
              <p:nvPr/>
            </p:nvGrpSpPr>
            <p:grpSpPr>
              <a:xfrm>
                <a:off x="7287122" y="1842861"/>
                <a:ext cx="1005303" cy="73419"/>
                <a:chOff x="7287122" y="1842861"/>
                <a:chExt cx="1005303" cy="73419"/>
              </a:xfrm>
            </p:grpSpPr>
            <p:sp>
              <p:nvSpPr>
                <p:cNvPr id="12528" name="Google Shape;12528;p7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29" name="Google Shape;12529;p7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2530" name="Google Shape;12530;p70"/>
            <p:cNvGrpSpPr/>
            <p:nvPr/>
          </p:nvGrpSpPr>
          <p:grpSpPr>
            <a:xfrm>
              <a:off x="7287122" y="1447520"/>
              <a:ext cx="1219403" cy="286667"/>
              <a:chOff x="7287122" y="1447520"/>
              <a:chExt cx="1219403" cy="286667"/>
            </a:xfrm>
          </p:grpSpPr>
          <p:sp>
            <p:nvSpPr>
              <p:cNvPr id="12531" name="Google Shape;12531;p7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2" name="Google Shape;12532;p70"/>
              <p:cNvGrpSpPr/>
              <p:nvPr/>
            </p:nvGrpSpPr>
            <p:grpSpPr>
              <a:xfrm>
                <a:off x="7287122" y="1581977"/>
                <a:ext cx="852803" cy="73428"/>
                <a:chOff x="7287122" y="1581977"/>
                <a:chExt cx="852803" cy="73428"/>
              </a:xfrm>
            </p:grpSpPr>
            <p:sp>
              <p:nvSpPr>
                <p:cNvPr id="12533" name="Google Shape;12533;p7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34" name="Google Shape;12534;p7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2535" name="Google Shape;12535;p70"/>
            <p:cNvGrpSpPr/>
            <p:nvPr/>
          </p:nvGrpSpPr>
          <p:grpSpPr>
            <a:xfrm>
              <a:off x="7287122" y="1165658"/>
              <a:ext cx="1219403" cy="344253"/>
              <a:chOff x="7287122" y="1165658"/>
              <a:chExt cx="1219403" cy="344253"/>
            </a:xfrm>
          </p:grpSpPr>
          <p:sp>
            <p:nvSpPr>
              <p:cNvPr id="12536" name="Google Shape;12536;p7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7" name="Google Shape;12537;p70"/>
              <p:cNvGrpSpPr/>
              <p:nvPr/>
            </p:nvGrpSpPr>
            <p:grpSpPr>
              <a:xfrm>
                <a:off x="7287122" y="1341025"/>
                <a:ext cx="695703" cy="73419"/>
                <a:chOff x="7287122" y="1341025"/>
                <a:chExt cx="695703" cy="73419"/>
              </a:xfrm>
            </p:grpSpPr>
            <p:sp>
              <p:nvSpPr>
                <p:cNvPr id="12538" name="Google Shape;12538;p7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39" name="Google Shape;12539;p7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543"/>
        <p:cNvGrpSpPr/>
        <p:nvPr/>
      </p:nvGrpSpPr>
      <p:grpSpPr>
        <a:xfrm>
          <a:off x="0" y="0"/>
          <a:ext cx="0" cy="0"/>
          <a:chOff x="0" y="0"/>
          <a:chExt cx="0" cy="0"/>
        </a:xfrm>
      </p:grpSpPr>
      <p:grpSp>
        <p:nvGrpSpPr>
          <p:cNvPr id="12544" name="Google Shape;12544;p71"/>
          <p:cNvGrpSpPr/>
          <p:nvPr/>
        </p:nvGrpSpPr>
        <p:grpSpPr>
          <a:xfrm>
            <a:off x="866243" y="2291587"/>
            <a:ext cx="415546" cy="355053"/>
            <a:chOff x="866243" y="2291587"/>
            <a:chExt cx="415546" cy="355053"/>
          </a:xfrm>
        </p:grpSpPr>
        <p:sp>
          <p:nvSpPr>
            <p:cNvPr id="12545" name="Google Shape;12545;p71"/>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71"/>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71"/>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71"/>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71"/>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0" name="Google Shape;12550;p71"/>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1" name="Google Shape;12551;p71"/>
          <p:cNvGrpSpPr/>
          <p:nvPr/>
        </p:nvGrpSpPr>
        <p:grpSpPr>
          <a:xfrm>
            <a:off x="1958520" y="2302574"/>
            <a:ext cx="359213" cy="327807"/>
            <a:chOff x="1958520" y="2302574"/>
            <a:chExt cx="359213" cy="327807"/>
          </a:xfrm>
        </p:grpSpPr>
        <p:sp>
          <p:nvSpPr>
            <p:cNvPr id="12552" name="Google Shape;12552;p71"/>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71"/>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71"/>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5" name="Google Shape;12555;p71"/>
          <p:cNvGrpSpPr/>
          <p:nvPr/>
        </p:nvGrpSpPr>
        <p:grpSpPr>
          <a:xfrm>
            <a:off x="2579882" y="2287427"/>
            <a:ext cx="207582" cy="359594"/>
            <a:chOff x="2656082" y="2287427"/>
            <a:chExt cx="207582" cy="359594"/>
          </a:xfrm>
        </p:grpSpPr>
        <p:sp>
          <p:nvSpPr>
            <p:cNvPr id="12556" name="Google Shape;12556;p71"/>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71"/>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71"/>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71"/>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0" name="Google Shape;12560;p71"/>
          <p:cNvGrpSpPr/>
          <p:nvPr/>
        </p:nvGrpSpPr>
        <p:grpSpPr>
          <a:xfrm>
            <a:off x="3049653" y="2321468"/>
            <a:ext cx="362991" cy="290018"/>
            <a:chOff x="3049653" y="2321468"/>
            <a:chExt cx="362991" cy="290018"/>
          </a:xfrm>
        </p:grpSpPr>
        <p:sp>
          <p:nvSpPr>
            <p:cNvPr id="12561" name="Google Shape;12561;p71"/>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71"/>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71"/>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71"/>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71"/>
          <p:cNvGrpSpPr/>
          <p:nvPr/>
        </p:nvGrpSpPr>
        <p:grpSpPr>
          <a:xfrm>
            <a:off x="3564243" y="2289904"/>
            <a:ext cx="422342" cy="355243"/>
            <a:chOff x="3564243" y="2289904"/>
            <a:chExt cx="422342" cy="355243"/>
          </a:xfrm>
        </p:grpSpPr>
        <p:sp>
          <p:nvSpPr>
            <p:cNvPr id="12566" name="Google Shape;12566;p71"/>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71"/>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71"/>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71"/>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71"/>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71" name="Google Shape;12571;p71"/>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2" name="Google Shape;12572;p71"/>
          <p:cNvGrpSpPr/>
          <p:nvPr/>
        </p:nvGrpSpPr>
        <p:grpSpPr>
          <a:xfrm>
            <a:off x="4687894" y="2289713"/>
            <a:ext cx="359594" cy="353909"/>
            <a:chOff x="4687894" y="2289713"/>
            <a:chExt cx="359594" cy="353909"/>
          </a:xfrm>
        </p:grpSpPr>
        <p:sp>
          <p:nvSpPr>
            <p:cNvPr id="12573" name="Google Shape;12573;p71"/>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71"/>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71"/>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76" name="Google Shape;12576;p71"/>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7" name="Google Shape;12577;p71"/>
          <p:cNvGrpSpPr/>
          <p:nvPr/>
        </p:nvGrpSpPr>
        <p:grpSpPr>
          <a:xfrm>
            <a:off x="6372624" y="2308227"/>
            <a:ext cx="263567" cy="317614"/>
            <a:chOff x="6421399" y="2308227"/>
            <a:chExt cx="263567" cy="317614"/>
          </a:xfrm>
        </p:grpSpPr>
        <p:sp>
          <p:nvSpPr>
            <p:cNvPr id="12578" name="Google Shape;12578;p71"/>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71"/>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71"/>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71"/>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2" name="Google Shape;12582;p71"/>
          <p:cNvGrpSpPr/>
          <p:nvPr/>
        </p:nvGrpSpPr>
        <p:grpSpPr>
          <a:xfrm>
            <a:off x="6870193" y="2295620"/>
            <a:ext cx="360356" cy="343462"/>
            <a:chOff x="6870193" y="2295620"/>
            <a:chExt cx="360356" cy="343462"/>
          </a:xfrm>
        </p:grpSpPr>
        <p:sp>
          <p:nvSpPr>
            <p:cNvPr id="12583" name="Google Shape;12583;p71"/>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71"/>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5" name="Google Shape;12585;p71"/>
          <p:cNvGrpSpPr/>
          <p:nvPr/>
        </p:nvGrpSpPr>
        <p:grpSpPr>
          <a:xfrm>
            <a:off x="7441465" y="2302860"/>
            <a:ext cx="342192" cy="327140"/>
            <a:chOff x="7441465" y="2302860"/>
            <a:chExt cx="342192" cy="327140"/>
          </a:xfrm>
        </p:grpSpPr>
        <p:sp>
          <p:nvSpPr>
            <p:cNvPr id="12586" name="Google Shape;12586;p71"/>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71"/>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8" name="Google Shape;12588;p71"/>
          <p:cNvGrpSpPr/>
          <p:nvPr/>
        </p:nvGrpSpPr>
        <p:grpSpPr>
          <a:xfrm>
            <a:off x="7989683" y="2350207"/>
            <a:ext cx="332761" cy="234066"/>
            <a:chOff x="7989683" y="2350207"/>
            <a:chExt cx="332761" cy="234066"/>
          </a:xfrm>
        </p:grpSpPr>
        <p:sp>
          <p:nvSpPr>
            <p:cNvPr id="12589" name="Google Shape;12589;p71"/>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71"/>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71"/>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71"/>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71"/>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71"/>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71"/>
          <p:cNvGrpSpPr/>
          <p:nvPr/>
        </p:nvGrpSpPr>
        <p:grpSpPr>
          <a:xfrm>
            <a:off x="5823294" y="2309751"/>
            <a:ext cx="315327" cy="314978"/>
            <a:chOff x="5823294" y="2309751"/>
            <a:chExt cx="315327" cy="314978"/>
          </a:xfrm>
        </p:grpSpPr>
        <p:sp>
          <p:nvSpPr>
            <p:cNvPr id="12596" name="Google Shape;12596;p71"/>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71"/>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71"/>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71"/>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71"/>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1"/>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71"/>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71"/>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71"/>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71"/>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71"/>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71"/>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71"/>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71"/>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71"/>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71"/>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71"/>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3" name="Google Shape;12613;p71"/>
          <p:cNvGrpSpPr/>
          <p:nvPr/>
        </p:nvGrpSpPr>
        <p:grpSpPr>
          <a:xfrm>
            <a:off x="2497275" y="2744159"/>
            <a:ext cx="370930" cy="370549"/>
            <a:chOff x="2497275" y="2744159"/>
            <a:chExt cx="370930" cy="370549"/>
          </a:xfrm>
        </p:grpSpPr>
        <p:sp>
          <p:nvSpPr>
            <p:cNvPr id="12614" name="Google Shape;12614;p71"/>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71"/>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71"/>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71"/>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1"/>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71"/>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0" name="Google Shape;12620;p71"/>
          <p:cNvGrpSpPr/>
          <p:nvPr/>
        </p:nvGrpSpPr>
        <p:grpSpPr>
          <a:xfrm>
            <a:off x="860940" y="2746477"/>
            <a:ext cx="371883" cy="365691"/>
            <a:chOff x="860940" y="2746477"/>
            <a:chExt cx="371883" cy="365691"/>
          </a:xfrm>
        </p:grpSpPr>
        <p:sp>
          <p:nvSpPr>
            <p:cNvPr id="12621" name="Google Shape;12621;p71"/>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71"/>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71"/>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71"/>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71"/>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6" name="Google Shape;12626;p71"/>
          <p:cNvGrpSpPr/>
          <p:nvPr/>
        </p:nvGrpSpPr>
        <p:grpSpPr>
          <a:xfrm>
            <a:off x="1450836" y="2766258"/>
            <a:ext cx="283985" cy="341080"/>
            <a:chOff x="1493849" y="2775533"/>
            <a:chExt cx="283985" cy="341080"/>
          </a:xfrm>
        </p:grpSpPr>
        <p:sp>
          <p:nvSpPr>
            <p:cNvPr id="12627" name="Google Shape;12627;p71"/>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71"/>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9" name="Google Shape;12629;p71"/>
          <p:cNvGrpSpPr/>
          <p:nvPr/>
        </p:nvGrpSpPr>
        <p:grpSpPr>
          <a:xfrm>
            <a:off x="1952836" y="2774422"/>
            <a:ext cx="372835" cy="342573"/>
            <a:chOff x="1952836" y="2774422"/>
            <a:chExt cx="372835" cy="342573"/>
          </a:xfrm>
        </p:grpSpPr>
        <p:sp>
          <p:nvSpPr>
            <p:cNvPr id="12630" name="Google Shape;12630;p71"/>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71"/>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71"/>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3" name="Google Shape;12633;p71"/>
          <p:cNvGrpSpPr/>
          <p:nvPr/>
        </p:nvGrpSpPr>
        <p:grpSpPr>
          <a:xfrm>
            <a:off x="3079916" y="2744477"/>
            <a:ext cx="332729" cy="372518"/>
            <a:chOff x="3079916" y="2744477"/>
            <a:chExt cx="332729" cy="372518"/>
          </a:xfrm>
        </p:grpSpPr>
        <p:sp>
          <p:nvSpPr>
            <p:cNvPr id="12634" name="Google Shape;12634;p71"/>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71"/>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71"/>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7" name="Google Shape;12637;p71"/>
          <p:cNvGrpSpPr/>
          <p:nvPr/>
        </p:nvGrpSpPr>
        <p:grpSpPr>
          <a:xfrm>
            <a:off x="3620576" y="2745525"/>
            <a:ext cx="336889" cy="355592"/>
            <a:chOff x="3620576" y="2745525"/>
            <a:chExt cx="336889" cy="355592"/>
          </a:xfrm>
        </p:grpSpPr>
        <p:sp>
          <p:nvSpPr>
            <p:cNvPr id="12638" name="Google Shape;12638;p71"/>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71"/>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0" name="Google Shape;12640;p71"/>
          <p:cNvGrpSpPr/>
          <p:nvPr/>
        </p:nvGrpSpPr>
        <p:grpSpPr>
          <a:xfrm>
            <a:off x="4126815" y="2760704"/>
            <a:ext cx="380393" cy="363118"/>
            <a:chOff x="4126815" y="2760704"/>
            <a:chExt cx="380393" cy="363118"/>
          </a:xfrm>
        </p:grpSpPr>
        <p:sp>
          <p:nvSpPr>
            <p:cNvPr id="12641" name="Google Shape;12641;p71"/>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71"/>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71"/>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71"/>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5" name="Google Shape;12645;p71"/>
          <p:cNvGrpSpPr/>
          <p:nvPr/>
        </p:nvGrpSpPr>
        <p:grpSpPr>
          <a:xfrm>
            <a:off x="4675986" y="2745684"/>
            <a:ext cx="381346" cy="368644"/>
            <a:chOff x="4675986" y="2745684"/>
            <a:chExt cx="381346" cy="368644"/>
          </a:xfrm>
        </p:grpSpPr>
        <p:sp>
          <p:nvSpPr>
            <p:cNvPr id="12646" name="Google Shape;12646;p71"/>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71"/>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71"/>
          <p:cNvGrpSpPr/>
          <p:nvPr/>
        </p:nvGrpSpPr>
        <p:grpSpPr>
          <a:xfrm>
            <a:off x="5220616" y="2791061"/>
            <a:ext cx="373185" cy="302466"/>
            <a:chOff x="5220616" y="2791061"/>
            <a:chExt cx="373185" cy="302466"/>
          </a:xfrm>
        </p:grpSpPr>
        <p:sp>
          <p:nvSpPr>
            <p:cNvPr id="12649" name="Google Shape;12649;p71"/>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71"/>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71"/>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71"/>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71"/>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71"/>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71"/>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71"/>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71"/>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71"/>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71"/>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71"/>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71"/>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71"/>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71"/>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71"/>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71"/>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71"/>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7" name="Google Shape;12667;p71"/>
          <p:cNvGrpSpPr/>
          <p:nvPr/>
        </p:nvGrpSpPr>
        <p:grpSpPr>
          <a:xfrm>
            <a:off x="5788661" y="2772517"/>
            <a:ext cx="284366" cy="344097"/>
            <a:chOff x="5864861" y="2772517"/>
            <a:chExt cx="284366" cy="344097"/>
          </a:xfrm>
        </p:grpSpPr>
        <p:sp>
          <p:nvSpPr>
            <p:cNvPr id="12668" name="Google Shape;12668;p71"/>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71"/>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1"/>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1"/>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71"/>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71"/>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74" name="Google Shape;12674;p71"/>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5" name="Google Shape;12675;p71"/>
          <p:cNvGrpSpPr/>
          <p:nvPr/>
        </p:nvGrpSpPr>
        <p:grpSpPr>
          <a:xfrm>
            <a:off x="6974158" y="2789537"/>
            <a:ext cx="255247" cy="327458"/>
            <a:chOff x="6974158" y="2789537"/>
            <a:chExt cx="255247" cy="327458"/>
          </a:xfrm>
        </p:grpSpPr>
        <p:sp>
          <p:nvSpPr>
            <p:cNvPr id="12676" name="Google Shape;12676;p71"/>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71"/>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71"/>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1"/>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71"/>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71"/>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71"/>
          <p:cNvGrpSpPr/>
          <p:nvPr/>
        </p:nvGrpSpPr>
        <p:grpSpPr>
          <a:xfrm>
            <a:off x="7530697" y="2790299"/>
            <a:ext cx="244291" cy="326314"/>
            <a:chOff x="7530697" y="2790299"/>
            <a:chExt cx="244291" cy="326314"/>
          </a:xfrm>
        </p:grpSpPr>
        <p:sp>
          <p:nvSpPr>
            <p:cNvPr id="12683" name="Google Shape;12683;p71"/>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71"/>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71"/>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71"/>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71"/>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71"/>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71"/>
          <p:cNvGrpSpPr/>
          <p:nvPr/>
        </p:nvGrpSpPr>
        <p:grpSpPr>
          <a:xfrm>
            <a:off x="7988191" y="2832248"/>
            <a:ext cx="332348" cy="283985"/>
            <a:chOff x="7988191" y="2832248"/>
            <a:chExt cx="332348" cy="283985"/>
          </a:xfrm>
        </p:grpSpPr>
        <p:sp>
          <p:nvSpPr>
            <p:cNvPr id="12690" name="Google Shape;12690;p71"/>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1"/>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71"/>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3" name="Google Shape;12693;p71"/>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94" name="Google Shape;12694;p71"/>
          <p:cNvGrpSpPr/>
          <p:nvPr/>
        </p:nvGrpSpPr>
        <p:grpSpPr>
          <a:xfrm>
            <a:off x="3588440" y="3258368"/>
            <a:ext cx="364484" cy="262423"/>
            <a:chOff x="3588440" y="3258368"/>
            <a:chExt cx="364484" cy="262423"/>
          </a:xfrm>
        </p:grpSpPr>
        <p:sp>
          <p:nvSpPr>
            <p:cNvPr id="12695" name="Google Shape;12695;p71"/>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71"/>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1"/>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1"/>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71"/>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71"/>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1" name="Google Shape;12701;p71"/>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2" name="Google Shape;12702;p71"/>
          <p:cNvGrpSpPr/>
          <p:nvPr/>
        </p:nvGrpSpPr>
        <p:grpSpPr>
          <a:xfrm>
            <a:off x="5765817" y="3227724"/>
            <a:ext cx="364865" cy="324822"/>
            <a:chOff x="5765817" y="3227724"/>
            <a:chExt cx="364865" cy="324822"/>
          </a:xfrm>
        </p:grpSpPr>
        <p:sp>
          <p:nvSpPr>
            <p:cNvPr id="12703" name="Google Shape;12703;p71"/>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71"/>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71"/>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71"/>
          <p:cNvGrpSpPr/>
          <p:nvPr/>
        </p:nvGrpSpPr>
        <p:grpSpPr>
          <a:xfrm>
            <a:off x="6228583" y="3237664"/>
            <a:ext cx="446539" cy="303895"/>
            <a:chOff x="6228583" y="3237664"/>
            <a:chExt cx="446539" cy="303895"/>
          </a:xfrm>
        </p:grpSpPr>
        <p:sp>
          <p:nvSpPr>
            <p:cNvPr id="12707" name="Google Shape;12707;p71"/>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71"/>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71"/>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71"/>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71"/>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71"/>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71"/>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71"/>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71"/>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71"/>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71"/>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71"/>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71"/>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71"/>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71"/>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71"/>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71"/>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4" name="Google Shape;12724;p71"/>
          <p:cNvGrpSpPr/>
          <p:nvPr/>
        </p:nvGrpSpPr>
        <p:grpSpPr>
          <a:xfrm>
            <a:off x="865862" y="3207306"/>
            <a:ext cx="364484" cy="364897"/>
            <a:chOff x="865862" y="3207306"/>
            <a:chExt cx="364484" cy="364897"/>
          </a:xfrm>
        </p:grpSpPr>
        <p:sp>
          <p:nvSpPr>
            <p:cNvPr id="12725" name="Google Shape;12725;p71"/>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71"/>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71"/>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71"/>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71"/>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71"/>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71"/>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1"/>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71"/>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71"/>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71"/>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1"/>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1"/>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71"/>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71"/>
          <p:cNvGrpSpPr/>
          <p:nvPr/>
        </p:nvGrpSpPr>
        <p:grpSpPr>
          <a:xfrm>
            <a:off x="1404617" y="3226962"/>
            <a:ext cx="370168" cy="325965"/>
            <a:chOff x="1404617" y="3226962"/>
            <a:chExt cx="370168" cy="325965"/>
          </a:xfrm>
        </p:grpSpPr>
        <p:sp>
          <p:nvSpPr>
            <p:cNvPr id="12740" name="Google Shape;12740;p71"/>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71"/>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1"/>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71"/>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71"/>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71"/>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71"/>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71"/>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71"/>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9" name="Google Shape;12749;p71"/>
          <p:cNvGrpSpPr/>
          <p:nvPr/>
        </p:nvGrpSpPr>
        <p:grpSpPr>
          <a:xfrm>
            <a:off x="1953403" y="3216094"/>
            <a:ext cx="366389" cy="354481"/>
            <a:chOff x="1954741" y="3212419"/>
            <a:chExt cx="366389" cy="354481"/>
          </a:xfrm>
        </p:grpSpPr>
        <p:sp>
          <p:nvSpPr>
            <p:cNvPr id="12750" name="Google Shape;12750;p71"/>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71"/>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71"/>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71"/>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71"/>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71"/>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71"/>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7" name="Google Shape;12757;p71"/>
          <p:cNvGrpSpPr/>
          <p:nvPr/>
        </p:nvGrpSpPr>
        <p:grpSpPr>
          <a:xfrm>
            <a:off x="3043239" y="3215626"/>
            <a:ext cx="366008" cy="348670"/>
            <a:chOff x="3043239" y="3215626"/>
            <a:chExt cx="366008" cy="348670"/>
          </a:xfrm>
        </p:grpSpPr>
        <p:sp>
          <p:nvSpPr>
            <p:cNvPr id="12758" name="Google Shape;12758;p71"/>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71"/>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0" name="Google Shape;12760;p71"/>
          <p:cNvGrpSpPr/>
          <p:nvPr/>
        </p:nvGrpSpPr>
        <p:grpSpPr>
          <a:xfrm>
            <a:off x="4218333" y="3184982"/>
            <a:ext cx="209107" cy="383442"/>
            <a:chOff x="4218333" y="3184982"/>
            <a:chExt cx="209107" cy="383442"/>
          </a:xfrm>
        </p:grpSpPr>
        <p:sp>
          <p:nvSpPr>
            <p:cNvPr id="12761" name="Google Shape;12761;p71"/>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1"/>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63" name="Google Shape;12763;p71"/>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64" name="Google Shape;12764;p71"/>
          <p:cNvGrpSpPr/>
          <p:nvPr/>
        </p:nvGrpSpPr>
        <p:grpSpPr>
          <a:xfrm>
            <a:off x="6896644" y="3216007"/>
            <a:ext cx="322917" cy="347876"/>
            <a:chOff x="6896644" y="3216007"/>
            <a:chExt cx="322917" cy="347876"/>
          </a:xfrm>
        </p:grpSpPr>
        <p:sp>
          <p:nvSpPr>
            <p:cNvPr id="12765" name="Google Shape;12765;p71"/>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1"/>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1"/>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71"/>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71"/>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71"/>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71"/>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2" name="Google Shape;12772;p71"/>
          <p:cNvGrpSpPr/>
          <p:nvPr/>
        </p:nvGrpSpPr>
        <p:grpSpPr>
          <a:xfrm>
            <a:off x="7429366" y="3223183"/>
            <a:ext cx="334634" cy="333904"/>
            <a:chOff x="7429366" y="3223183"/>
            <a:chExt cx="334634" cy="333904"/>
          </a:xfrm>
        </p:grpSpPr>
        <p:sp>
          <p:nvSpPr>
            <p:cNvPr id="12773" name="Google Shape;12773;p71"/>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71"/>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75" name="Google Shape;12775;p71"/>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76" name="Google Shape;12776;p71"/>
          <p:cNvGrpSpPr/>
          <p:nvPr/>
        </p:nvGrpSpPr>
        <p:grpSpPr>
          <a:xfrm>
            <a:off x="5216456" y="3725484"/>
            <a:ext cx="356196" cy="265631"/>
            <a:chOff x="5216456" y="3725484"/>
            <a:chExt cx="356196" cy="265631"/>
          </a:xfrm>
        </p:grpSpPr>
        <p:sp>
          <p:nvSpPr>
            <p:cNvPr id="12777" name="Google Shape;12777;p71"/>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71"/>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9" name="Google Shape;12779;p71"/>
          <p:cNvGrpSpPr/>
          <p:nvPr/>
        </p:nvGrpSpPr>
        <p:grpSpPr>
          <a:xfrm>
            <a:off x="6849393" y="3733994"/>
            <a:ext cx="355053" cy="248038"/>
            <a:chOff x="6849393" y="3733994"/>
            <a:chExt cx="355053" cy="248038"/>
          </a:xfrm>
        </p:grpSpPr>
        <p:sp>
          <p:nvSpPr>
            <p:cNvPr id="12780" name="Google Shape;12780;p71"/>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71"/>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71"/>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71"/>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71"/>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71"/>
          <p:cNvGrpSpPr/>
          <p:nvPr/>
        </p:nvGrpSpPr>
        <p:grpSpPr>
          <a:xfrm>
            <a:off x="7918997" y="3714687"/>
            <a:ext cx="392111" cy="280206"/>
            <a:chOff x="7918997" y="3714687"/>
            <a:chExt cx="392111" cy="280206"/>
          </a:xfrm>
        </p:grpSpPr>
        <p:sp>
          <p:nvSpPr>
            <p:cNvPr id="12786" name="Google Shape;12786;p71"/>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71"/>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71"/>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71"/>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71"/>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1" name="Google Shape;12791;p71"/>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2" name="Google Shape;12792;p71"/>
          <p:cNvGrpSpPr/>
          <p:nvPr/>
        </p:nvGrpSpPr>
        <p:grpSpPr>
          <a:xfrm>
            <a:off x="1408777" y="3680964"/>
            <a:ext cx="357720" cy="355148"/>
            <a:chOff x="1408777" y="3680964"/>
            <a:chExt cx="357720" cy="355148"/>
          </a:xfrm>
        </p:grpSpPr>
        <p:sp>
          <p:nvSpPr>
            <p:cNvPr id="12793" name="Google Shape;12793;p71"/>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71"/>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71"/>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71"/>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71"/>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8" name="Google Shape;12798;p71"/>
          <p:cNvGrpSpPr/>
          <p:nvPr/>
        </p:nvGrpSpPr>
        <p:grpSpPr>
          <a:xfrm>
            <a:off x="1952836" y="3680964"/>
            <a:ext cx="357720" cy="355148"/>
            <a:chOff x="1952836" y="3680964"/>
            <a:chExt cx="357720" cy="355148"/>
          </a:xfrm>
        </p:grpSpPr>
        <p:sp>
          <p:nvSpPr>
            <p:cNvPr id="12799" name="Google Shape;12799;p71"/>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71"/>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71"/>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71"/>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71"/>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4" name="Google Shape;12804;p71"/>
          <p:cNvGrpSpPr/>
          <p:nvPr/>
        </p:nvGrpSpPr>
        <p:grpSpPr>
          <a:xfrm>
            <a:off x="2496894" y="3680964"/>
            <a:ext cx="357720" cy="355148"/>
            <a:chOff x="2496894" y="3680964"/>
            <a:chExt cx="357720" cy="355148"/>
          </a:xfrm>
        </p:grpSpPr>
        <p:sp>
          <p:nvSpPr>
            <p:cNvPr id="12805" name="Google Shape;12805;p71"/>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1"/>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71"/>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71"/>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71"/>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71"/>
          <p:cNvGrpSpPr/>
          <p:nvPr/>
        </p:nvGrpSpPr>
        <p:grpSpPr>
          <a:xfrm>
            <a:off x="3040984" y="3681059"/>
            <a:ext cx="356164" cy="355815"/>
            <a:chOff x="3040984" y="3681059"/>
            <a:chExt cx="356164" cy="355815"/>
          </a:xfrm>
        </p:grpSpPr>
        <p:sp>
          <p:nvSpPr>
            <p:cNvPr id="12811" name="Google Shape;12811;p71"/>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1"/>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71"/>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4" name="Google Shape;12814;p71"/>
          <p:cNvGrpSpPr/>
          <p:nvPr/>
        </p:nvGrpSpPr>
        <p:grpSpPr>
          <a:xfrm>
            <a:off x="3584280" y="3699191"/>
            <a:ext cx="358069" cy="317995"/>
            <a:chOff x="3584280" y="3699191"/>
            <a:chExt cx="358069" cy="317995"/>
          </a:xfrm>
        </p:grpSpPr>
        <p:sp>
          <p:nvSpPr>
            <p:cNvPr id="12815" name="Google Shape;12815;p71"/>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1"/>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71"/>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71"/>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9" name="Google Shape;12819;p71"/>
          <p:cNvGrpSpPr/>
          <p:nvPr/>
        </p:nvGrpSpPr>
        <p:grpSpPr>
          <a:xfrm>
            <a:off x="4129482" y="3681059"/>
            <a:ext cx="355402" cy="354291"/>
            <a:chOff x="4129482" y="3681059"/>
            <a:chExt cx="355402" cy="354291"/>
          </a:xfrm>
        </p:grpSpPr>
        <p:sp>
          <p:nvSpPr>
            <p:cNvPr id="12820" name="Google Shape;12820;p71"/>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71"/>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71"/>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71"/>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71"/>
          <p:cNvGrpSpPr/>
          <p:nvPr/>
        </p:nvGrpSpPr>
        <p:grpSpPr>
          <a:xfrm>
            <a:off x="4673540" y="3680297"/>
            <a:ext cx="355434" cy="355815"/>
            <a:chOff x="4673540" y="3680297"/>
            <a:chExt cx="355434" cy="355815"/>
          </a:xfrm>
        </p:grpSpPr>
        <p:sp>
          <p:nvSpPr>
            <p:cNvPr id="12825" name="Google Shape;12825;p71"/>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71"/>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71"/>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8" name="Google Shape;12828;p71"/>
          <p:cNvGrpSpPr/>
          <p:nvPr/>
        </p:nvGrpSpPr>
        <p:grpSpPr>
          <a:xfrm>
            <a:off x="5779408" y="3699191"/>
            <a:ext cx="317645" cy="318757"/>
            <a:chOff x="5779408" y="3699191"/>
            <a:chExt cx="317645" cy="318757"/>
          </a:xfrm>
        </p:grpSpPr>
        <p:sp>
          <p:nvSpPr>
            <p:cNvPr id="12829" name="Google Shape;12829;p71"/>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71"/>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1" name="Google Shape;12831;p71"/>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32" name="Google Shape;12832;p71"/>
          <p:cNvGrpSpPr/>
          <p:nvPr/>
        </p:nvGrpSpPr>
        <p:grpSpPr>
          <a:xfrm>
            <a:off x="7390435" y="3680868"/>
            <a:ext cx="372073" cy="355243"/>
            <a:chOff x="7390435" y="3680868"/>
            <a:chExt cx="372073" cy="355243"/>
          </a:xfrm>
        </p:grpSpPr>
        <p:sp>
          <p:nvSpPr>
            <p:cNvPr id="12833" name="Google Shape;12833;p71"/>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1"/>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1"/>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71"/>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71"/>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71"/>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71"/>
          <p:cNvGrpSpPr/>
          <p:nvPr/>
        </p:nvGrpSpPr>
        <p:grpSpPr>
          <a:xfrm>
            <a:off x="1421638" y="4125629"/>
            <a:ext cx="374709" cy="374010"/>
            <a:chOff x="1421638" y="4125629"/>
            <a:chExt cx="374709" cy="374010"/>
          </a:xfrm>
        </p:grpSpPr>
        <p:sp>
          <p:nvSpPr>
            <p:cNvPr id="12840" name="Google Shape;12840;p71"/>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71"/>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71"/>
          <p:cNvGrpSpPr/>
          <p:nvPr/>
        </p:nvGrpSpPr>
        <p:grpSpPr>
          <a:xfrm>
            <a:off x="1973254" y="4156304"/>
            <a:ext cx="357720" cy="342192"/>
            <a:chOff x="1973254" y="4156304"/>
            <a:chExt cx="357720" cy="342192"/>
          </a:xfrm>
        </p:grpSpPr>
        <p:sp>
          <p:nvSpPr>
            <p:cNvPr id="12843" name="Google Shape;12843;p71"/>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1"/>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71"/>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71"/>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71"/>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71"/>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9" name="Google Shape;12849;p71"/>
          <p:cNvGrpSpPr/>
          <p:nvPr/>
        </p:nvGrpSpPr>
        <p:grpSpPr>
          <a:xfrm>
            <a:off x="2523759" y="4135505"/>
            <a:ext cx="341049" cy="340318"/>
            <a:chOff x="2523759" y="4135505"/>
            <a:chExt cx="341049" cy="340318"/>
          </a:xfrm>
        </p:grpSpPr>
        <p:sp>
          <p:nvSpPr>
            <p:cNvPr id="12850" name="Google Shape;12850;p71"/>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71"/>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2" name="Google Shape;12852;p71"/>
          <p:cNvGrpSpPr/>
          <p:nvPr/>
        </p:nvGrpSpPr>
        <p:grpSpPr>
          <a:xfrm>
            <a:off x="3040603" y="4130360"/>
            <a:ext cx="392079" cy="350353"/>
            <a:chOff x="3040603" y="4130360"/>
            <a:chExt cx="392079" cy="350353"/>
          </a:xfrm>
        </p:grpSpPr>
        <p:sp>
          <p:nvSpPr>
            <p:cNvPr id="12853" name="Google Shape;12853;p71"/>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1"/>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71"/>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71"/>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1"/>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71"/>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71"/>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71"/>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1"/>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71"/>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3" name="Google Shape;12863;p71"/>
          <p:cNvGrpSpPr/>
          <p:nvPr/>
        </p:nvGrpSpPr>
        <p:grpSpPr>
          <a:xfrm>
            <a:off x="3662144" y="4135505"/>
            <a:ext cx="232955" cy="340318"/>
            <a:chOff x="3662144" y="4135505"/>
            <a:chExt cx="232955" cy="340318"/>
          </a:xfrm>
        </p:grpSpPr>
        <p:sp>
          <p:nvSpPr>
            <p:cNvPr id="12864" name="Google Shape;12864;p71"/>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71"/>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71"/>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1"/>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8" name="Google Shape;12868;p71"/>
          <p:cNvGrpSpPr/>
          <p:nvPr/>
        </p:nvGrpSpPr>
        <p:grpSpPr>
          <a:xfrm>
            <a:off x="4149138" y="4121151"/>
            <a:ext cx="344065" cy="368644"/>
            <a:chOff x="4149138" y="4121151"/>
            <a:chExt cx="344065" cy="368644"/>
          </a:xfrm>
        </p:grpSpPr>
        <p:sp>
          <p:nvSpPr>
            <p:cNvPr id="12869" name="Google Shape;12869;p71"/>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71"/>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71"/>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71"/>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71"/>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71"/>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71"/>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71"/>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1"/>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1"/>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1"/>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71"/>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1" name="Google Shape;12881;p71"/>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2" name="Google Shape;12882;p71"/>
          <p:cNvGrpSpPr/>
          <p:nvPr/>
        </p:nvGrpSpPr>
        <p:grpSpPr>
          <a:xfrm>
            <a:off x="5206262" y="4174817"/>
            <a:ext cx="397763" cy="262804"/>
            <a:chOff x="5206262" y="4174817"/>
            <a:chExt cx="397763" cy="262804"/>
          </a:xfrm>
        </p:grpSpPr>
        <p:sp>
          <p:nvSpPr>
            <p:cNvPr id="12883" name="Google Shape;12883;p71"/>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71"/>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71"/>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71"/>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71"/>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71"/>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71"/>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0" name="Google Shape;12890;p71"/>
          <p:cNvGrpSpPr/>
          <p:nvPr/>
        </p:nvGrpSpPr>
        <p:grpSpPr>
          <a:xfrm>
            <a:off x="5727616" y="4204699"/>
            <a:ext cx="440505" cy="290018"/>
            <a:chOff x="5727616" y="4204699"/>
            <a:chExt cx="440505" cy="290018"/>
          </a:xfrm>
        </p:grpSpPr>
        <p:sp>
          <p:nvSpPr>
            <p:cNvPr id="12891" name="Google Shape;12891;p71"/>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71"/>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71"/>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71"/>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71"/>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1"/>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71"/>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71"/>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71"/>
          <p:cNvGrpSpPr/>
          <p:nvPr/>
        </p:nvGrpSpPr>
        <p:grpSpPr>
          <a:xfrm>
            <a:off x="6410063" y="4135124"/>
            <a:ext cx="159950" cy="364516"/>
            <a:chOff x="6410063" y="4135124"/>
            <a:chExt cx="159950" cy="364516"/>
          </a:xfrm>
        </p:grpSpPr>
        <p:sp>
          <p:nvSpPr>
            <p:cNvPr id="12900" name="Google Shape;12900;p71"/>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71"/>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1"/>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71"/>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4" name="Google Shape;12904;p71"/>
          <p:cNvGrpSpPr/>
          <p:nvPr/>
        </p:nvGrpSpPr>
        <p:grpSpPr>
          <a:xfrm>
            <a:off x="6924652" y="4135505"/>
            <a:ext cx="214378" cy="364135"/>
            <a:chOff x="6924652" y="4135505"/>
            <a:chExt cx="214378" cy="364135"/>
          </a:xfrm>
        </p:grpSpPr>
        <p:sp>
          <p:nvSpPr>
            <p:cNvPr id="12905" name="Google Shape;12905;p71"/>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1"/>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1"/>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71"/>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9" name="Google Shape;12909;p71"/>
          <p:cNvGrpSpPr/>
          <p:nvPr/>
        </p:nvGrpSpPr>
        <p:grpSpPr>
          <a:xfrm>
            <a:off x="7384751" y="4147984"/>
            <a:ext cx="380012" cy="351274"/>
            <a:chOff x="7384751" y="4147984"/>
            <a:chExt cx="380012" cy="351274"/>
          </a:xfrm>
        </p:grpSpPr>
        <p:sp>
          <p:nvSpPr>
            <p:cNvPr id="12910" name="Google Shape;12910;p71"/>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71"/>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71"/>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1"/>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71"/>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5" name="Google Shape;12915;p71"/>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endParaRPr sz="1100">
              <a:solidFill>
                <a:srgbClr val="435D74"/>
              </a:solidFill>
            </a:endParaRPr>
          </a:p>
        </p:txBody>
      </p:sp>
      <p:sp>
        <p:nvSpPr>
          <p:cNvPr id="12916" name="Google Shape;12916;p7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2920"/>
        <p:cNvGrpSpPr/>
        <p:nvPr/>
      </p:nvGrpSpPr>
      <p:grpSpPr>
        <a:xfrm>
          <a:off x="0" y="0"/>
          <a:ext cx="0" cy="0"/>
          <a:chOff x="0" y="0"/>
          <a:chExt cx="0" cy="0"/>
        </a:xfrm>
      </p:grpSpPr>
      <p:grpSp>
        <p:nvGrpSpPr>
          <p:cNvPr id="12921" name="Google Shape;12921;p72"/>
          <p:cNvGrpSpPr/>
          <p:nvPr/>
        </p:nvGrpSpPr>
        <p:grpSpPr>
          <a:xfrm>
            <a:off x="1989449" y="4101269"/>
            <a:ext cx="374774" cy="346073"/>
            <a:chOff x="1989449" y="4282269"/>
            <a:chExt cx="374774" cy="346073"/>
          </a:xfrm>
        </p:grpSpPr>
        <p:sp>
          <p:nvSpPr>
            <p:cNvPr id="12922" name="Google Shape;12922;p72"/>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72"/>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72"/>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72"/>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72"/>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7" name="Google Shape;12927;p72"/>
          <p:cNvGrpSpPr/>
          <p:nvPr/>
        </p:nvGrpSpPr>
        <p:grpSpPr>
          <a:xfrm>
            <a:off x="2487439" y="4099740"/>
            <a:ext cx="198775" cy="348972"/>
            <a:chOff x="2487439" y="4280740"/>
            <a:chExt cx="198775" cy="348972"/>
          </a:xfrm>
        </p:grpSpPr>
        <p:sp>
          <p:nvSpPr>
            <p:cNvPr id="12928" name="Google Shape;12928;p72"/>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72"/>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2"/>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2"/>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2" name="Google Shape;12932;p72"/>
          <p:cNvGrpSpPr/>
          <p:nvPr/>
        </p:nvGrpSpPr>
        <p:grpSpPr>
          <a:xfrm>
            <a:off x="2810958" y="4092923"/>
            <a:ext cx="353145" cy="361873"/>
            <a:chOff x="2810958" y="4273923"/>
            <a:chExt cx="353145" cy="361873"/>
          </a:xfrm>
        </p:grpSpPr>
        <p:sp>
          <p:nvSpPr>
            <p:cNvPr id="12933" name="Google Shape;12933;p72"/>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72"/>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72"/>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72"/>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72"/>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72"/>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72"/>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72"/>
          <p:cNvGrpSpPr/>
          <p:nvPr/>
        </p:nvGrpSpPr>
        <p:grpSpPr>
          <a:xfrm>
            <a:off x="6275635" y="4101651"/>
            <a:ext cx="209383" cy="366778"/>
            <a:chOff x="6275635" y="4282651"/>
            <a:chExt cx="209383" cy="366778"/>
          </a:xfrm>
        </p:grpSpPr>
        <p:sp>
          <p:nvSpPr>
            <p:cNvPr id="12941" name="Google Shape;12941;p72"/>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2"/>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3" name="Google Shape;12943;p72"/>
          <p:cNvGrpSpPr/>
          <p:nvPr/>
        </p:nvGrpSpPr>
        <p:grpSpPr>
          <a:xfrm>
            <a:off x="6701186" y="4102033"/>
            <a:ext cx="280292" cy="366396"/>
            <a:chOff x="6701186" y="4283033"/>
            <a:chExt cx="280292" cy="366396"/>
          </a:xfrm>
        </p:grpSpPr>
        <p:sp>
          <p:nvSpPr>
            <p:cNvPr id="12944" name="Google Shape;12944;p72"/>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72"/>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6" name="Google Shape;12946;p72"/>
          <p:cNvGrpSpPr/>
          <p:nvPr/>
        </p:nvGrpSpPr>
        <p:grpSpPr>
          <a:xfrm>
            <a:off x="2609571" y="3643958"/>
            <a:ext cx="373627" cy="347347"/>
            <a:chOff x="2609571" y="3824958"/>
            <a:chExt cx="373627" cy="347347"/>
          </a:xfrm>
        </p:grpSpPr>
        <p:sp>
          <p:nvSpPr>
            <p:cNvPr id="12947" name="Google Shape;12947;p72"/>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2"/>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49" name="Google Shape;12949;p72"/>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0" name="Google Shape;12950;p72"/>
          <p:cNvGrpSpPr/>
          <p:nvPr/>
        </p:nvGrpSpPr>
        <p:grpSpPr>
          <a:xfrm>
            <a:off x="916127" y="3626056"/>
            <a:ext cx="221902" cy="380795"/>
            <a:chOff x="916127" y="3807056"/>
            <a:chExt cx="221902" cy="380795"/>
          </a:xfrm>
        </p:grpSpPr>
        <p:sp>
          <p:nvSpPr>
            <p:cNvPr id="12951" name="Google Shape;12951;p72"/>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72"/>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72"/>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2"/>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55" name="Google Shape;12955;p72"/>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72"/>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7" name="Google Shape;12957;p72"/>
          <p:cNvGrpSpPr/>
          <p:nvPr/>
        </p:nvGrpSpPr>
        <p:grpSpPr>
          <a:xfrm>
            <a:off x="3513010" y="3635134"/>
            <a:ext cx="362223" cy="361108"/>
            <a:chOff x="3513010" y="3816134"/>
            <a:chExt cx="362223" cy="361108"/>
          </a:xfrm>
        </p:grpSpPr>
        <p:sp>
          <p:nvSpPr>
            <p:cNvPr id="12958" name="Google Shape;12958;p72"/>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72"/>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72"/>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72"/>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2" name="Google Shape;12962;p72"/>
          <p:cNvGrpSpPr/>
          <p:nvPr/>
        </p:nvGrpSpPr>
        <p:grpSpPr>
          <a:xfrm>
            <a:off x="3950316" y="3639307"/>
            <a:ext cx="369805" cy="353782"/>
            <a:chOff x="3950316" y="3820307"/>
            <a:chExt cx="369805" cy="353782"/>
          </a:xfrm>
        </p:grpSpPr>
        <p:sp>
          <p:nvSpPr>
            <p:cNvPr id="12963" name="Google Shape;12963;p72"/>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2"/>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72"/>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72"/>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72"/>
          <p:cNvGrpSpPr/>
          <p:nvPr/>
        </p:nvGrpSpPr>
        <p:grpSpPr>
          <a:xfrm>
            <a:off x="1761909" y="3630961"/>
            <a:ext cx="307974" cy="371716"/>
            <a:chOff x="1761909" y="3811961"/>
            <a:chExt cx="307974" cy="371716"/>
          </a:xfrm>
        </p:grpSpPr>
        <p:sp>
          <p:nvSpPr>
            <p:cNvPr id="12968" name="Google Shape;12968;p72"/>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72"/>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72"/>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72"/>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72"/>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72"/>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2"/>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72"/>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72"/>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2"/>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8" name="Google Shape;12978;p72"/>
          <p:cNvGrpSpPr/>
          <p:nvPr/>
        </p:nvGrpSpPr>
        <p:grpSpPr>
          <a:xfrm>
            <a:off x="5373342" y="3627935"/>
            <a:ext cx="231395" cy="353145"/>
            <a:chOff x="5373342" y="3808935"/>
            <a:chExt cx="231395" cy="353145"/>
          </a:xfrm>
        </p:grpSpPr>
        <p:sp>
          <p:nvSpPr>
            <p:cNvPr id="12979" name="Google Shape;12979;p72"/>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72"/>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72"/>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72"/>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72"/>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72"/>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72"/>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72"/>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72"/>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88" name="Google Shape;12988;p72"/>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89" name="Google Shape;12989;p72"/>
          <p:cNvGrpSpPr/>
          <p:nvPr/>
        </p:nvGrpSpPr>
        <p:grpSpPr>
          <a:xfrm>
            <a:off x="5833775" y="3628445"/>
            <a:ext cx="235185" cy="352253"/>
            <a:chOff x="5833775" y="3809445"/>
            <a:chExt cx="235185" cy="352253"/>
          </a:xfrm>
        </p:grpSpPr>
        <p:sp>
          <p:nvSpPr>
            <p:cNvPr id="12990" name="Google Shape;12990;p72"/>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2"/>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72"/>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3" name="Google Shape;12993;p72"/>
          <p:cNvGrpSpPr/>
          <p:nvPr/>
        </p:nvGrpSpPr>
        <p:grpSpPr>
          <a:xfrm>
            <a:off x="4942472" y="3628318"/>
            <a:ext cx="238976" cy="352762"/>
            <a:chOff x="4942472" y="3809318"/>
            <a:chExt cx="238976" cy="352762"/>
          </a:xfrm>
        </p:grpSpPr>
        <p:sp>
          <p:nvSpPr>
            <p:cNvPr id="12994" name="Google Shape;12994;p72"/>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72"/>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72"/>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72"/>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2"/>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2"/>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2"/>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1" name="Google Shape;13001;p72"/>
          <p:cNvGrpSpPr/>
          <p:nvPr/>
        </p:nvGrpSpPr>
        <p:grpSpPr>
          <a:xfrm>
            <a:off x="6266525" y="3626788"/>
            <a:ext cx="260223" cy="353527"/>
            <a:chOff x="6266525" y="3807788"/>
            <a:chExt cx="260223" cy="353527"/>
          </a:xfrm>
        </p:grpSpPr>
        <p:sp>
          <p:nvSpPr>
            <p:cNvPr id="13002" name="Google Shape;13002;p72"/>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2"/>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72"/>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72"/>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6" name="Google Shape;13006;p72"/>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7" name="Google Shape;13007;p72"/>
          <p:cNvGrpSpPr/>
          <p:nvPr/>
        </p:nvGrpSpPr>
        <p:grpSpPr>
          <a:xfrm>
            <a:off x="7184363" y="3628604"/>
            <a:ext cx="202184" cy="352762"/>
            <a:chOff x="7184363" y="3809604"/>
            <a:chExt cx="202184" cy="352762"/>
          </a:xfrm>
        </p:grpSpPr>
        <p:sp>
          <p:nvSpPr>
            <p:cNvPr id="13008" name="Google Shape;13008;p72"/>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72"/>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0" name="Google Shape;13010;p72"/>
          <p:cNvGrpSpPr/>
          <p:nvPr/>
        </p:nvGrpSpPr>
        <p:grpSpPr>
          <a:xfrm>
            <a:off x="7571624" y="3627935"/>
            <a:ext cx="292047" cy="352762"/>
            <a:chOff x="7571624" y="3808935"/>
            <a:chExt cx="292047" cy="352762"/>
          </a:xfrm>
        </p:grpSpPr>
        <p:sp>
          <p:nvSpPr>
            <p:cNvPr id="13011" name="Google Shape;13011;p72"/>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72"/>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72"/>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72"/>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72"/>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72"/>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7" name="Google Shape;13017;p72"/>
          <p:cNvGrpSpPr/>
          <p:nvPr/>
        </p:nvGrpSpPr>
        <p:grpSpPr>
          <a:xfrm>
            <a:off x="2174559" y="3175116"/>
            <a:ext cx="364135" cy="359930"/>
            <a:chOff x="2174559" y="3356116"/>
            <a:chExt cx="364135" cy="359930"/>
          </a:xfrm>
        </p:grpSpPr>
        <p:sp>
          <p:nvSpPr>
            <p:cNvPr id="13018" name="Google Shape;13018;p72"/>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72"/>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72"/>
          <p:cNvGrpSpPr/>
          <p:nvPr/>
        </p:nvGrpSpPr>
        <p:grpSpPr>
          <a:xfrm>
            <a:off x="1731934" y="3174639"/>
            <a:ext cx="368371" cy="361554"/>
            <a:chOff x="1731934" y="3355639"/>
            <a:chExt cx="368371" cy="361554"/>
          </a:xfrm>
        </p:grpSpPr>
        <p:sp>
          <p:nvSpPr>
            <p:cNvPr id="13021" name="Google Shape;13021;p72"/>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72"/>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3" name="Google Shape;13023;p72"/>
          <p:cNvGrpSpPr/>
          <p:nvPr/>
        </p:nvGrpSpPr>
        <p:grpSpPr>
          <a:xfrm>
            <a:off x="3990517" y="3173173"/>
            <a:ext cx="279559" cy="363402"/>
            <a:chOff x="3990517" y="3354173"/>
            <a:chExt cx="279559" cy="363402"/>
          </a:xfrm>
        </p:grpSpPr>
        <p:sp>
          <p:nvSpPr>
            <p:cNvPr id="13024" name="Google Shape;13024;p72"/>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72"/>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72"/>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7" name="Google Shape;13027;p72"/>
          <p:cNvGrpSpPr/>
          <p:nvPr/>
        </p:nvGrpSpPr>
        <p:grpSpPr>
          <a:xfrm>
            <a:off x="3497847" y="3236374"/>
            <a:ext cx="379680" cy="237606"/>
            <a:chOff x="3497847" y="3417374"/>
            <a:chExt cx="379680" cy="237606"/>
          </a:xfrm>
        </p:grpSpPr>
        <p:sp>
          <p:nvSpPr>
            <p:cNvPr id="13028" name="Google Shape;13028;p72"/>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72"/>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72"/>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72"/>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2" name="Google Shape;13032;p72"/>
          <p:cNvGrpSpPr/>
          <p:nvPr/>
        </p:nvGrpSpPr>
        <p:grpSpPr>
          <a:xfrm>
            <a:off x="2612597" y="3186075"/>
            <a:ext cx="376271" cy="337982"/>
            <a:chOff x="2612597" y="3367075"/>
            <a:chExt cx="376271" cy="337982"/>
          </a:xfrm>
        </p:grpSpPr>
        <p:sp>
          <p:nvSpPr>
            <p:cNvPr id="13033" name="Google Shape;13033;p72"/>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72"/>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5" name="Google Shape;13035;p72"/>
          <p:cNvGrpSpPr/>
          <p:nvPr/>
        </p:nvGrpSpPr>
        <p:grpSpPr>
          <a:xfrm>
            <a:off x="3071914" y="3183431"/>
            <a:ext cx="343652" cy="342505"/>
            <a:chOff x="3071914" y="3364431"/>
            <a:chExt cx="343652" cy="342505"/>
          </a:xfrm>
        </p:grpSpPr>
        <p:sp>
          <p:nvSpPr>
            <p:cNvPr id="13036" name="Google Shape;13036;p72"/>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72"/>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72"/>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2"/>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72"/>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1" name="Google Shape;13041;p72"/>
          <p:cNvGrpSpPr/>
          <p:nvPr/>
        </p:nvGrpSpPr>
        <p:grpSpPr>
          <a:xfrm>
            <a:off x="897141" y="3178875"/>
            <a:ext cx="257962" cy="352762"/>
            <a:chOff x="897141" y="3359875"/>
            <a:chExt cx="257962" cy="352762"/>
          </a:xfrm>
        </p:grpSpPr>
        <p:sp>
          <p:nvSpPr>
            <p:cNvPr id="13042" name="Google Shape;13042;p72"/>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72"/>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72"/>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72"/>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2"/>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2"/>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72"/>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72"/>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0" name="Google Shape;13050;p72"/>
          <p:cNvGrpSpPr/>
          <p:nvPr/>
        </p:nvGrpSpPr>
        <p:grpSpPr>
          <a:xfrm>
            <a:off x="1333682" y="3163330"/>
            <a:ext cx="271213" cy="383088"/>
            <a:chOff x="1333682" y="3344330"/>
            <a:chExt cx="271213" cy="383088"/>
          </a:xfrm>
        </p:grpSpPr>
        <p:sp>
          <p:nvSpPr>
            <p:cNvPr id="13051" name="Google Shape;13051;p72"/>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72"/>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72"/>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72"/>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72"/>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72"/>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72"/>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72"/>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72"/>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72"/>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72"/>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2" name="Google Shape;13062;p72"/>
          <p:cNvGrpSpPr/>
          <p:nvPr/>
        </p:nvGrpSpPr>
        <p:grpSpPr>
          <a:xfrm>
            <a:off x="6664394" y="3165974"/>
            <a:ext cx="353113" cy="351998"/>
            <a:chOff x="6664394" y="3346974"/>
            <a:chExt cx="353113" cy="351998"/>
          </a:xfrm>
        </p:grpSpPr>
        <p:sp>
          <p:nvSpPr>
            <p:cNvPr id="13063" name="Google Shape;13063;p72"/>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72"/>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72"/>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72"/>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72"/>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8" name="Google Shape;13068;p72"/>
          <p:cNvGrpSpPr/>
          <p:nvPr/>
        </p:nvGrpSpPr>
        <p:grpSpPr>
          <a:xfrm>
            <a:off x="849741" y="1778307"/>
            <a:ext cx="399398" cy="375443"/>
            <a:chOff x="849741" y="1959307"/>
            <a:chExt cx="399398" cy="375443"/>
          </a:xfrm>
        </p:grpSpPr>
        <p:sp>
          <p:nvSpPr>
            <p:cNvPr id="13069" name="Google Shape;13069;p72"/>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72"/>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72"/>
          <p:cNvGrpSpPr/>
          <p:nvPr/>
        </p:nvGrpSpPr>
        <p:grpSpPr>
          <a:xfrm>
            <a:off x="1284212" y="1782766"/>
            <a:ext cx="379489" cy="366046"/>
            <a:chOff x="1284212" y="1963766"/>
            <a:chExt cx="379489" cy="366046"/>
          </a:xfrm>
        </p:grpSpPr>
        <p:sp>
          <p:nvSpPr>
            <p:cNvPr id="13072" name="Google Shape;13072;p72"/>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72"/>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72"/>
          <p:cNvGrpSpPr/>
          <p:nvPr/>
        </p:nvGrpSpPr>
        <p:grpSpPr>
          <a:xfrm>
            <a:off x="3037766" y="1788564"/>
            <a:ext cx="370219" cy="354928"/>
            <a:chOff x="3037766" y="1969564"/>
            <a:chExt cx="370219" cy="354928"/>
          </a:xfrm>
        </p:grpSpPr>
        <p:sp>
          <p:nvSpPr>
            <p:cNvPr id="13075" name="Google Shape;13075;p72"/>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72"/>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72"/>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72"/>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9" name="Google Shape;13079;p72"/>
          <p:cNvGrpSpPr/>
          <p:nvPr/>
        </p:nvGrpSpPr>
        <p:grpSpPr>
          <a:xfrm>
            <a:off x="3982553" y="1790730"/>
            <a:ext cx="304566" cy="350501"/>
            <a:chOff x="3982553" y="1971730"/>
            <a:chExt cx="304566" cy="350501"/>
          </a:xfrm>
        </p:grpSpPr>
        <p:sp>
          <p:nvSpPr>
            <p:cNvPr id="13080" name="Google Shape;13080;p72"/>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72"/>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2" name="Google Shape;13082;p72"/>
          <p:cNvGrpSpPr/>
          <p:nvPr/>
        </p:nvGrpSpPr>
        <p:grpSpPr>
          <a:xfrm>
            <a:off x="2567841" y="1813124"/>
            <a:ext cx="399812" cy="306477"/>
            <a:chOff x="2567841" y="1994124"/>
            <a:chExt cx="399812" cy="306477"/>
          </a:xfrm>
        </p:grpSpPr>
        <p:sp>
          <p:nvSpPr>
            <p:cNvPr id="13083" name="Google Shape;13083;p72"/>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72"/>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72"/>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6" name="Google Shape;13086;p72"/>
          <p:cNvGrpSpPr/>
          <p:nvPr/>
        </p:nvGrpSpPr>
        <p:grpSpPr>
          <a:xfrm>
            <a:off x="2212084" y="1779358"/>
            <a:ext cx="324698" cy="372863"/>
            <a:chOff x="2212084" y="1960358"/>
            <a:chExt cx="324698" cy="372863"/>
          </a:xfrm>
        </p:grpSpPr>
        <p:sp>
          <p:nvSpPr>
            <p:cNvPr id="13087" name="Google Shape;13087;p72"/>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72"/>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72"/>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0" name="Google Shape;13090;p72"/>
          <p:cNvGrpSpPr/>
          <p:nvPr/>
        </p:nvGrpSpPr>
        <p:grpSpPr>
          <a:xfrm>
            <a:off x="1805901" y="1779358"/>
            <a:ext cx="284847" cy="373627"/>
            <a:chOff x="1805901" y="1960358"/>
            <a:chExt cx="284847" cy="373627"/>
          </a:xfrm>
        </p:grpSpPr>
        <p:sp>
          <p:nvSpPr>
            <p:cNvPr id="13091" name="Google Shape;13091;p72"/>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72"/>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93" name="Google Shape;13093;p72"/>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72"/>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72"/>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96" name="Google Shape;13096;p72"/>
          <p:cNvGrpSpPr/>
          <p:nvPr/>
        </p:nvGrpSpPr>
        <p:grpSpPr>
          <a:xfrm>
            <a:off x="6656812" y="1848388"/>
            <a:ext cx="368690" cy="245793"/>
            <a:chOff x="6656812" y="2029388"/>
            <a:chExt cx="368690" cy="245793"/>
          </a:xfrm>
        </p:grpSpPr>
        <p:sp>
          <p:nvSpPr>
            <p:cNvPr id="13097" name="Google Shape;13097;p72"/>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72"/>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72"/>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72"/>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72"/>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72"/>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72"/>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72"/>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72"/>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72"/>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7" name="Google Shape;13107;p72"/>
          <p:cNvGrpSpPr/>
          <p:nvPr/>
        </p:nvGrpSpPr>
        <p:grpSpPr>
          <a:xfrm>
            <a:off x="4869651" y="1831218"/>
            <a:ext cx="376654" cy="281566"/>
            <a:chOff x="4869651" y="2012218"/>
            <a:chExt cx="376654" cy="281566"/>
          </a:xfrm>
        </p:grpSpPr>
        <p:sp>
          <p:nvSpPr>
            <p:cNvPr id="13108" name="Google Shape;13108;p72"/>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72"/>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72"/>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72"/>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2" name="Google Shape;13112;p72"/>
          <p:cNvGrpSpPr/>
          <p:nvPr/>
        </p:nvGrpSpPr>
        <p:grpSpPr>
          <a:xfrm>
            <a:off x="5306224" y="1831313"/>
            <a:ext cx="367925" cy="281694"/>
            <a:chOff x="5306224" y="2012313"/>
            <a:chExt cx="367925" cy="281694"/>
          </a:xfrm>
        </p:grpSpPr>
        <p:sp>
          <p:nvSpPr>
            <p:cNvPr id="13113" name="Google Shape;13113;p72"/>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72"/>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15" name="Google Shape;13115;p72"/>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16" name="Google Shape;13116;p72"/>
          <p:cNvGrpSpPr/>
          <p:nvPr/>
        </p:nvGrpSpPr>
        <p:grpSpPr>
          <a:xfrm>
            <a:off x="6195998" y="1802102"/>
            <a:ext cx="368308" cy="338746"/>
            <a:chOff x="6195998" y="1983102"/>
            <a:chExt cx="368308" cy="338746"/>
          </a:xfrm>
        </p:grpSpPr>
        <p:sp>
          <p:nvSpPr>
            <p:cNvPr id="13117" name="Google Shape;13117;p72"/>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72"/>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72"/>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72"/>
          <p:cNvGrpSpPr/>
          <p:nvPr/>
        </p:nvGrpSpPr>
        <p:grpSpPr>
          <a:xfrm>
            <a:off x="7542031" y="1830835"/>
            <a:ext cx="369072" cy="280037"/>
            <a:chOff x="7542031" y="2011835"/>
            <a:chExt cx="369072" cy="280037"/>
          </a:xfrm>
        </p:grpSpPr>
        <p:sp>
          <p:nvSpPr>
            <p:cNvPr id="13121" name="Google Shape;13121;p72"/>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72"/>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72"/>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72"/>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72"/>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72"/>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72"/>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72"/>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72"/>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0" name="Google Shape;13130;p72"/>
          <p:cNvGrpSpPr/>
          <p:nvPr/>
        </p:nvGrpSpPr>
        <p:grpSpPr>
          <a:xfrm>
            <a:off x="8010427" y="3167503"/>
            <a:ext cx="278795" cy="351615"/>
            <a:chOff x="8010427" y="3348503"/>
            <a:chExt cx="278795" cy="351615"/>
          </a:xfrm>
        </p:grpSpPr>
        <p:sp>
          <p:nvSpPr>
            <p:cNvPr id="13131" name="Google Shape;13131;p72"/>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72"/>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72"/>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72"/>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35" name="Google Shape;13135;p72"/>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36" name="Google Shape;13136;p72"/>
          <p:cNvGrpSpPr/>
          <p:nvPr/>
        </p:nvGrpSpPr>
        <p:grpSpPr>
          <a:xfrm>
            <a:off x="7141900" y="3168204"/>
            <a:ext cx="281057" cy="351010"/>
            <a:chOff x="7141900" y="3349204"/>
            <a:chExt cx="281057" cy="351010"/>
          </a:xfrm>
        </p:grpSpPr>
        <p:sp>
          <p:nvSpPr>
            <p:cNvPr id="13137" name="Google Shape;13137;p72"/>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72"/>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72"/>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0" name="Google Shape;13140;p72"/>
          <p:cNvGrpSpPr/>
          <p:nvPr/>
        </p:nvGrpSpPr>
        <p:grpSpPr>
          <a:xfrm>
            <a:off x="5314188" y="3169032"/>
            <a:ext cx="363752" cy="353113"/>
            <a:chOff x="5314188" y="3350032"/>
            <a:chExt cx="363752" cy="353113"/>
          </a:xfrm>
        </p:grpSpPr>
        <p:sp>
          <p:nvSpPr>
            <p:cNvPr id="13141" name="Google Shape;13141;p72"/>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72"/>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3" name="Google Shape;13143;p72"/>
          <p:cNvGrpSpPr/>
          <p:nvPr/>
        </p:nvGrpSpPr>
        <p:grpSpPr>
          <a:xfrm>
            <a:off x="5829984" y="3169032"/>
            <a:ext cx="220755" cy="352348"/>
            <a:chOff x="5829984" y="3350032"/>
            <a:chExt cx="220755" cy="352348"/>
          </a:xfrm>
        </p:grpSpPr>
        <p:sp>
          <p:nvSpPr>
            <p:cNvPr id="13144" name="Google Shape;13144;p72"/>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72"/>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72"/>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72"/>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8" name="Google Shape;13148;p72"/>
          <p:cNvGrpSpPr/>
          <p:nvPr/>
        </p:nvGrpSpPr>
        <p:grpSpPr>
          <a:xfrm>
            <a:off x="4882170" y="3168841"/>
            <a:ext cx="358464" cy="352316"/>
            <a:chOff x="4882170" y="3349841"/>
            <a:chExt cx="358464" cy="352316"/>
          </a:xfrm>
        </p:grpSpPr>
        <p:sp>
          <p:nvSpPr>
            <p:cNvPr id="13149" name="Google Shape;13149;p72"/>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72"/>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1" name="Google Shape;13151;p72"/>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72"/>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3" name="Google Shape;13153;p72"/>
          <p:cNvGrpSpPr/>
          <p:nvPr/>
        </p:nvGrpSpPr>
        <p:grpSpPr>
          <a:xfrm>
            <a:off x="3044965" y="2254220"/>
            <a:ext cx="400194" cy="324316"/>
            <a:chOff x="3044965" y="2435220"/>
            <a:chExt cx="400194" cy="324316"/>
          </a:xfrm>
        </p:grpSpPr>
        <p:sp>
          <p:nvSpPr>
            <p:cNvPr id="13154" name="Google Shape;13154;p72"/>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72"/>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72"/>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7" name="Google Shape;13157;p72"/>
          <p:cNvGrpSpPr/>
          <p:nvPr/>
        </p:nvGrpSpPr>
        <p:grpSpPr>
          <a:xfrm>
            <a:off x="6203579" y="3167981"/>
            <a:ext cx="351615" cy="350373"/>
            <a:chOff x="6203579" y="3348981"/>
            <a:chExt cx="351615" cy="350373"/>
          </a:xfrm>
        </p:grpSpPr>
        <p:sp>
          <p:nvSpPr>
            <p:cNvPr id="13158" name="Google Shape;13158;p72"/>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72"/>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72"/>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72"/>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72"/>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3" name="Google Shape;13163;p72"/>
          <p:cNvGrpSpPr/>
          <p:nvPr/>
        </p:nvGrpSpPr>
        <p:grpSpPr>
          <a:xfrm>
            <a:off x="4878379" y="2292892"/>
            <a:ext cx="367161" cy="287523"/>
            <a:chOff x="4878379" y="2473892"/>
            <a:chExt cx="367161" cy="287523"/>
          </a:xfrm>
        </p:grpSpPr>
        <p:sp>
          <p:nvSpPr>
            <p:cNvPr id="13164" name="Google Shape;13164;p72"/>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72"/>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72"/>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72"/>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72"/>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9" name="Google Shape;13169;p72"/>
          <p:cNvGrpSpPr/>
          <p:nvPr/>
        </p:nvGrpSpPr>
        <p:grpSpPr>
          <a:xfrm>
            <a:off x="1325719" y="2706689"/>
            <a:ext cx="290581" cy="372481"/>
            <a:chOff x="1325719" y="2887689"/>
            <a:chExt cx="290581" cy="372481"/>
          </a:xfrm>
        </p:grpSpPr>
        <p:sp>
          <p:nvSpPr>
            <p:cNvPr id="13170" name="Google Shape;13170;p72"/>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72"/>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2" name="Google Shape;13172;p72"/>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3" name="Google Shape;13173;p72"/>
          <p:cNvGrpSpPr/>
          <p:nvPr/>
        </p:nvGrpSpPr>
        <p:grpSpPr>
          <a:xfrm>
            <a:off x="3510335" y="2711499"/>
            <a:ext cx="360726" cy="361204"/>
            <a:chOff x="3510335" y="2892499"/>
            <a:chExt cx="360726" cy="361204"/>
          </a:xfrm>
        </p:grpSpPr>
        <p:sp>
          <p:nvSpPr>
            <p:cNvPr id="13174" name="Google Shape;13174;p72"/>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72"/>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72"/>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72"/>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72"/>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9" name="Google Shape;13179;p72"/>
          <p:cNvGrpSpPr/>
          <p:nvPr/>
        </p:nvGrpSpPr>
        <p:grpSpPr>
          <a:xfrm>
            <a:off x="3086313" y="2696049"/>
            <a:ext cx="320143" cy="392581"/>
            <a:chOff x="3086313" y="2877049"/>
            <a:chExt cx="320143" cy="392581"/>
          </a:xfrm>
        </p:grpSpPr>
        <p:sp>
          <p:nvSpPr>
            <p:cNvPr id="13180" name="Google Shape;13180;p72"/>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72"/>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72"/>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72"/>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72"/>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72"/>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72"/>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72"/>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72"/>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72"/>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72"/>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72"/>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92" name="Google Shape;13192;p72"/>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3" name="Google Shape;13193;p72"/>
          <p:cNvGrpSpPr/>
          <p:nvPr/>
        </p:nvGrpSpPr>
        <p:grpSpPr>
          <a:xfrm>
            <a:off x="861113" y="2704746"/>
            <a:ext cx="333809" cy="373277"/>
            <a:chOff x="861113" y="2885746"/>
            <a:chExt cx="333809" cy="373277"/>
          </a:xfrm>
        </p:grpSpPr>
        <p:sp>
          <p:nvSpPr>
            <p:cNvPr id="13194" name="Google Shape;13194;p72"/>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72"/>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72"/>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97" name="Google Shape;13197;p72"/>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72"/>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9" name="Google Shape;13199;p72"/>
          <p:cNvGrpSpPr/>
          <p:nvPr/>
        </p:nvGrpSpPr>
        <p:grpSpPr>
          <a:xfrm>
            <a:off x="1297654" y="1323481"/>
            <a:ext cx="349354" cy="362223"/>
            <a:chOff x="1297654" y="1504481"/>
            <a:chExt cx="349354" cy="362223"/>
          </a:xfrm>
        </p:grpSpPr>
        <p:sp>
          <p:nvSpPr>
            <p:cNvPr id="13200" name="Google Shape;13200;p72"/>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72"/>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72"/>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3" name="Google Shape;13203;p72"/>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04" name="Google Shape;13204;p72"/>
          <p:cNvGrpSpPr/>
          <p:nvPr/>
        </p:nvGrpSpPr>
        <p:grpSpPr>
          <a:xfrm>
            <a:off x="852385" y="1329916"/>
            <a:ext cx="353145" cy="351998"/>
            <a:chOff x="852385" y="1510916"/>
            <a:chExt cx="353145" cy="351998"/>
          </a:xfrm>
        </p:grpSpPr>
        <p:sp>
          <p:nvSpPr>
            <p:cNvPr id="13205" name="Google Shape;13205;p72"/>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72"/>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72"/>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8" name="Google Shape;13208;p72"/>
          <p:cNvGrpSpPr/>
          <p:nvPr/>
        </p:nvGrpSpPr>
        <p:grpSpPr>
          <a:xfrm>
            <a:off x="1745217" y="1334471"/>
            <a:ext cx="343269" cy="342505"/>
            <a:chOff x="1745217" y="1515471"/>
            <a:chExt cx="343269" cy="342505"/>
          </a:xfrm>
        </p:grpSpPr>
        <p:sp>
          <p:nvSpPr>
            <p:cNvPr id="13209" name="Google Shape;13209;p72"/>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72"/>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72"/>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72"/>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3" name="Google Shape;13213;p72"/>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4" name="Google Shape;13214;p72"/>
          <p:cNvGrpSpPr/>
          <p:nvPr/>
        </p:nvGrpSpPr>
        <p:grpSpPr>
          <a:xfrm>
            <a:off x="3042703" y="1348137"/>
            <a:ext cx="411535" cy="315587"/>
            <a:chOff x="3042703" y="1529137"/>
            <a:chExt cx="411535" cy="315587"/>
          </a:xfrm>
        </p:grpSpPr>
        <p:sp>
          <p:nvSpPr>
            <p:cNvPr id="13215" name="Google Shape;13215;p72"/>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72"/>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72"/>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72"/>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72"/>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72"/>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72"/>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72"/>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72"/>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72"/>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5" name="Google Shape;13225;p72"/>
          <p:cNvGrpSpPr/>
          <p:nvPr/>
        </p:nvGrpSpPr>
        <p:grpSpPr>
          <a:xfrm>
            <a:off x="2629289" y="1363682"/>
            <a:ext cx="350501" cy="284497"/>
            <a:chOff x="2629289" y="1544682"/>
            <a:chExt cx="350501" cy="284497"/>
          </a:xfrm>
        </p:grpSpPr>
        <p:sp>
          <p:nvSpPr>
            <p:cNvPr id="13226" name="Google Shape;13226;p72"/>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72"/>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72"/>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72"/>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72"/>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72"/>
          <p:cNvGrpSpPr/>
          <p:nvPr/>
        </p:nvGrpSpPr>
        <p:grpSpPr>
          <a:xfrm>
            <a:off x="5305077" y="1321633"/>
            <a:ext cx="367893" cy="365218"/>
            <a:chOff x="5305077" y="1502633"/>
            <a:chExt cx="367893" cy="365218"/>
          </a:xfrm>
        </p:grpSpPr>
        <p:sp>
          <p:nvSpPr>
            <p:cNvPr id="13232" name="Google Shape;13232;p72"/>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72"/>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4" name="Google Shape;13234;p72"/>
          <p:cNvGrpSpPr/>
          <p:nvPr/>
        </p:nvGrpSpPr>
        <p:grpSpPr>
          <a:xfrm>
            <a:off x="7100170" y="1319117"/>
            <a:ext cx="368308" cy="367033"/>
            <a:chOff x="7100170" y="1500117"/>
            <a:chExt cx="368308" cy="367033"/>
          </a:xfrm>
        </p:grpSpPr>
        <p:sp>
          <p:nvSpPr>
            <p:cNvPr id="13235" name="Google Shape;13235;p72"/>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72"/>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72"/>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72"/>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72"/>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72"/>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72"/>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72"/>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72"/>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72"/>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72"/>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72"/>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72"/>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8" name="Google Shape;13248;p72"/>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9" name="Google Shape;13249;p72"/>
          <p:cNvGrpSpPr/>
          <p:nvPr/>
        </p:nvGrpSpPr>
        <p:grpSpPr>
          <a:xfrm>
            <a:off x="6649231" y="1319021"/>
            <a:ext cx="390287" cy="367065"/>
            <a:chOff x="6649231" y="1500021"/>
            <a:chExt cx="390287" cy="367065"/>
          </a:xfrm>
        </p:grpSpPr>
        <p:sp>
          <p:nvSpPr>
            <p:cNvPr id="13250" name="Google Shape;13250;p72"/>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72"/>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72"/>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72"/>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72"/>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72"/>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72"/>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72"/>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72"/>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72"/>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72"/>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72"/>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72"/>
          <p:cNvGrpSpPr/>
          <p:nvPr/>
        </p:nvGrpSpPr>
        <p:grpSpPr>
          <a:xfrm>
            <a:off x="5746938" y="1362503"/>
            <a:ext cx="387261" cy="280356"/>
            <a:chOff x="5746938" y="1543503"/>
            <a:chExt cx="387261" cy="280356"/>
          </a:xfrm>
        </p:grpSpPr>
        <p:sp>
          <p:nvSpPr>
            <p:cNvPr id="13263" name="Google Shape;13263;p72"/>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72"/>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5" name="Google Shape;13265;p72"/>
          <p:cNvGrpSpPr/>
          <p:nvPr/>
        </p:nvGrpSpPr>
        <p:grpSpPr>
          <a:xfrm>
            <a:off x="6196730" y="1344346"/>
            <a:ext cx="369072" cy="317467"/>
            <a:chOff x="6196730" y="1525346"/>
            <a:chExt cx="369072" cy="317467"/>
          </a:xfrm>
        </p:grpSpPr>
        <p:sp>
          <p:nvSpPr>
            <p:cNvPr id="13266" name="Google Shape;13266;p72"/>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72"/>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72"/>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9" name="Google Shape;13269;p72"/>
          <p:cNvGrpSpPr/>
          <p:nvPr/>
        </p:nvGrpSpPr>
        <p:grpSpPr>
          <a:xfrm>
            <a:off x="4940592" y="1319690"/>
            <a:ext cx="246558" cy="367161"/>
            <a:chOff x="4940592" y="1500690"/>
            <a:chExt cx="246558" cy="367161"/>
          </a:xfrm>
        </p:grpSpPr>
        <p:sp>
          <p:nvSpPr>
            <p:cNvPr id="13270" name="Google Shape;13270;p72"/>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72"/>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72"/>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72"/>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4" name="Google Shape;13274;p72"/>
          <p:cNvGrpSpPr/>
          <p:nvPr/>
        </p:nvGrpSpPr>
        <p:grpSpPr>
          <a:xfrm>
            <a:off x="7964906" y="1318894"/>
            <a:ext cx="380858" cy="367575"/>
            <a:chOff x="7964906" y="1499894"/>
            <a:chExt cx="380858" cy="367575"/>
          </a:xfrm>
        </p:grpSpPr>
        <p:sp>
          <p:nvSpPr>
            <p:cNvPr id="13275" name="Google Shape;13275;p72"/>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72"/>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72"/>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8" name="Google Shape;13278;p72"/>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9" name="Google Shape;13279;p72"/>
          <p:cNvGrpSpPr/>
          <p:nvPr/>
        </p:nvGrpSpPr>
        <p:grpSpPr>
          <a:xfrm>
            <a:off x="8007400" y="2721278"/>
            <a:ext cx="285230" cy="355597"/>
            <a:chOff x="8007400" y="2902278"/>
            <a:chExt cx="285230" cy="355597"/>
          </a:xfrm>
        </p:grpSpPr>
        <p:sp>
          <p:nvSpPr>
            <p:cNvPr id="13280" name="Google Shape;13280;p72"/>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72"/>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2" name="Google Shape;13282;p72"/>
          <p:cNvGrpSpPr/>
          <p:nvPr/>
        </p:nvGrpSpPr>
        <p:grpSpPr>
          <a:xfrm>
            <a:off x="6219124" y="2721788"/>
            <a:ext cx="318231" cy="355470"/>
            <a:chOff x="6219124" y="2902788"/>
            <a:chExt cx="318231" cy="355470"/>
          </a:xfrm>
        </p:grpSpPr>
        <p:sp>
          <p:nvSpPr>
            <p:cNvPr id="13283" name="Google Shape;13283;p72"/>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72"/>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72"/>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6" name="Google Shape;13286;p72"/>
          <p:cNvGrpSpPr/>
          <p:nvPr/>
        </p:nvGrpSpPr>
        <p:grpSpPr>
          <a:xfrm>
            <a:off x="4969421" y="2721852"/>
            <a:ext cx="185109" cy="355406"/>
            <a:chOff x="4969421" y="2902852"/>
            <a:chExt cx="185109" cy="355406"/>
          </a:xfrm>
        </p:grpSpPr>
        <p:sp>
          <p:nvSpPr>
            <p:cNvPr id="13287" name="Google Shape;13287;p72"/>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72"/>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72"/>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72"/>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72"/>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72"/>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93" name="Google Shape;13293;p72"/>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72"/>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95" name="Google Shape;13295;p72"/>
          <p:cNvGrpSpPr/>
          <p:nvPr/>
        </p:nvGrpSpPr>
        <p:grpSpPr>
          <a:xfrm>
            <a:off x="6685259" y="2721852"/>
            <a:ext cx="311414" cy="355406"/>
            <a:chOff x="6685259" y="2902852"/>
            <a:chExt cx="311414" cy="355406"/>
          </a:xfrm>
        </p:grpSpPr>
        <p:sp>
          <p:nvSpPr>
            <p:cNvPr id="13296" name="Google Shape;13296;p72"/>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72"/>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72"/>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9" name="Google Shape;13299;p72"/>
          <p:cNvGrpSpPr/>
          <p:nvPr/>
        </p:nvGrpSpPr>
        <p:grpSpPr>
          <a:xfrm>
            <a:off x="5309250" y="2722170"/>
            <a:ext cx="359579" cy="355852"/>
            <a:chOff x="5309250" y="2903170"/>
            <a:chExt cx="359579" cy="355852"/>
          </a:xfrm>
        </p:grpSpPr>
        <p:sp>
          <p:nvSpPr>
            <p:cNvPr id="13300" name="Google Shape;13300;p72"/>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72"/>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72"/>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3" name="Google Shape;13303;p72"/>
          <p:cNvGrpSpPr/>
          <p:nvPr/>
        </p:nvGrpSpPr>
        <p:grpSpPr>
          <a:xfrm>
            <a:off x="2199565" y="2240172"/>
            <a:ext cx="312179" cy="353431"/>
            <a:chOff x="2199565" y="2421172"/>
            <a:chExt cx="312179" cy="353431"/>
          </a:xfrm>
        </p:grpSpPr>
        <p:sp>
          <p:nvSpPr>
            <p:cNvPr id="13304" name="Google Shape;13304;p72"/>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72"/>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6" name="Google Shape;13306;p72"/>
          <p:cNvGrpSpPr/>
          <p:nvPr/>
        </p:nvGrpSpPr>
        <p:grpSpPr>
          <a:xfrm>
            <a:off x="1750887" y="2244727"/>
            <a:ext cx="320143" cy="343269"/>
            <a:chOff x="1750887" y="2425727"/>
            <a:chExt cx="320143" cy="343269"/>
          </a:xfrm>
        </p:grpSpPr>
        <p:sp>
          <p:nvSpPr>
            <p:cNvPr id="13307" name="Google Shape;13307;p72"/>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72"/>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72"/>
          <p:cNvGrpSpPr/>
          <p:nvPr/>
        </p:nvGrpSpPr>
        <p:grpSpPr>
          <a:xfrm>
            <a:off x="1298037" y="2244727"/>
            <a:ext cx="338364" cy="342887"/>
            <a:chOff x="1298037" y="2425727"/>
            <a:chExt cx="338364" cy="342887"/>
          </a:xfrm>
        </p:grpSpPr>
        <p:sp>
          <p:nvSpPr>
            <p:cNvPr id="13310" name="Google Shape;13310;p72"/>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72"/>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72"/>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72"/>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4" name="Google Shape;13314;p72"/>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5" name="Google Shape;13315;p72"/>
          <p:cNvGrpSpPr/>
          <p:nvPr/>
        </p:nvGrpSpPr>
        <p:grpSpPr>
          <a:xfrm>
            <a:off x="3974207" y="2248009"/>
            <a:ext cx="320143" cy="338491"/>
            <a:chOff x="3974207" y="2429009"/>
            <a:chExt cx="320143" cy="338491"/>
          </a:xfrm>
        </p:grpSpPr>
        <p:sp>
          <p:nvSpPr>
            <p:cNvPr id="13316" name="Google Shape;13316;p72"/>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72"/>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72"/>
          <p:cNvGrpSpPr/>
          <p:nvPr/>
        </p:nvGrpSpPr>
        <p:grpSpPr>
          <a:xfrm>
            <a:off x="2623237" y="2250047"/>
            <a:ext cx="355024" cy="332630"/>
            <a:chOff x="2623237" y="2431047"/>
            <a:chExt cx="355024" cy="332630"/>
          </a:xfrm>
        </p:grpSpPr>
        <p:sp>
          <p:nvSpPr>
            <p:cNvPr id="13319" name="Google Shape;13319;p72"/>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72"/>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72"/>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72"/>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3" name="Google Shape;13323;p72"/>
          <p:cNvGrpSpPr/>
          <p:nvPr/>
        </p:nvGrpSpPr>
        <p:grpSpPr>
          <a:xfrm>
            <a:off x="6657194" y="2253073"/>
            <a:ext cx="375507" cy="367925"/>
            <a:chOff x="6657194" y="2434073"/>
            <a:chExt cx="375507" cy="367925"/>
          </a:xfrm>
        </p:grpSpPr>
        <p:sp>
          <p:nvSpPr>
            <p:cNvPr id="13324" name="Google Shape;13324;p72"/>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72"/>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72"/>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7" name="Google Shape;13327;p72"/>
          <p:cNvGrpSpPr/>
          <p:nvPr/>
        </p:nvGrpSpPr>
        <p:grpSpPr>
          <a:xfrm>
            <a:off x="7101317" y="2260655"/>
            <a:ext cx="367925" cy="352380"/>
            <a:chOff x="7101317" y="2441655"/>
            <a:chExt cx="367925" cy="352380"/>
          </a:xfrm>
        </p:grpSpPr>
        <p:sp>
          <p:nvSpPr>
            <p:cNvPr id="13328" name="Google Shape;13328;p72"/>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72"/>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0" name="Google Shape;13330;p72"/>
          <p:cNvGrpSpPr/>
          <p:nvPr/>
        </p:nvGrpSpPr>
        <p:grpSpPr>
          <a:xfrm>
            <a:off x="5756399" y="2253456"/>
            <a:ext cx="367925" cy="367161"/>
            <a:chOff x="5756399" y="2434456"/>
            <a:chExt cx="367925" cy="367161"/>
          </a:xfrm>
        </p:grpSpPr>
        <p:sp>
          <p:nvSpPr>
            <p:cNvPr id="13331" name="Google Shape;13331;p72"/>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72"/>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72"/>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72"/>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72"/>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72"/>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72"/>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38" name="Google Shape;13338;p72"/>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72"/>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0" name="Google Shape;13340;p72"/>
          <p:cNvGrpSpPr/>
          <p:nvPr/>
        </p:nvGrpSpPr>
        <p:grpSpPr>
          <a:xfrm>
            <a:off x="7964906" y="2253073"/>
            <a:ext cx="373627" cy="367925"/>
            <a:chOff x="7964906" y="2434073"/>
            <a:chExt cx="373627" cy="367925"/>
          </a:xfrm>
        </p:grpSpPr>
        <p:sp>
          <p:nvSpPr>
            <p:cNvPr id="13341" name="Google Shape;13341;p72"/>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72"/>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3" name="Google Shape;13343;p72"/>
          <p:cNvGrpSpPr/>
          <p:nvPr/>
        </p:nvGrpSpPr>
        <p:grpSpPr>
          <a:xfrm>
            <a:off x="6194086" y="2256737"/>
            <a:ext cx="369837" cy="360471"/>
            <a:chOff x="6194086" y="2437737"/>
            <a:chExt cx="369837" cy="360471"/>
          </a:xfrm>
        </p:grpSpPr>
        <p:sp>
          <p:nvSpPr>
            <p:cNvPr id="13344" name="Google Shape;13344;p72"/>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72"/>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6" name="Google Shape;13346;p72"/>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3347" name="Google Shape;13347;p72"/>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351"/>
        <p:cNvGrpSpPr/>
        <p:nvPr/>
      </p:nvGrpSpPr>
      <p:grpSpPr>
        <a:xfrm>
          <a:off x="0" y="0"/>
          <a:ext cx="0" cy="0"/>
          <a:chOff x="0" y="0"/>
          <a:chExt cx="0" cy="0"/>
        </a:xfrm>
      </p:grpSpPr>
      <p:grpSp>
        <p:nvGrpSpPr>
          <p:cNvPr id="13352" name="Google Shape;13352;p73"/>
          <p:cNvGrpSpPr/>
          <p:nvPr/>
        </p:nvGrpSpPr>
        <p:grpSpPr>
          <a:xfrm>
            <a:off x="3541011" y="1334344"/>
            <a:ext cx="350166" cy="349434"/>
            <a:chOff x="3541011" y="1508594"/>
            <a:chExt cx="350166" cy="349434"/>
          </a:xfrm>
        </p:grpSpPr>
        <p:sp>
          <p:nvSpPr>
            <p:cNvPr id="13353" name="Google Shape;13353;p73"/>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73"/>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73"/>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73"/>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73"/>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73"/>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73"/>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73"/>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73"/>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73"/>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73"/>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73"/>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73"/>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6" name="Google Shape;13366;p73"/>
          <p:cNvGrpSpPr/>
          <p:nvPr/>
        </p:nvGrpSpPr>
        <p:grpSpPr>
          <a:xfrm>
            <a:off x="3122257" y="1334344"/>
            <a:ext cx="294850" cy="349434"/>
            <a:chOff x="3122257" y="1508594"/>
            <a:chExt cx="294850" cy="349434"/>
          </a:xfrm>
        </p:grpSpPr>
        <p:sp>
          <p:nvSpPr>
            <p:cNvPr id="13367" name="Google Shape;13367;p73"/>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73"/>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73"/>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73"/>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73"/>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2" name="Google Shape;13372;p73"/>
          <p:cNvGrpSpPr/>
          <p:nvPr/>
        </p:nvGrpSpPr>
        <p:grpSpPr>
          <a:xfrm>
            <a:off x="910723" y="1333962"/>
            <a:ext cx="251660" cy="350166"/>
            <a:chOff x="910723" y="1508212"/>
            <a:chExt cx="251660" cy="350166"/>
          </a:xfrm>
        </p:grpSpPr>
        <p:sp>
          <p:nvSpPr>
            <p:cNvPr id="13373" name="Google Shape;13373;p73"/>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73"/>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73"/>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73"/>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73"/>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73"/>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73"/>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73"/>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73"/>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73"/>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73"/>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73"/>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73"/>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73"/>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73"/>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73"/>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73"/>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0" name="Google Shape;13390;p73"/>
          <p:cNvGrpSpPr/>
          <p:nvPr/>
        </p:nvGrpSpPr>
        <p:grpSpPr>
          <a:xfrm>
            <a:off x="1308631" y="1333580"/>
            <a:ext cx="350166" cy="350198"/>
            <a:chOff x="1308631" y="1507830"/>
            <a:chExt cx="350166" cy="350198"/>
          </a:xfrm>
        </p:grpSpPr>
        <p:sp>
          <p:nvSpPr>
            <p:cNvPr id="13391" name="Google Shape;13391;p73"/>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73"/>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73"/>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73"/>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73"/>
          <p:cNvGrpSpPr/>
          <p:nvPr/>
        </p:nvGrpSpPr>
        <p:grpSpPr>
          <a:xfrm>
            <a:off x="1756921" y="1335489"/>
            <a:ext cx="345997" cy="345997"/>
            <a:chOff x="1756921" y="1509739"/>
            <a:chExt cx="345997" cy="345997"/>
          </a:xfrm>
        </p:grpSpPr>
        <p:sp>
          <p:nvSpPr>
            <p:cNvPr id="13396" name="Google Shape;13396;p73"/>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73"/>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73"/>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73"/>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73"/>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73"/>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73"/>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73"/>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73"/>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73"/>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73"/>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73"/>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73"/>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73"/>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73"/>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73"/>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73"/>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3" name="Google Shape;13413;p73"/>
          <p:cNvGrpSpPr/>
          <p:nvPr/>
        </p:nvGrpSpPr>
        <p:grpSpPr>
          <a:xfrm>
            <a:off x="2216956" y="1336253"/>
            <a:ext cx="318721" cy="345615"/>
            <a:chOff x="2216956" y="1510503"/>
            <a:chExt cx="318721" cy="345615"/>
          </a:xfrm>
        </p:grpSpPr>
        <p:sp>
          <p:nvSpPr>
            <p:cNvPr id="13414" name="Google Shape;13414;p73"/>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73"/>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73"/>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73"/>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73"/>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9" name="Google Shape;13419;p73"/>
          <p:cNvGrpSpPr/>
          <p:nvPr/>
        </p:nvGrpSpPr>
        <p:grpSpPr>
          <a:xfrm>
            <a:off x="3988156" y="1394211"/>
            <a:ext cx="349052" cy="230049"/>
            <a:chOff x="3988156" y="1568461"/>
            <a:chExt cx="349052" cy="230049"/>
          </a:xfrm>
        </p:grpSpPr>
        <p:sp>
          <p:nvSpPr>
            <p:cNvPr id="13420" name="Google Shape;13420;p73"/>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73"/>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73"/>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73"/>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73"/>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73"/>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73"/>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73"/>
          <p:cNvGrpSpPr/>
          <p:nvPr/>
        </p:nvGrpSpPr>
        <p:grpSpPr>
          <a:xfrm>
            <a:off x="2633037" y="1325623"/>
            <a:ext cx="379002" cy="366112"/>
            <a:chOff x="2633037" y="1499873"/>
            <a:chExt cx="379002" cy="366112"/>
          </a:xfrm>
        </p:grpSpPr>
        <p:sp>
          <p:nvSpPr>
            <p:cNvPr id="13428" name="Google Shape;13428;p73"/>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73"/>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73"/>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73"/>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73"/>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73"/>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4" name="Google Shape;13434;p73"/>
          <p:cNvGrpSpPr/>
          <p:nvPr/>
        </p:nvGrpSpPr>
        <p:grpSpPr>
          <a:xfrm>
            <a:off x="6675256" y="1341919"/>
            <a:ext cx="327823" cy="357009"/>
            <a:chOff x="6675256" y="1516169"/>
            <a:chExt cx="327823" cy="357009"/>
          </a:xfrm>
        </p:grpSpPr>
        <p:sp>
          <p:nvSpPr>
            <p:cNvPr id="13435" name="Google Shape;13435;p73"/>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73"/>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73"/>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73"/>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73"/>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73"/>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73"/>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73"/>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73"/>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4" name="Google Shape;13444;p73"/>
          <p:cNvGrpSpPr/>
          <p:nvPr/>
        </p:nvGrpSpPr>
        <p:grpSpPr>
          <a:xfrm>
            <a:off x="8020159" y="1342301"/>
            <a:ext cx="300897" cy="356627"/>
            <a:chOff x="8020159" y="1516551"/>
            <a:chExt cx="300897" cy="356627"/>
          </a:xfrm>
        </p:grpSpPr>
        <p:sp>
          <p:nvSpPr>
            <p:cNvPr id="13445" name="Google Shape;13445;p73"/>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73"/>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73"/>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73"/>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73"/>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0" name="Google Shape;13450;p73"/>
          <p:cNvGrpSpPr/>
          <p:nvPr/>
        </p:nvGrpSpPr>
        <p:grpSpPr>
          <a:xfrm>
            <a:off x="5377363" y="1341919"/>
            <a:ext cx="257357" cy="356627"/>
            <a:chOff x="5377363" y="1516169"/>
            <a:chExt cx="257357" cy="356627"/>
          </a:xfrm>
        </p:grpSpPr>
        <p:sp>
          <p:nvSpPr>
            <p:cNvPr id="13451" name="Google Shape;13451;p73"/>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73"/>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73"/>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73"/>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73"/>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73"/>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73"/>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73"/>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73"/>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73"/>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73"/>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73"/>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73"/>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73"/>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73"/>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73"/>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73"/>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8" name="Google Shape;13468;p73"/>
          <p:cNvGrpSpPr/>
          <p:nvPr/>
        </p:nvGrpSpPr>
        <p:grpSpPr>
          <a:xfrm>
            <a:off x="4880567" y="1361620"/>
            <a:ext cx="356245" cy="317607"/>
            <a:chOff x="4880567" y="1535870"/>
            <a:chExt cx="356245" cy="317607"/>
          </a:xfrm>
        </p:grpSpPr>
        <p:sp>
          <p:nvSpPr>
            <p:cNvPr id="13469" name="Google Shape;13469;p73"/>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73"/>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73"/>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73"/>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73"/>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73"/>
          <p:cNvGrpSpPr/>
          <p:nvPr/>
        </p:nvGrpSpPr>
        <p:grpSpPr>
          <a:xfrm>
            <a:off x="5771483" y="1341537"/>
            <a:ext cx="357359" cy="357391"/>
            <a:chOff x="5771483" y="1515787"/>
            <a:chExt cx="357359" cy="357391"/>
          </a:xfrm>
        </p:grpSpPr>
        <p:sp>
          <p:nvSpPr>
            <p:cNvPr id="13475" name="Google Shape;13475;p73"/>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73"/>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73"/>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73"/>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9" name="Google Shape;13479;p73"/>
          <p:cNvGrpSpPr/>
          <p:nvPr/>
        </p:nvGrpSpPr>
        <p:grpSpPr>
          <a:xfrm>
            <a:off x="7121669" y="1359360"/>
            <a:ext cx="321362" cy="321362"/>
            <a:chOff x="7121669" y="1533610"/>
            <a:chExt cx="321362" cy="321362"/>
          </a:xfrm>
        </p:grpSpPr>
        <p:sp>
          <p:nvSpPr>
            <p:cNvPr id="13480" name="Google Shape;13480;p73"/>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73"/>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73"/>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73"/>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73"/>
          <p:cNvGrpSpPr/>
          <p:nvPr/>
        </p:nvGrpSpPr>
        <p:grpSpPr>
          <a:xfrm>
            <a:off x="7562766" y="1340614"/>
            <a:ext cx="327059" cy="360192"/>
            <a:chOff x="7562766" y="1514864"/>
            <a:chExt cx="327059" cy="360192"/>
          </a:xfrm>
        </p:grpSpPr>
        <p:sp>
          <p:nvSpPr>
            <p:cNvPr id="13485" name="Google Shape;13485;p73"/>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73"/>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73"/>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73"/>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73"/>
          <p:cNvGrpSpPr/>
          <p:nvPr/>
        </p:nvGrpSpPr>
        <p:grpSpPr>
          <a:xfrm>
            <a:off x="6221229" y="1324423"/>
            <a:ext cx="361636" cy="362183"/>
            <a:chOff x="6259175" y="1559008"/>
            <a:chExt cx="271743" cy="272093"/>
          </a:xfrm>
        </p:grpSpPr>
        <p:sp>
          <p:nvSpPr>
            <p:cNvPr id="13490" name="Google Shape;13490;p73"/>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73"/>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73"/>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73"/>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73"/>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73"/>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73"/>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73"/>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73"/>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73"/>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73"/>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73"/>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73"/>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73"/>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73"/>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73"/>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73"/>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7" name="Google Shape;13507;p73"/>
          <p:cNvGrpSpPr/>
          <p:nvPr/>
        </p:nvGrpSpPr>
        <p:grpSpPr>
          <a:xfrm>
            <a:off x="6671087" y="1835054"/>
            <a:ext cx="332757" cy="281833"/>
            <a:chOff x="6671087" y="2009304"/>
            <a:chExt cx="332757" cy="281833"/>
          </a:xfrm>
        </p:grpSpPr>
        <p:sp>
          <p:nvSpPr>
            <p:cNvPr id="13508" name="Google Shape;13508;p73"/>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73"/>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10" name="Google Shape;13510;p73"/>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11" name="Google Shape;13511;p73"/>
          <p:cNvGrpSpPr/>
          <p:nvPr/>
        </p:nvGrpSpPr>
        <p:grpSpPr>
          <a:xfrm>
            <a:off x="2201806" y="1802335"/>
            <a:ext cx="349784" cy="349434"/>
            <a:chOff x="2201806" y="1976585"/>
            <a:chExt cx="349784" cy="349434"/>
          </a:xfrm>
        </p:grpSpPr>
        <p:sp>
          <p:nvSpPr>
            <p:cNvPr id="13512" name="Google Shape;13512;p73"/>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73"/>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73"/>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73"/>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6" name="Google Shape;13516;p73"/>
          <p:cNvGrpSpPr/>
          <p:nvPr/>
        </p:nvGrpSpPr>
        <p:grpSpPr>
          <a:xfrm>
            <a:off x="3094217" y="1802335"/>
            <a:ext cx="350198" cy="350548"/>
            <a:chOff x="3094217" y="1976585"/>
            <a:chExt cx="350198" cy="350548"/>
          </a:xfrm>
        </p:grpSpPr>
        <p:sp>
          <p:nvSpPr>
            <p:cNvPr id="13517" name="Google Shape;13517;p73"/>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73"/>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73"/>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73"/>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73"/>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73"/>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73"/>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73"/>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73"/>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73"/>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73"/>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73"/>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73"/>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30" name="Google Shape;13530;p73"/>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1" name="Google Shape;13531;p73"/>
          <p:cNvGrpSpPr/>
          <p:nvPr/>
        </p:nvGrpSpPr>
        <p:grpSpPr>
          <a:xfrm>
            <a:off x="3979435" y="1802335"/>
            <a:ext cx="345265" cy="349848"/>
            <a:chOff x="3979435" y="1976585"/>
            <a:chExt cx="345265" cy="349848"/>
          </a:xfrm>
        </p:grpSpPr>
        <p:sp>
          <p:nvSpPr>
            <p:cNvPr id="13532" name="Google Shape;13532;p73"/>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73"/>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73"/>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73"/>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73"/>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73"/>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73"/>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73"/>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73"/>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73"/>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73"/>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73"/>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73"/>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73"/>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73"/>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73"/>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73"/>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73"/>
          <p:cNvGrpSpPr/>
          <p:nvPr/>
        </p:nvGrpSpPr>
        <p:grpSpPr>
          <a:xfrm>
            <a:off x="3576626" y="1801571"/>
            <a:ext cx="284251" cy="351694"/>
            <a:chOff x="3576626" y="1975821"/>
            <a:chExt cx="284251" cy="351694"/>
          </a:xfrm>
        </p:grpSpPr>
        <p:sp>
          <p:nvSpPr>
            <p:cNvPr id="13550" name="Google Shape;13550;p73"/>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73"/>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73"/>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3" name="Google Shape;13553;p73"/>
          <p:cNvGrpSpPr/>
          <p:nvPr/>
        </p:nvGrpSpPr>
        <p:grpSpPr>
          <a:xfrm>
            <a:off x="2722090" y="2715912"/>
            <a:ext cx="238770" cy="371841"/>
            <a:chOff x="2722090" y="2890162"/>
            <a:chExt cx="238770" cy="371841"/>
          </a:xfrm>
        </p:grpSpPr>
        <p:sp>
          <p:nvSpPr>
            <p:cNvPr id="13554" name="Google Shape;13554;p73"/>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73"/>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73"/>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7" name="Google Shape;13557;p73"/>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8" name="Google Shape;13558;p73"/>
          <p:cNvGrpSpPr/>
          <p:nvPr/>
        </p:nvGrpSpPr>
        <p:grpSpPr>
          <a:xfrm>
            <a:off x="6216367" y="1795906"/>
            <a:ext cx="361147" cy="361147"/>
            <a:chOff x="6216367" y="1970156"/>
            <a:chExt cx="361147" cy="361147"/>
          </a:xfrm>
        </p:grpSpPr>
        <p:sp>
          <p:nvSpPr>
            <p:cNvPr id="13559" name="Google Shape;13559;p73"/>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73"/>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73"/>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73"/>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73"/>
          <p:cNvGrpSpPr/>
          <p:nvPr/>
        </p:nvGrpSpPr>
        <p:grpSpPr>
          <a:xfrm>
            <a:off x="1289311" y="2751972"/>
            <a:ext cx="408156" cy="299783"/>
            <a:chOff x="1289311" y="2926222"/>
            <a:chExt cx="408156" cy="299783"/>
          </a:xfrm>
        </p:grpSpPr>
        <p:sp>
          <p:nvSpPr>
            <p:cNvPr id="13564" name="Google Shape;13564;p73"/>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73"/>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6" name="Google Shape;13566;p73"/>
          <p:cNvGrpSpPr/>
          <p:nvPr/>
        </p:nvGrpSpPr>
        <p:grpSpPr>
          <a:xfrm>
            <a:off x="7978465" y="1795142"/>
            <a:ext cx="361147" cy="360797"/>
            <a:chOff x="7978465" y="1969392"/>
            <a:chExt cx="361147" cy="360797"/>
          </a:xfrm>
        </p:grpSpPr>
        <p:sp>
          <p:nvSpPr>
            <p:cNvPr id="13567" name="Google Shape;13567;p73"/>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73"/>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73"/>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73"/>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73"/>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73"/>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73"/>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73"/>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73"/>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76" name="Google Shape;13576;p73"/>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77" name="Google Shape;13577;p73"/>
          <p:cNvGrpSpPr/>
          <p:nvPr/>
        </p:nvGrpSpPr>
        <p:grpSpPr>
          <a:xfrm>
            <a:off x="854261" y="2734563"/>
            <a:ext cx="377474" cy="335748"/>
            <a:chOff x="854261" y="2908813"/>
            <a:chExt cx="377474" cy="335748"/>
          </a:xfrm>
        </p:grpSpPr>
        <p:sp>
          <p:nvSpPr>
            <p:cNvPr id="13578" name="Google Shape;13578;p73"/>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73"/>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73"/>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73"/>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73"/>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3" name="Google Shape;13583;p73"/>
          <p:cNvGrpSpPr/>
          <p:nvPr/>
        </p:nvGrpSpPr>
        <p:grpSpPr>
          <a:xfrm>
            <a:off x="1749728" y="2720527"/>
            <a:ext cx="386927" cy="363438"/>
            <a:chOff x="1749728" y="2894777"/>
            <a:chExt cx="386927" cy="363438"/>
          </a:xfrm>
        </p:grpSpPr>
        <p:sp>
          <p:nvSpPr>
            <p:cNvPr id="13584" name="Google Shape;13584;p73"/>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73"/>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73"/>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73"/>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73"/>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73"/>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73"/>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1" name="Google Shape;13591;p73"/>
          <p:cNvGrpSpPr/>
          <p:nvPr/>
        </p:nvGrpSpPr>
        <p:grpSpPr>
          <a:xfrm>
            <a:off x="7098912" y="1795142"/>
            <a:ext cx="359651" cy="361560"/>
            <a:chOff x="7098912" y="1969392"/>
            <a:chExt cx="359651" cy="361560"/>
          </a:xfrm>
        </p:grpSpPr>
        <p:sp>
          <p:nvSpPr>
            <p:cNvPr id="13592" name="Google Shape;13592;p73"/>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73"/>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73"/>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73"/>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73"/>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73"/>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73"/>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73"/>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73"/>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73"/>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73"/>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73"/>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73"/>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5" name="Google Shape;13605;p73"/>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6" name="Google Shape;13606;p73"/>
          <p:cNvGrpSpPr/>
          <p:nvPr/>
        </p:nvGrpSpPr>
        <p:grpSpPr>
          <a:xfrm>
            <a:off x="5352728" y="1815989"/>
            <a:ext cx="327091" cy="322508"/>
            <a:chOff x="5352728" y="1990239"/>
            <a:chExt cx="327091" cy="322508"/>
          </a:xfrm>
        </p:grpSpPr>
        <p:sp>
          <p:nvSpPr>
            <p:cNvPr id="13607" name="Google Shape;13607;p73"/>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73"/>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73"/>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0" name="Google Shape;13610;p73"/>
          <p:cNvGrpSpPr/>
          <p:nvPr/>
        </p:nvGrpSpPr>
        <p:grpSpPr>
          <a:xfrm>
            <a:off x="7538896" y="1795906"/>
            <a:ext cx="361147" cy="361529"/>
            <a:chOff x="7538896" y="1970156"/>
            <a:chExt cx="361147" cy="361529"/>
          </a:xfrm>
        </p:grpSpPr>
        <p:sp>
          <p:nvSpPr>
            <p:cNvPr id="13611" name="Google Shape;13611;p73"/>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73"/>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73"/>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73"/>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73"/>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73"/>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7" name="Google Shape;13617;p73"/>
          <p:cNvGrpSpPr/>
          <p:nvPr/>
        </p:nvGrpSpPr>
        <p:grpSpPr>
          <a:xfrm>
            <a:off x="4896099" y="1796670"/>
            <a:ext cx="358155" cy="358123"/>
            <a:chOff x="4896099" y="1970920"/>
            <a:chExt cx="358155" cy="358123"/>
          </a:xfrm>
        </p:grpSpPr>
        <p:sp>
          <p:nvSpPr>
            <p:cNvPr id="13618" name="Google Shape;13618;p73"/>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73"/>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73"/>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1" name="Google Shape;13621;p73"/>
          <p:cNvGrpSpPr/>
          <p:nvPr/>
        </p:nvGrpSpPr>
        <p:grpSpPr>
          <a:xfrm>
            <a:off x="4048787" y="2802769"/>
            <a:ext cx="283488" cy="198604"/>
            <a:chOff x="4048787" y="2977019"/>
            <a:chExt cx="283488" cy="198604"/>
          </a:xfrm>
        </p:grpSpPr>
        <p:sp>
          <p:nvSpPr>
            <p:cNvPr id="13622" name="Google Shape;13622;p73"/>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73"/>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73"/>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73"/>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73"/>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73"/>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8" name="Google Shape;13628;p73"/>
          <p:cNvGrpSpPr/>
          <p:nvPr/>
        </p:nvGrpSpPr>
        <p:grpSpPr>
          <a:xfrm>
            <a:off x="4054103" y="2255941"/>
            <a:ext cx="218687" cy="349052"/>
            <a:chOff x="4054103" y="2430191"/>
            <a:chExt cx="218687" cy="349052"/>
          </a:xfrm>
        </p:grpSpPr>
        <p:sp>
          <p:nvSpPr>
            <p:cNvPr id="13629" name="Google Shape;13629;p73"/>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73"/>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1" name="Google Shape;13631;p73"/>
          <p:cNvGrpSpPr/>
          <p:nvPr/>
        </p:nvGrpSpPr>
        <p:grpSpPr>
          <a:xfrm>
            <a:off x="2185128" y="2253299"/>
            <a:ext cx="382758" cy="356595"/>
            <a:chOff x="2185128" y="2427549"/>
            <a:chExt cx="382758" cy="356595"/>
          </a:xfrm>
        </p:grpSpPr>
        <p:sp>
          <p:nvSpPr>
            <p:cNvPr id="13632" name="Google Shape;13632;p73"/>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73"/>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73"/>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73"/>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73"/>
          <p:cNvGrpSpPr/>
          <p:nvPr/>
        </p:nvGrpSpPr>
        <p:grpSpPr>
          <a:xfrm>
            <a:off x="3539102" y="2253299"/>
            <a:ext cx="355099" cy="355481"/>
            <a:chOff x="3539102" y="2427549"/>
            <a:chExt cx="355099" cy="355481"/>
          </a:xfrm>
        </p:grpSpPr>
        <p:sp>
          <p:nvSpPr>
            <p:cNvPr id="13637" name="Google Shape;13637;p73"/>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73"/>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9" name="Google Shape;13639;p73"/>
          <p:cNvGrpSpPr/>
          <p:nvPr/>
        </p:nvGrpSpPr>
        <p:grpSpPr>
          <a:xfrm>
            <a:off x="2656907" y="2265043"/>
            <a:ext cx="332757" cy="332343"/>
            <a:chOff x="2656907" y="2439293"/>
            <a:chExt cx="332757" cy="332343"/>
          </a:xfrm>
        </p:grpSpPr>
        <p:sp>
          <p:nvSpPr>
            <p:cNvPr id="13640" name="Google Shape;13640;p73"/>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73"/>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73"/>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73"/>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73"/>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73"/>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73"/>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7" name="Google Shape;13647;p73"/>
          <p:cNvGrpSpPr/>
          <p:nvPr/>
        </p:nvGrpSpPr>
        <p:grpSpPr>
          <a:xfrm>
            <a:off x="1731523" y="2248366"/>
            <a:ext cx="399435" cy="365698"/>
            <a:chOff x="1731523" y="2422616"/>
            <a:chExt cx="399435" cy="365698"/>
          </a:xfrm>
        </p:grpSpPr>
        <p:sp>
          <p:nvSpPr>
            <p:cNvPr id="13648" name="Google Shape;13648;p73"/>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73"/>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73"/>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1" name="Google Shape;13651;p73"/>
          <p:cNvGrpSpPr/>
          <p:nvPr/>
        </p:nvGrpSpPr>
        <p:grpSpPr>
          <a:xfrm>
            <a:off x="3097241" y="2259314"/>
            <a:ext cx="344883" cy="343387"/>
            <a:chOff x="3097241" y="2433564"/>
            <a:chExt cx="344883" cy="343387"/>
          </a:xfrm>
        </p:grpSpPr>
        <p:sp>
          <p:nvSpPr>
            <p:cNvPr id="13652" name="Google Shape;13652;p73"/>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73"/>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73"/>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73"/>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73"/>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73"/>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73"/>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73"/>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73"/>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73"/>
          <p:cNvGrpSpPr/>
          <p:nvPr/>
        </p:nvGrpSpPr>
        <p:grpSpPr>
          <a:xfrm>
            <a:off x="1278299" y="2265043"/>
            <a:ext cx="410829" cy="332343"/>
            <a:chOff x="1278299" y="2439293"/>
            <a:chExt cx="410829" cy="332343"/>
          </a:xfrm>
        </p:grpSpPr>
        <p:sp>
          <p:nvSpPr>
            <p:cNvPr id="13662" name="Google Shape;13662;p73"/>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73"/>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73"/>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73"/>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73"/>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73"/>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73"/>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73"/>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73"/>
          <p:cNvGrpSpPr/>
          <p:nvPr/>
        </p:nvGrpSpPr>
        <p:grpSpPr>
          <a:xfrm>
            <a:off x="2661459" y="1840751"/>
            <a:ext cx="322508" cy="273494"/>
            <a:chOff x="2661459" y="2015001"/>
            <a:chExt cx="322508" cy="273494"/>
          </a:xfrm>
        </p:grpSpPr>
        <p:sp>
          <p:nvSpPr>
            <p:cNvPr id="13671" name="Google Shape;13671;p73"/>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73"/>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3" name="Google Shape;13673;p73"/>
          <p:cNvGrpSpPr/>
          <p:nvPr/>
        </p:nvGrpSpPr>
        <p:grpSpPr>
          <a:xfrm>
            <a:off x="870939" y="2265043"/>
            <a:ext cx="331993" cy="331993"/>
            <a:chOff x="870939" y="2439293"/>
            <a:chExt cx="331993" cy="331993"/>
          </a:xfrm>
        </p:grpSpPr>
        <p:sp>
          <p:nvSpPr>
            <p:cNvPr id="13674" name="Google Shape;13674;p73"/>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73"/>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73"/>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73"/>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73"/>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73"/>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73"/>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73"/>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73"/>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73"/>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73"/>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73"/>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73"/>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73"/>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73"/>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73"/>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0" name="Google Shape;13690;p73"/>
          <p:cNvGrpSpPr/>
          <p:nvPr/>
        </p:nvGrpSpPr>
        <p:grpSpPr>
          <a:xfrm>
            <a:off x="6644957" y="2282103"/>
            <a:ext cx="371395" cy="278904"/>
            <a:chOff x="6644957" y="2456353"/>
            <a:chExt cx="371395" cy="278904"/>
          </a:xfrm>
        </p:grpSpPr>
        <p:sp>
          <p:nvSpPr>
            <p:cNvPr id="13691" name="Google Shape;13691;p73"/>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73"/>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73"/>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73"/>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73"/>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73"/>
          <p:cNvGrpSpPr/>
          <p:nvPr/>
        </p:nvGrpSpPr>
        <p:grpSpPr>
          <a:xfrm>
            <a:off x="5388757" y="2240409"/>
            <a:ext cx="260349" cy="362292"/>
            <a:chOff x="5388757" y="2414659"/>
            <a:chExt cx="260349" cy="362292"/>
          </a:xfrm>
        </p:grpSpPr>
        <p:sp>
          <p:nvSpPr>
            <p:cNvPr id="13697" name="Google Shape;13697;p73"/>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73"/>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73"/>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73"/>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73"/>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73"/>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73"/>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73"/>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73"/>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73"/>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73"/>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73"/>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73"/>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73"/>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73"/>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73"/>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73"/>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73"/>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73"/>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73"/>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7" name="Google Shape;13717;p73"/>
          <p:cNvGrpSpPr/>
          <p:nvPr/>
        </p:nvGrpSpPr>
        <p:grpSpPr>
          <a:xfrm>
            <a:off x="3567142" y="2731507"/>
            <a:ext cx="348288" cy="340331"/>
            <a:chOff x="3567142" y="2905757"/>
            <a:chExt cx="348288" cy="340331"/>
          </a:xfrm>
        </p:grpSpPr>
        <p:sp>
          <p:nvSpPr>
            <p:cNvPr id="13718" name="Google Shape;13718;p73"/>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73"/>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73"/>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73"/>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73"/>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73"/>
          <p:cNvGrpSpPr/>
          <p:nvPr/>
        </p:nvGrpSpPr>
        <p:grpSpPr>
          <a:xfrm>
            <a:off x="870939" y="1801571"/>
            <a:ext cx="332375" cy="350071"/>
            <a:chOff x="870939" y="1975821"/>
            <a:chExt cx="332375" cy="350071"/>
          </a:xfrm>
        </p:grpSpPr>
        <p:sp>
          <p:nvSpPr>
            <p:cNvPr id="13724" name="Google Shape;13724;p73"/>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73"/>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73"/>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73"/>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8" name="Google Shape;13728;p73"/>
          <p:cNvGrpSpPr/>
          <p:nvPr/>
        </p:nvGrpSpPr>
        <p:grpSpPr>
          <a:xfrm>
            <a:off x="7967103" y="2240791"/>
            <a:ext cx="355863" cy="361911"/>
            <a:chOff x="7967103" y="2415041"/>
            <a:chExt cx="355863" cy="361911"/>
          </a:xfrm>
        </p:grpSpPr>
        <p:sp>
          <p:nvSpPr>
            <p:cNvPr id="13729" name="Google Shape;13729;p73"/>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73"/>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73"/>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73"/>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73"/>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73"/>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73"/>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73"/>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73"/>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73"/>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73"/>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0" name="Google Shape;13740;p73"/>
          <p:cNvGrpSpPr/>
          <p:nvPr/>
        </p:nvGrpSpPr>
        <p:grpSpPr>
          <a:xfrm>
            <a:off x="7529411" y="2240409"/>
            <a:ext cx="355863" cy="362292"/>
            <a:chOff x="7529411" y="2414659"/>
            <a:chExt cx="355863" cy="362292"/>
          </a:xfrm>
        </p:grpSpPr>
        <p:sp>
          <p:nvSpPr>
            <p:cNvPr id="13741" name="Google Shape;13741;p73"/>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73"/>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73"/>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73"/>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73"/>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73"/>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73"/>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73"/>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73"/>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73"/>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73"/>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73"/>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3" name="Google Shape;13753;p73"/>
          <p:cNvGrpSpPr/>
          <p:nvPr/>
        </p:nvGrpSpPr>
        <p:grpSpPr>
          <a:xfrm>
            <a:off x="5733194" y="2257468"/>
            <a:ext cx="446826" cy="327059"/>
            <a:chOff x="5733194" y="2431718"/>
            <a:chExt cx="446826" cy="327059"/>
          </a:xfrm>
        </p:grpSpPr>
        <p:sp>
          <p:nvSpPr>
            <p:cNvPr id="13754" name="Google Shape;13754;p73"/>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73"/>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73"/>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73"/>
          <p:cNvGrpSpPr/>
          <p:nvPr/>
        </p:nvGrpSpPr>
        <p:grpSpPr>
          <a:xfrm>
            <a:off x="4876780" y="2243814"/>
            <a:ext cx="407774" cy="356627"/>
            <a:chOff x="4876780" y="2418064"/>
            <a:chExt cx="407774" cy="356627"/>
          </a:xfrm>
        </p:grpSpPr>
        <p:sp>
          <p:nvSpPr>
            <p:cNvPr id="13758" name="Google Shape;13758;p73"/>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73"/>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73"/>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73"/>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73"/>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73"/>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73"/>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73"/>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73"/>
          <p:cNvGrpSpPr/>
          <p:nvPr/>
        </p:nvGrpSpPr>
        <p:grpSpPr>
          <a:xfrm>
            <a:off x="7070872" y="2236621"/>
            <a:ext cx="398321" cy="371013"/>
            <a:chOff x="7070872" y="2410871"/>
            <a:chExt cx="398321" cy="371013"/>
          </a:xfrm>
        </p:grpSpPr>
        <p:sp>
          <p:nvSpPr>
            <p:cNvPr id="13767" name="Google Shape;13767;p73"/>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73"/>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73"/>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73"/>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71" name="Google Shape;13771;p73"/>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72" name="Google Shape;13772;p73"/>
          <p:cNvGrpSpPr/>
          <p:nvPr/>
        </p:nvGrpSpPr>
        <p:grpSpPr>
          <a:xfrm>
            <a:off x="5318259" y="2807861"/>
            <a:ext cx="371013" cy="220787"/>
            <a:chOff x="5318259" y="2982111"/>
            <a:chExt cx="371013" cy="220787"/>
          </a:xfrm>
        </p:grpSpPr>
        <p:sp>
          <p:nvSpPr>
            <p:cNvPr id="13773" name="Google Shape;13773;p73"/>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73"/>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73"/>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73"/>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73"/>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73"/>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73"/>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73"/>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1" name="Google Shape;13781;p73"/>
          <p:cNvGrpSpPr/>
          <p:nvPr/>
        </p:nvGrpSpPr>
        <p:grpSpPr>
          <a:xfrm>
            <a:off x="7073928" y="2731507"/>
            <a:ext cx="371395" cy="371809"/>
            <a:chOff x="7073928" y="2905757"/>
            <a:chExt cx="371395" cy="371809"/>
          </a:xfrm>
        </p:grpSpPr>
        <p:sp>
          <p:nvSpPr>
            <p:cNvPr id="13782" name="Google Shape;13782;p73"/>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73"/>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73"/>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5" name="Google Shape;13785;p73"/>
          <p:cNvGrpSpPr/>
          <p:nvPr/>
        </p:nvGrpSpPr>
        <p:grpSpPr>
          <a:xfrm>
            <a:off x="6188327" y="2781158"/>
            <a:ext cx="371395" cy="272857"/>
            <a:chOff x="6188327" y="2955408"/>
            <a:chExt cx="371395" cy="272857"/>
          </a:xfrm>
        </p:grpSpPr>
        <p:sp>
          <p:nvSpPr>
            <p:cNvPr id="13786" name="Google Shape;13786;p73"/>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73"/>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8" name="Google Shape;13788;p73"/>
          <p:cNvGrpSpPr/>
          <p:nvPr/>
        </p:nvGrpSpPr>
        <p:grpSpPr>
          <a:xfrm>
            <a:off x="7521454" y="2731889"/>
            <a:ext cx="359651" cy="371013"/>
            <a:chOff x="7521454" y="2906139"/>
            <a:chExt cx="359651" cy="371013"/>
          </a:xfrm>
        </p:grpSpPr>
        <p:sp>
          <p:nvSpPr>
            <p:cNvPr id="13789" name="Google Shape;13789;p73"/>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73"/>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73"/>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73"/>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73"/>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4" name="Google Shape;13794;p73"/>
          <p:cNvGrpSpPr/>
          <p:nvPr/>
        </p:nvGrpSpPr>
        <p:grpSpPr>
          <a:xfrm>
            <a:off x="5782845" y="2732271"/>
            <a:ext cx="301661" cy="371013"/>
            <a:chOff x="5782845" y="2906521"/>
            <a:chExt cx="301661" cy="371013"/>
          </a:xfrm>
        </p:grpSpPr>
        <p:sp>
          <p:nvSpPr>
            <p:cNvPr id="13795" name="Google Shape;13795;p73"/>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73"/>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73"/>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73"/>
          <p:cNvGrpSpPr/>
          <p:nvPr/>
        </p:nvGrpSpPr>
        <p:grpSpPr>
          <a:xfrm>
            <a:off x="6630539" y="2743252"/>
            <a:ext cx="371777" cy="349434"/>
            <a:chOff x="6630539" y="2917502"/>
            <a:chExt cx="371777" cy="349434"/>
          </a:xfrm>
        </p:grpSpPr>
        <p:sp>
          <p:nvSpPr>
            <p:cNvPr id="13799" name="Google Shape;13799;p73"/>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73"/>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73"/>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73"/>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73"/>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73"/>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73"/>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6" name="Google Shape;13806;p73"/>
          <p:cNvGrpSpPr/>
          <p:nvPr/>
        </p:nvGrpSpPr>
        <p:grpSpPr>
          <a:xfrm>
            <a:off x="2171474" y="3194979"/>
            <a:ext cx="408156" cy="343737"/>
            <a:chOff x="2171474" y="3369229"/>
            <a:chExt cx="408156" cy="343737"/>
          </a:xfrm>
        </p:grpSpPr>
        <p:sp>
          <p:nvSpPr>
            <p:cNvPr id="13807" name="Google Shape;13807;p73"/>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73"/>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73"/>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73"/>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1" name="Google Shape;13811;p73"/>
          <p:cNvGrpSpPr/>
          <p:nvPr/>
        </p:nvGrpSpPr>
        <p:grpSpPr>
          <a:xfrm>
            <a:off x="4891198" y="2750858"/>
            <a:ext cx="334634" cy="334634"/>
            <a:chOff x="4891198" y="2925108"/>
            <a:chExt cx="334634" cy="334634"/>
          </a:xfrm>
        </p:grpSpPr>
        <p:sp>
          <p:nvSpPr>
            <p:cNvPr id="13812" name="Google Shape;13812;p73"/>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73"/>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73"/>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73"/>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73"/>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73"/>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73"/>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73"/>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73"/>
          <p:cNvGrpSpPr/>
          <p:nvPr/>
        </p:nvGrpSpPr>
        <p:grpSpPr>
          <a:xfrm>
            <a:off x="7976174" y="2750858"/>
            <a:ext cx="334666" cy="334634"/>
            <a:chOff x="7976174" y="2925108"/>
            <a:chExt cx="334666" cy="334634"/>
          </a:xfrm>
        </p:grpSpPr>
        <p:sp>
          <p:nvSpPr>
            <p:cNvPr id="13821" name="Google Shape;13821;p73"/>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73"/>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73"/>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73"/>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73"/>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73"/>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73"/>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73"/>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73"/>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0" name="Google Shape;13830;p73"/>
          <p:cNvGrpSpPr/>
          <p:nvPr/>
        </p:nvGrpSpPr>
        <p:grpSpPr>
          <a:xfrm>
            <a:off x="3091957" y="3199881"/>
            <a:ext cx="354717" cy="332757"/>
            <a:chOff x="3091957" y="3374131"/>
            <a:chExt cx="354717" cy="332757"/>
          </a:xfrm>
        </p:grpSpPr>
        <p:sp>
          <p:nvSpPr>
            <p:cNvPr id="13831" name="Google Shape;13831;p73"/>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73"/>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73"/>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73"/>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73"/>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73"/>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7" name="Google Shape;13837;p73"/>
          <p:cNvGrpSpPr/>
          <p:nvPr/>
        </p:nvGrpSpPr>
        <p:grpSpPr>
          <a:xfrm>
            <a:off x="3988156" y="3205960"/>
            <a:ext cx="353954" cy="318880"/>
            <a:chOff x="3988156" y="3380210"/>
            <a:chExt cx="353954" cy="318880"/>
          </a:xfrm>
        </p:grpSpPr>
        <p:sp>
          <p:nvSpPr>
            <p:cNvPr id="13838" name="Google Shape;13838;p73"/>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73"/>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73"/>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73"/>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73"/>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3" name="Google Shape;13843;p73"/>
          <p:cNvGrpSpPr/>
          <p:nvPr/>
        </p:nvGrpSpPr>
        <p:grpSpPr>
          <a:xfrm>
            <a:off x="3541011" y="3193070"/>
            <a:ext cx="348257" cy="346188"/>
            <a:chOff x="3541011" y="3367320"/>
            <a:chExt cx="348257" cy="346188"/>
          </a:xfrm>
        </p:grpSpPr>
        <p:sp>
          <p:nvSpPr>
            <p:cNvPr id="13844" name="Google Shape;13844;p73"/>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73"/>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73"/>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73"/>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8" name="Google Shape;13848;p73"/>
          <p:cNvGrpSpPr/>
          <p:nvPr/>
        </p:nvGrpSpPr>
        <p:grpSpPr>
          <a:xfrm>
            <a:off x="1314678" y="3183967"/>
            <a:ext cx="334666" cy="365348"/>
            <a:chOff x="1314678" y="3358217"/>
            <a:chExt cx="334666" cy="365348"/>
          </a:xfrm>
        </p:grpSpPr>
        <p:sp>
          <p:nvSpPr>
            <p:cNvPr id="13849" name="Google Shape;13849;p73"/>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73"/>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73"/>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73"/>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73"/>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4" name="Google Shape;13854;p73"/>
          <p:cNvGrpSpPr/>
          <p:nvPr/>
        </p:nvGrpSpPr>
        <p:grpSpPr>
          <a:xfrm>
            <a:off x="1748582" y="3198385"/>
            <a:ext cx="359269" cy="335780"/>
            <a:chOff x="1748582" y="3372635"/>
            <a:chExt cx="359269" cy="335780"/>
          </a:xfrm>
        </p:grpSpPr>
        <p:sp>
          <p:nvSpPr>
            <p:cNvPr id="13855" name="Google Shape;13855;p73"/>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56" name="Google Shape;13856;p73"/>
            <p:cNvGrpSpPr/>
            <p:nvPr/>
          </p:nvGrpSpPr>
          <p:grpSpPr>
            <a:xfrm>
              <a:off x="1748582" y="3372635"/>
              <a:ext cx="333520" cy="335780"/>
              <a:chOff x="1748582" y="3372635"/>
              <a:chExt cx="333520" cy="335780"/>
            </a:xfrm>
          </p:grpSpPr>
          <p:sp>
            <p:nvSpPr>
              <p:cNvPr id="13857" name="Google Shape;13857;p73"/>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73"/>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73"/>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60" name="Google Shape;13860;p73"/>
          <p:cNvGrpSpPr/>
          <p:nvPr/>
        </p:nvGrpSpPr>
        <p:grpSpPr>
          <a:xfrm>
            <a:off x="2640993" y="3183585"/>
            <a:ext cx="365348" cy="364966"/>
            <a:chOff x="2640993" y="3357835"/>
            <a:chExt cx="365348" cy="364966"/>
          </a:xfrm>
        </p:grpSpPr>
        <p:sp>
          <p:nvSpPr>
            <p:cNvPr id="13861" name="Google Shape;13861;p73"/>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73"/>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73"/>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73"/>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73"/>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73"/>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73"/>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73"/>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73"/>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73"/>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1" name="Google Shape;13871;p73"/>
          <p:cNvGrpSpPr/>
          <p:nvPr/>
        </p:nvGrpSpPr>
        <p:grpSpPr>
          <a:xfrm>
            <a:off x="4886264" y="3191924"/>
            <a:ext cx="350548" cy="350198"/>
            <a:chOff x="4886264" y="3366174"/>
            <a:chExt cx="350548" cy="350198"/>
          </a:xfrm>
        </p:grpSpPr>
        <p:sp>
          <p:nvSpPr>
            <p:cNvPr id="13872" name="Google Shape;13872;p73"/>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73"/>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73"/>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73"/>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73"/>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73"/>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73"/>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73"/>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73"/>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73"/>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73"/>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73"/>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73"/>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5" name="Google Shape;13885;p73"/>
          <p:cNvGrpSpPr/>
          <p:nvPr/>
        </p:nvGrpSpPr>
        <p:grpSpPr>
          <a:xfrm>
            <a:off x="5331913" y="3239697"/>
            <a:ext cx="347143" cy="254684"/>
            <a:chOff x="5331913" y="3413947"/>
            <a:chExt cx="347143" cy="254684"/>
          </a:xfrm>
        </p:grpSpPr>
        <p:sp>
          <p:nvSpPr>
            <p:cNvPr id="13886" name="Google Shape;13886;p73"/>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73"/>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73"/>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73"/>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73"/>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73"/>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2" name="Google Shape;13892;p73"/>
          <p:cNvGrpSpPr/>
          <p:nvPr/>
        </p:nvGrpSpPr>
        <p:grpSpPr>
          <a:xfrm>
            <a:off x="5776798" y="3235528"/>
            <a:ext cx="346379" cy="264518"/>
            <a:chOff x="5776798" y="3409778"/>
            <a:chExt cx="346379" cy="264518"/>
          </a:xfrm>
        </p:grpSpPr>
        <p:sp>
          <p:nvSpPr>
            <p:cNvPr id="13893" name="Google Shape;13893;p73"/>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73"/>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73"/>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73"/>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73"/>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73"/>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73"/>
          <p:cNvGrpSpPr/>
          <p:nvPr/>
        </p:nvGrpSpPr>
        <p:grpSpPr>
          <a:xfrm>
            <a:off x="7108015" y="3222255"/>
            <a:ext cx="344883" cy="290299"/>
            <a:chOff x="7108015" y="3396505"/>
            <a:chExt cx="344883" cy="290299"/>
          </a:xfrm>
        </p:grpSpPr>
        <p:sp>
          <p:nvSpPr>
            <p:cNvPr id="13900" name="Google Shape;13900;p73"/>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73"/>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73"/>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73"/>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4" name="Google Shape;13904;p73"/>
          <p:cNvGrpSpPr/>
          <p:nvPr/>
        </p:nvGrpSpPr>
        <p:grpSpPr>
          <a:xfrm>
            <a:off x="7551754" y="3216558"/>
            <a:ext cx="344883" cy="301311"/>
            <a:chOff x="7551754" y="3390808"/>
            <a:chExt cx="344883" cy="301311"/>
          </a:xfrm>
        </p:grpSpPr>
        <p:sp>
          <p:nvSpPr>
            <p:cNvPr id="13905" name="Google Shape;13905;p73"/>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73"/>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73"/>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73"/>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73"/>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73"/>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73"/>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73"/>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73"/>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73"/>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73"/>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73"/>
          <p:cNvGrpSpPr/>
          <p:nvPr/>
        </p:nvGrpSpPr>
        <p:grpSpPr>
          <a:xfrm>
            <a:off x="6707084" y="3213153"/>
            <a:ext cx="261145" cy="308504"/>
            <a:chOff x="6707084" y="3387403"/>
            <a:chExt cx="261145" cy="308504"/>
          </a:xfrm>
        </p:grpSpPr>
        <p:sp>
          <p:nvSpPr>
            <p:cNvPr id="13917" name="Google Shape;13917;p73"/>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73"/>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73"/>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73"/>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1" name="Google Shape;13921;p73"/>
          <p:cNvGrpSpPr/>
          <p:nvPr/>
        </p:nvGrpSpPr>
        <p:grpSpPr>
          <a:xfrm>
            <a:off x="848978" y="4123387"/>
            <a:ext cx="377824" cy="324418"/>
            <a:chOff x="848978" y="4297637"/>
            <a:chExt cx="377824" cy="324418"/>
          </a:xfrm>
        </p:grpSpPr>
        <p:sp>
          <p:nvSpPr>
            <p:cNvPr id="13922" name="Google Shape;13922;p73"/>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73"/>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4" name="Google Shape;13924;p73"/>
          <p:cNvGrpSpPr/>
          <p:nvPr/>
        </p:nvGrpSpPr>
        <p:grpSpPr>
          <a:xfrm>
            <a:off x="1754279" y="4112343"/>
            <a:ext cx="351439" cy="345965"/>
            <a:chOff x="1754279" y="4286593"/>
            <a:chExt cx="351439" cy="345965"/>
          </a:xfrm>
        </p:grpSpPr>
        <p:sp>
          <p:nvSpPr>
            <p:cNvPr id="13925" name="Google Shape;13925;p73"/>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73"/>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73"/>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73"/>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73"/>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0" name="Google Shape;13930;p73"/>
          <p:cNvGrpSpPr/>
          <p:nvPr/>
        </p:nvGrpSpPr>
        <p:grpSpPr>
          <a:xfrm>
            <a:off x="3996113" y="4116926"/>
            <a:ext cx="336512" cy="335048"/>
            <a:chOff x="3996113" y="4291176"/>
            <a:chExt cx="336512" cy="335048"/>
          </a:xfrm>
        </p:grpSpPr>
        <p:sp>
          <p:nvSpPr>
            <p:cNvPr id="13931" name="Google Shape;13931;p73"/>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73"/>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73"/>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4" name="Google Shape;13934;p73"/>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5" name="Google Shape;13935;p73"/>
          <p:cNvGrpSpPr/>
          <p:nvPr/>
        </p:nvGrpSpPr>
        <p:grpSpPr>
          <a:xfrm>
            <a:off x="2179081" y="4111261"/>
            <a:ext cx="397525" cy="348670"/>
            <a:chOff x="2179081" y="4285511"/>
            <a:chExt cx="397525" cy="348670"/>
          </a:xfrm>
        </p:grpSpPr>
        <p:sp>
          <p:nvSpPr>
            <p:cNvPr id="13936" name="Google Shape;13936;p73"/>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73"/>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8" name="Google Shape;13938;p73"/>
          <p:cNvGrpSpPr/>
          <p:nvPr/>
        </p:nvGrpSpPr>
        <p:grpSpPr>
          <a:xfrm>
            <a:off x="3584201" y="4120746"/>
            <a:ext cx="267574" cy="329415"/>
            <a:chOff x="3584201" y="4294996"/>
            <a:chExt cx="267574" cy="329415"/>
          </a:xfrm>
        </p:grpSpPr>
        <p:sp>
          <p:nvSpPr>
            <p:cNvPr id="13939" name="Google Shape;13939;p73"/>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73"/>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73"/>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73"/>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3" name="Google Shape;13943;p73"/>
          <p:cNvGrpSpPr/>
          <p:nvPr/>
        </p:nvGrpSpPr>
        <p:grpSpPr>
          <a:xfrm>
            <a:off x="3082855" y="4121478"/>
            <a:ext cx="375946" cy="327823"/>
            <a:chOff x="3082855" y="4295728"/>
            <a:chExt cx="375946" cy="327823"/>
          </a:xfrm>
        </p:grpSpPr>
        <p:sp>
          <p:nvSpPr>
            <p:cNvPr id="13944" name="Google Shape;13944;p73"/>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73"/>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73"/>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73"/>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73"/>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73"/>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73"/>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73"/>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73"/>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73"/>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73"/>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73"/>
          <p:cNvGrpSpPr/>
          <p:nvPr/>
        </p:nvGrpSpPr>
        <p:grpSpPr>
          <a:xfrm>
            <a:off x="2749016" y="4116926"/>
            <a:ext cx="150831" cy="336926"/>
            <a:chOff x="2749016" y="4291176"/>
            <a:chExt cx="150831" cy="336926"/>
          </a:xfrm>
        </p:grpSpPr>
        <p:sp>
          <p:nvSpPr>
            <p:cNvPr id="13956" name="Google Shape;13956;p73"/>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73"/>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73"/>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73"/>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0" name="Google Shape;13960;p73"/>
          <p:cNvGrpSpPr/>
          <p:nvPr/>
        </p:nvGrpSpPr>
        <p:grpSpPr>
          <a:xfrm>
            <a:off x="7127716" y="4105182"/>
            <a:ext cx="248254" cy="361942"/>
            <a:chOff x="7127716" y="4279432"/>
            <a:chExt cx="248254" cy="361942"/>
          </a:xfrm>
        </p:grpSpPr>
        <p:sp>
          <p:nvSpPr>
            <p:cNvPr id="13961" name="Google Shape;13961;p73"/>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73"/>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73"/>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73"/>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73"/>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73"/>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73"/>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73"/>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73"/>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0" name="Google Shape;13970;p73"/>
          <p:cNvGrpSpPr/>
          <p:nvPr/>
        </p:nvGrpSpPr>
        <p:grpSpPr>
          <a:xfrm>
            <a:off x="7565408" y="4105182"/>
            <a:ext cx="248255" cy="361942"/>
            <a:chOff x="7565408" y="4279432"/>
            <a:chExt cx="248255" cy="361942"/>
          </a:xfrm>
        </p:grpSpPr>
        <p:sp>
          <p:nvSpPr>
            <p:cNvPr id="13971" name="Google Shape;13971;p73"/>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73"/>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73"/>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73"/>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73"/>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73"/>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73"/>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73"/>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9" name="Google Shape;13979;p73"/>
          <p:cNvGrpSpPr/>
          <p:nvPr/>
        </p:nvGrpSpPr>
        <p:grpSpPr>
          <a:xfrm>
            <a:off x="6264109" y="4105182"/>
            <a:ext cx="225498" cy="361560"/>
            <a:chOff x="6264109" y="4279432"/>
            <a:chExt cx="225498" cy="361560"/>
          </a:xfrm>
        </p:grpSpPr>
        <p:sp>
          <p:nvSpPr>
            <p:cNvPr id="13980" name="Google Shape;13980;p73"/>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73"/>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2" name="Google Shape;13982;p73"/>
          <p:cNvGrpSpPr/>
          <p:nvPr/>
        </p:nvGrpSpPr>
        <p:grpSpPr>
          <a:xfrm>
            <a:off x="7929578" y="4110115"/>
            <a:ext cx="395266" cy="351312"/>
            <a:chOff x="7929578" y="4284365"/>
            <a:chExt cx="395266" cy="351312"/>
          </a:xfrm>
        </p:grpSpPr>
        <p:sp>
          <p:nvSpPr>
            <p:cNvPr id="13983" name="Google Shape;13983;p73"/>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73"/>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73"/>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73"/>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7" name="Google Shape;13987;p73"/>
          <p:cNvGrpSpPr/>
          <p:nvPr/>
        </p:nvGrpSpPr>
        <p:grpSpPr>
          <a:xfrm>
            <a:off x="6595502" y="4149527"/>
            <a:ext cx="426315" cy="332826"/>
            <a:chOff x="6639652" y="4323777"/>
            <a:chExt cx="426315" cy="332826"/>
          </a:xfrm>
        </p:grpSpPr>
        <p:sp>
          <p:nvSpPr>
            <p:cNvPr id="13988" name="Google Shape;13988;p73"/>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73"/>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73"/>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73"/>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73"/>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73"/>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73"/>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73"/>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73"/>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73"/>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8" name="Google Shape;13998;p73"/>
          <p:cNvGrpSpPr/>
          <p:nvPr/>
        </p:nvGrpSpPr>
        <p:grpSpPr>
          <a:xfrm>
            <a:off x="5357662" y="4123387"/>
            <a:ext cx="287275" cy="326296"/>
            <a:chOff x="5357662" y="4297637"/>
            <a:chExt cx="287275" cy="326296"/>
          </a:xfrm>
        </p:grpSpPr>
        <p:sp>
          <p:nvSpPr>
            <p:cNvPr id="13999" name="Google Shape;13999;p73"/>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73"/>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73"/>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73"/>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73"/>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4" name="Google Shape;14004;p73"/>
          <p:cNvGrpSpPr/>
          <p:nvPr/>
        </p:nvGrpSpPr>
        <p:grpSpPr>
          <a:xfrm>
            <a:off x="5774124" y="4120300"/>
            <a:ext cx="331611" cy="331674"/>
            <a:chOff x="5774124" y="4294550"/>
            <a:chExt cx="331611" cy="331674"/>
          </a:xfrm>
        </p:grpSpPr>
        <p:sp>
          <p:nvSpPr>
            <p:cNvPr id="14005" name="Google Shape;14005;p73"/>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73"/>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73"/>
          <p:cNvGrpSpPr/>
          <p:nvPr/>
        </p:nvGrpSpPr>
        <p:grpSpPr>
          <a:xfrm>
            <a:off x="4890434" y="4113139"/>
            <a:ext cx="345997" cy="346029"/>
            <a:chOff x="4890434" y="4287389"/>
            <a:chExt cx="345997" cy="346029"/>
          </a:xfrm>
        </p:grpSpPr>
        <p:sp>
          <p:nvSpPr>
            <p:cNvPr id="14008" name="Google Shape;14008;p73"/>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73"/>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73"/>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73"/>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73"/>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73"/>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73"/>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5" name="Google Shape;14015;p73"/>
          <p:cNvGrpSpPr/>
          <p:nvPr/>
        </p:nvGrpSpPr>
        <p:grpSpPr>
          <a:xfrm>
            <a:off x="2165809" y="3636809"/>
            <a:ext cx="422542" cy="342973"/>
            <a:chOff x="2165809" y="3811059"/>
            <a:chExt cx="422542" cy="342973"/>
          </a:xfrm>
        </p:grpSpPr>
        <p:sp>
          <p:nvSpPr>
            <p:cNvPr id="14016" name="Google Shape;14016;p73"/>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73"/>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73"/>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73"/>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73"/>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73"/>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73"/>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73"/>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73"/>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73"/>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73"/>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73"/>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73"/>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73"/>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73"/>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73"/>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73"/>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73"/>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34" name="Google Shape;14034;p73"/>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35" name="Google Shape;14035;p73"/>
          <p:cNvGrpSpPr/>
          <p:nvPr/>
        </p:nvGrpSpPr>
        <p:grpSpPr>
          <a:xfrm>
            <a:off x="903530" y="3631875"/>
            <a:ext cx="264550" cy="353222"/>
            <a:chOff x="903530" y="3806125"/>
            <a:chExt cx="264550" cy="353222"/>
          </a:xfrm>
        </p:grpSpPr>
        <p:sp>
          <p:nvSpPr>
            <p:cNvPr id="14036" name="Google Shape;14036;p73"/>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73"/>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73"/>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73"/>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0" name="Google Shape;14040;p73"/>
          <p:cNvGrpSpPr/>
          <p:nvPr/>
        </p:nvGrpSpPr>
        <p:grpSpPr>
          <a:xfrm>
            <a:off x="850092" y="3178684"/>
            <a:ext cx="369517" cy="375660"/>
            <a:chOff x="850092" y="3352934"/>
            <a:chExt cx="369517" cy="375660"/>
          </a:xfrm>
        </p:grpSpPr>
        <p:sp>
          <p:nvSpPr>
            <p:cNvPr id="14041" name="Google Shape;14041;p73"/>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73"/>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73"/>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73"/>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73"/>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6" name="Google Shape;14046;p73"/>
          <p:cNvGrpSpPr/>
          <p:nvPr/>
        </p:nvGrpSpPr>
        <p:grpSpPr>
          <a:xfrm>
            <a:off x="2611458" y="3642124"/>
            <a:ext cx="426329" cy="332375"/>
            <a:chOff x="2611458" y="3816374"/>
            <a:chExt cx="426329" cy="332375"/>
          </a:xfrm>
        </p:grpSpPr>
        <p:sp>
          <p:nvSpPr>
            <p:cNvPr id="14047" name="Google Shape;14047;p73"/>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73"/>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73"/>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73"/>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73"/>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73"/>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73"/>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73"/>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73"/>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73"/>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7" name="Google Shape;14057;p73"/>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8" name="Google Shape;14058;p73"/>
          <p:cNvGrpSpPr/>
          <p:nvPr/>
        </p:nvGrpSpPr>
        <p:grpSpPr>
          <a:xfrm>
            <a:off x="4019984" y="3631143"/>
            <a:ext cx="293704" cy="353954"/>
            <a:chOff x="4019984" y="3805393"/>
            <a:chExt cx="293704" cy="353954"/>
          </a:xfrm>
        </p:grpSpPr>
        <p:sp>
          <p:nvSpPr>
            <p:cNvPr id="14059" name="Google Shape;14059;p73"/>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73"/>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1" name="Google Shape;14061;p73"/>
          <p:cNvGrpSpPr/>
          <p:nvPr/>
        </p:nvGrpSpPr>
        <p:grpSpPr>
          <a:xfrm>
            <a:off x="8006505" y="3215794"/>
            <a:ext cx="323654" cy="303189"/>
            <a:chOff x="8006505" y="3390044"/>
            <a:chExt cx="323654" cy="303189"/>
          </a:xfrm>
        </p:grpSpPr>
        <p:sp>
          <p:nvSpPr>
            <p:cNvPr id="14062" name="Google Shape;14062;p73"/>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73"/>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73"/>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73"/>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73"/>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73"/>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73"/>
          <p:cNvGrpSpPr/>
          <p:nvPr/>
        </p:nvGrpSpPr>
        <p:grpSpPr>
          <a:xfrm>
            <a:off x="1299146" y="3632257"/>
            <a:ext cx="367990" cy="351312"/>
            <a:chOff x="1299146" y="3806507"/>
            <a:chExt cx="367990" cy="351312"/>
          </a:xfrm>
        </p:grpSpPr>
        <p:sp>
          <p:nvSpPr>
            <p:cNvPr id="14069" name="Google Shape;14069;p73"/>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73"/>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1" name="Google Shape;14071;p73"/>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2" name="Google Shape;14072;p73"/>
          <p:cNvGrpSpPr/>
          <p:nvPr/>
        </p:nvGrpSpPr>
        <p:grpSpPr>
          <a:xfrm>
            <a:off x="3095745" y="3631143"/>
            <a:ext cx="352840" cy="354717"/>
            <a:chOff x="3095745" y="3805393"/>
            <a:chExt cx="352840" cy="354717"/>
          </a:xfrm>
        </p:grpSpPr>
        <p:sp>
          <p:nvSpPr>
            <p:cNvPr id="14073" name="Google Shape;14073;p73"/>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73"/>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73"/>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73"/>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73"/>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73"/>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9" name="Google Shape;14079;p73"/>
          <p:cNvGrpSpPr/>
          <p:nvPr/>
        </p:nvGrpSpPr>
        <p:grpSpPr>
          <a:xfrm>
            <a:off x="7550258" y="3658420"/>
            <a:ext cx="371395" cy="301279"/>
            <a:chOff x="7550258" y="3832670"/>
            <a:chExt cx="371395" cy="301279"/>
          </a:xfrm>
        </p:grpSpPr>
        <p:sp>
          <p:nvSpPr>
            <p:cNvPr id="14080" name="Google Shape;14080;p73"/>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73"/>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73"/>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73"/>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73"/>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73"/>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73"/>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73"/>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73"/>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73"/>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73"/>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73"/>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73"/>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73"/>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73"/>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73"/>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73"/>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73"/>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98" name="Google Shape;14098;p73"/>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99" name="Google Shape;14099;p73"/>
          <p:cNvGrpSpPr/>
          <p:nvPr/>
        </p:nvGrpSpPr>
        <p:grpSpPr>
          <a:xfrm>
            <a:off x="6659725" y="3633785"/>
            <a:ext cx="367608" cy="350548"/>
            <a:chOff x="6659725" y="3808035"/>
            <a:chExt cx="367608" cy="350548"/>
          </a:xfrm>
        </p:grpSpPr>
        <p:sp>
          <p:nvSpPr>
            <p:cNvPr id="14100" name="Google Shape;14100;p73"/>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73"/>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2" name="Google Shape;14102;p73"/>
          <p:cNvGrpSpPr/>
          <p:nvPr/>
        </p:nvGrpSpPr>
        <p:grpSpPr>
          <a:xfrm>
            <a:off x="6219391" y="3642506"/>
            <a:ext cx="356627" cy="334252"/>
            <a:chOff x="6219391" y="3816756"/>
            <a:chExt cx="356627" cy="334252"/>
          </a:xfrm>
        </p:grpSpPr>
        <p:sp>
          <p:nvSpPr>
            <p:cNvPr id="14103" name="Google Shape;14103;p73"/>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73"/>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73"/>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73"/>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7" name="Google Shape;14107;p73"/>
          <p:cNvGrpSpPr/>
          <p:nvPr/>
        </p:nvGrpSpPr>
        <p:grpSpPr>
          <a:xfrm>
            <a:off x="5778676" y="3652722"/>
            <a:ext cx="349052" cy="313055"/>
            <a:chOff x="5778676" y="3826972"/>
            <a:chExt cx="349052" cy="313055"/>
          </a:xfrm>
        </p:grpSpPr>
        <p:sp>
          <p:nvSpPr>
            <p:cNvPr id="14108" name="Google Shape;14108;p73"/>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73"/>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73"/>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73"/>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73"/>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3" name="Google Shape;14113;p73"/>
          <p:cNvGrpSpPr/>
          <p:nvPr/>
        </p:nvGrpSpPr>
        <p:grpSpPr>
          <a:xfrm>
            <a:off x="5355784" y="3660297"/>
            <a:ext cx="299019" cy="297905"/>
            <a:chOff x="5355784" y="3834547"/>
            <a:chExt cx="299019" cy="297905"/>
          </a:xfrm>
        </p:grpSpPr>
        <p:sp>
          <p:nvSpPr>
            <p:cNvPr id="14114" name="Google Shape;14114;p73"/>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73"/>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73"/>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73"/>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8" name="Google Shape;14118;p73"/>
          <p:cNvGrpSpPr/>
          <p:nvPr/>
        </p:nvGrpSpPr>
        <p:grpSpPr>
          <a:xfrm>
            <a:off x="8036455" y="3633021"/>
            <a:ext cx="292176" cy="353985"/>
            <a:chOff x="8036455" y="3807271"/>
            <a:chExt cx="292176" cy="353985"/>
          </a:xfrm>
        </p:grpSpPr>
        <p:sp>
          <p:nvSpPr>
            <p:cNvPr id="14119" name="Google Shape;14119;p73"/>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73"/>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21" name="Google Shape;14121;p73"/>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4122" name="Google Shape;14122;p73"/>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4123" name="Google Shape;14123;p73"/>
          <p:cNvGrpSpPr/>
          <p:nvPr/>
        </p:nvGrpSpPr>
        <p:grpSpPr>
          <a:xfrm>
            <a:off x="4874902" y="3634549"/>
            <a:ext cx="345615" cy="350835"/>
            <a:chOff x="4874902" y="3808799"/>
            <a:chExt cx="345615" cy="350835"/>
          </a:xfrm>
        </p:grpSpPr>
        <p:sp>
          <p:nvSpPr>
            <p:cNvPr id="14124" name="Google Shape;14124;p73"/>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73"/>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73"/>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73"/>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73"/>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73"/>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73"/>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73"/>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73"/>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73"/>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73"/>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73"/>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73"/>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73"/>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73"/>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73"/>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73"/>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44"/>
        <p:cNvGrpSpPr/>
        <p:nvPr/>
      </p:nvGrpSpPr>
      <p:grpSpPr>
        <a:xfrm>
          <a:off x="0" y="0"/>
          <a:ext cx="0" cy="0"/>
          <a:chOff x="0" y="0"/>
          <a:chExt cx="0" cy="0"/>
        </a:xfrm>
      </p:grpSpPr>
      <p:grpSp>
        <p:nvGrpSpPr>
          <p:cNvPr id="14145" name="Google Shape;14145;p74"/>
          <p:cNvGrpSpPr/>
          <p:nvPr/>
        </p:nvGrpSpPr>
        <p:grpSpPr>
          <a:xfrm>
            <a:off x="2704005" y="4083381"/>
            <a:ext cx="342144" cy="362704"/>
            <a:chOff x="2704005" y="4258781"/>
            <a:chExt cx="342144" cy="362704"/>
          </a:xfrm>
        </p:grpSpPr>
        <p:sp>
          <p:nvSpPr>
            <p:cNvPr id="14146" name="Google Shape;14146;p74"/>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74"/>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74"/>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74"/>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74"/>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74"/>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74"/>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3" name="Google Shape;14153;p74"/>
          <p:cNvGrpSpPr/>
          <p:nvPr/>
        </p:nvGrpSpPr>
        <p:grpSpPr>
          <a:xfrm>
            <a:off x="2157462" y="4083096"/>
            <a:ext cx="347435" cy="363370"/>
            <a:chOff x="2157462" y="4258496"/>
            <a:chExt cx="347435" cy="363370"/>
          </a:xfrm>
        </p:grpSpPr>
        <p:sp>
          <p:nvSpPr>
            <p:cNvPr id="14154" name="Google Shape;14154;p74"/>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74"/>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74"/>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74"/>
          <p:cNvGrpSpPr/>
          <p:nvPr/>
        </p:nvGrpSpPr>
        <p:grpSpPr>
          <a:xfrm>
            <a:off x="4010963" y="3588381"/>
            <a:ext cx="343665" cy="363211"/>
            <a:chOff x="4010963" y="3763781"/>
            <a:chExt cx="343665" cy="363211"/>
          </a:xfrm>
        </p:grpSpPr>
        <p:sp>
          <p:nvSpPr>
            <p:cNvPr id="14158" name="Google Shape;14158;p74"/>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74"/>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74"/>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74"/>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74"/>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3" name="Google Shape;14163;p74"/>
          <p:cNvGrpSpPr/>
          <p:nvPr/>
        </p:nvGrpSpPr>
        <p:grpSpPr>
          <a:xfrm>
            <a:off x="2214042" y="3635109"/>
            <a:ext cx="368153" cy="311193"/>
            <a:chOff x="2214042" y="3810509"/>
            <a:chExt cx="368153" cy="311193"/>
          </a:xfrm>
        </p:grpSpPr>
        <p:sp>
          <p:nvSpPr>
            <p:cNvPr id="14164" name="Google Shape;14164;p74"/>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74"/>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74"/>
          <p:cNvGrpSpPr/>
          <p:nvPr/>
        </p:nvGrpSpPr>
        <p:grpSpPr>
          <a:xfrm>
            <a:off x="1768938" y="3606819"/>
            <a:ext cx="367805" cy="367773"/>
            <a:chOff x="1768938" y="3782219"/>
            <a:chExt cx="367805" cy="367773"/>
          </a:xfrm>
        </p:grpSpPr>
        <p:sp>
          <p:nvSpPr>
            <p:cNvPr id="14167" name="Google Shape;14167;p74"/>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74"/>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74"/>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74"/>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74"/>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2" name="Google Shape;14172;p74"/>
          <p:cNvGrpSpPr/>
          <p:nvPr/>
        </p:nvGrpSpPr>
        <p:grpSpPr>
          <a:xfrm>
            <a:off x="2681385" y="3623039"/>
            <a:ext cx="325544" cy="327413"/>
            <a:chOff x="2681385" y="3798439"/>
            <a:chExt cx="325544" cy="327413"/>
          </a:xfrm>
        </p:grpSpPr>
        <p:sp>
          <p:nvSpPr>
            <p:cNvPr id="14173" name="Google Shape;14173;p74"/>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74"/>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74"/>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74"/>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74"/>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74"/>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74"/>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0" name="Google Shape;14180;p74"/>
          <p:cNvGrpSpPr/>
          <p:nvPr/>
        </p:nvGrpSpPr>
        <p:grpSpPr>
          <a:xfrm>
            <a:off x="6243928" y="4088102"/>
            <a:ext cx="274254" cy="350824"/>
            <a:chOff x="6243928" y="4263502"/>
            <a:chExt cx="274254" cy="350824"/>
          </a:xfrm>
        </p:grpSpPr>
        <p:sp>
          <p:nvSpPr>
            <p:cNvPr id="14181" name="Google Shape;14181;p74"/>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74"/>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74"/>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74"/>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74"/>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74"/>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74"/>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74"/>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9" name="Google Shape;14189;p74"/>
          <p:cNvGrpSpPr/>
          <p:nvPr/>
        </p:nvGrpSpPr>
        <p:grpSpPr>
          <a:xfrm>
            <a:off x="3560600" y="3587938"/>
            <a:ext cx="352345" cy="363655"/>
            <a:chOff x="3560600" y="3763338"/>
            <a:chExt cx="352345" cy="363655"/>
          </a:xfrm>
        </p:grpSpPr>
        <p:sp>
          <p:nvSpPr>
            <p:cNvPr id="14190" name="Google Shape;14190;p74"/>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74"/>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74"/>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74"/>
          <p:cNvGrpSpPr/>
          <p:nvPr/>
        </p:nvGrpSpPr>
        <p:grpSpPr>
          <a:xfrm>
            <a:off x="5790556" y="4085852"/>
            <a:ext cx="279513" cy="356083"/>
            <a:chOff x="5790556" y="4261252"/>
            <a:chExt cx="279513" cy="356083"/>
          </a:xfrm>
        </p:grpSpPr>
        <p:sp>
          <p:nvSpPr>
            <p:cNvPr id="14194" name="Google Shape;14194;p74"/>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74"/>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74"/>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74"/>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74"/>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74"/>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74"/>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1" name="Google Shape;14201;p74"/>
          <p:cNvGrpSpPr/>
          <p:nvPr/>
        </p:nvGrpSpPr>
        <p:grpSpPr>
          <a:xfrm>
            <a:off x="5341333" y="4085852"/>
            <a:ext cx="278752" cy="356463"/>
            <a:chOff x="5341333" y="4261252"/>
            <a:chExt cx="278752" cy="356463"/>
          </a:xfrm>
        </p:grpSpPr>
        <p:sp>
          <p:nvSpPr>
            <p:cNvPr id="14202" name="Google Shape;14202;p74"/>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74"/>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74"/>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74"/>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74"/>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74"/>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74"/>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09" name="Google Shape;14209;p74"/>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10" name="Google Shape;14210;p74"/>
          <p:cNvGrpSpPr/>
          <p:nvPr/>
        </p:nvGrpSpPr>
        <p:grpSpPr>
          <a:xfrm>
            <a:off x="3103646" y="3590676"/>
            <a:ext cx="360233" cy="362451"/>
            <a:chOff x="3107608" y="3763401"/>
            <a:chExt cx="360233" cy="362451"/>
          </a:xfrm>
        </p:grpSpPr>
        <p:sp>
          <p:nvSpPr>
            <p:cNvPr id="14211" name="Google Shape;14211;p74"/>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74"/>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74"/>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4" name="Google Shape;14214;p74"/>
          <p:cNvGrpSpPr/>
          <p:nvPr/>
        </p:nvGrpSpPr>
        <p:grpSpPr>
          <a:xfrm>
            <a:off x="889343" y="3625827"/>
            <a:ext cx="351585" cy="339705"/>
            <a:chOff x="889343" y="3801227"/>
            <a:chExt cx="351585" cy="339705"/>
          </a:xfrm>
        </p:grpSpPr>
        <p:sp>
          <p:nvSpPr>
            <p:cNvPr id="14215" name="Google Shape;14215;p74"/>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74"/>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74"/>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74"/>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74"/>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0" name="Google Shape;14220;p74"/>
          <p:cNvGrpSpPr/>
          <p:nvPr/>
        </p:nvGrpSpPr>
        <p:grpSpPr>
          <a:xfrm>
            <a:off x="4896609" y="4085472"/>
            <a:ext cx="278784" cy="355323"/>
            <a:chOff x="4896609" y="4260872"/>
            <a:chExt cx="278784" cy="355323"/>
          </a:xfrm>
        </p:grpSpPr>
        <p:sp>
          <p:nvSpPr>
            <p:cNvPr id="14221" name="Google Shape;14221;p74"/>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74"/>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74"/>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74"/>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74"/>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74"/>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7" name="Google Shape;14227;p74"/>
          <p:cNvGrpSpPr/>
          <p:nvPr/>
        </p:nvGrpSpPr>
        <p:grpSpPr>
          <a:xfrm>
            <a:off x="7598438" y="4090731"/>
            <a:ext cx="260283" cy="345914"/>
            <a:chOff x="7598438" y="4266131"/>
            <a:chExt cx="260283" cy="345914"/>
          </a:xfrm>
        </p:grpSpPr>
        <p:sp>
          <p:nvSpPr>
            <p:cNvPr id="14228" name="Google Shape;14228;p74"/>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74"/>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74"/>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74"/>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74"/>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74"/>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74"/>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74"/>
          <p:cNvGrpSpPr/>
          <p:nvPr/>
        </p:nvGrpSpPr>
        <p:grpSpPr>
          <a:xfrm>
            <a:off x="1767069" y="3184746"/>
            <a:ext cx="286324" cy="348163"/>
            <a:chOff x="1767069" y="3360146"/>
            <a:chExt cx="286324" cy="348163"/>
          </a:xfrm>
        </p:grpSpPr>
        <p:sp>
          <p:nvSpPr>
            <p:cNvPr id="14236" name="Google Shape;14236;p74"/>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74"/>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74"/>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74"/>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74"/>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74"/>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74"/>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3" name="Google Shape;14243;p74"/>
          <p:cNvGrpSpPr/>
          <p:nvPr/>
        </p:nvGrpSpPr>
        <p:grpSpPr>
          <a:xfrm>
            <a:off x="7149944" y="4090731"/>
            <a:ext cx="260283" cy="345914"/>
            <a:chOff x="7149944" y="4266131"/>
            <a:chExt cx="260283" cy="345914"/>
          </a:xfrm>
        </p:grpSpPr>
        <p:sp>
          <p:nvSpPr>
            <p:cNvPr id="14244" name="Google Shape;14244;p74"/>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74"/>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74"/>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74"/>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74"/>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74"/>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0" name="Google Shape;14250;p74"/>
          <p:cNvGrpSpPr/>
          <p:nvPr/>
        </p:nvGrpSpPr>
        <p:grpSpPr>
          <a:xfrm>
            <a:off x="6695051" y="4083951"/>
            <a:ext cx="270104" cy="360233"/>
            <a:chOff x="6695051" y="4259351"/>
            <a:chExt cx="270104" cy="360233"/>
          </a:xfrm>
        </p:grpSpPr>
        <p:sp>
          <p:nvSpPr>
            <p:cNvPr id="14251" name="Google Shape;14251;p74"/>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74"/>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74"/>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74"/>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5" name="Google Shape;14255;p74"/>
          <p:cNvGrpSpPr/>
          <p:nvPr/>
        </p:nvGrpSpPr>
        <p:grpSpPr>
          <a:xfrm>
            <a:off x="8047661" y="4082051"/>
            <a:ext cx="277263" cy="362514"/>
            <a:chOff x="8047661" y="4257451"/>
            <a:chExt cx="277263" cy="362514"/>
          </a:xfrm>
        </p:grpSpPr>
        <p:sp>
          <p:nvSpPr>
            <p:cNvPr id="14256" name="Google Shape;14256;p74"/>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74"/>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74"/>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74"/>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0" name="Google Shape;14260;p74"/>
          <p:cNvGrpSpPr/>
          <p:nvPr/>
        </p:nvGrpSpPr>
        <p:grpSpPr>
          <a:xfrm>
            <a:off x="6248078" y="3609068"/>
            <a:ext cx="277263" cy="356115"/>
            <a:chOff x="6248078" y="3784468"/>
            <a:chExt cx="277263" cy="356115"/>
          </a:xfrm>
        </p:grpSpPr>
        <p:sp>
          <p:nvSpPr>
            <p:cNvPr id="14261" name="Google Shape;14261;p74"/>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74"/>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74"/>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74"/>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74"/>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6" name="Google Shape;14266;p74"/>
          <p:cNvGrpSpPr/>
          <p:nvPr/>
        </p:nvGrpSpPr>
        <p:grpSpPr>
          <a:xfrm>
            <a:off x="5800725" y="3610589"/>
            <a:ext cx="277644" cy="354594"/>
            <a:chOff x="5800725" y="3785989"/>
            <a:chExt cx="277644" cy="354594"/>
          </a:xfrm>
        </p:grpSpPr>
        <p:sp>
          <p:nvSpPr>
            <p:cNvPr id="14267" name="Google Shape;14267;p74"/>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74"/>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74"/>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74"/>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74"/>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74"/>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74"/>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4" name="Google Shape;14274;p74"/>
          <p:cNvGrpSpPr/>
          <p:nvPr/>
        </p:nvGrpSpPr>
        <p:grpSpPr>
          <a:xfrm>
            <a:off x="2206122" y="3185348"/>
            <a:ext cx="308183" cy="347561"/>
            <a:chOff x="2206122" y="3360748"/>
            <a:chExt cx="308183" cy="347561"/>
          </a:xfrm>
        </p:grpSpPr>
        <p:sp>
          <p:nvSpPr>
            <p:cNvPr id="14275" name="Google Shape;14275;p74"/>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74"/>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74"/>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74"/>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74"/>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0" name="Google Shape;14280;p74"/>
          <p:cNvGrpSpPr/>
          <p:nvPr/>
        </p:nvGrpSpPr>
        <p:grpSpPr>
          <a:xfrm>
            <a:off x="5353403" y="3610209"/>
            <a:ext cx="277992" cy="354974"/>
            <a:chOff x="5353403" y="3785609"/>
            <a:chExt cx="277992" cy="354974"/>
          </a:xfrm>
        </p:grpSpPr>
        <p:sp>
          <p:nvSpPr>
            <p:cNvPr id="14281" name="Google Shape;14281;p74"/>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74"/>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74"/>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74"/>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74"/>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74"/>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74"/>
          <p:cNvGrpSpPr/>
          <p:nvPr/>
        </p:nvGrpSpPr>
        <p:grpSpPr>
          <a:xfrm>
            <a:off x="4896229" y="3610589"/>
            <a:ext cx="278784" cy="354594"/>
            <a:chOff x="4896229" y="3785989"/>
            <a:chExt cx="278784" cy="354594"/>
          </a:xfrm>
        </p:grpSpPr>
        <p:sp>
          <p:nvSpPr>
            <p:cNvPr id="14288" name="Google Shape;14288;p74"/>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74"/>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74"/>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74"/>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74"/>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74"/>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4" name="Google Shape;14294;p74"/>
          <p:cNvGrpSpPr/>
          <p:nvPr/>
        </p:nvGrpSpPr>
        <p:grpSpPr>
          <a:xfrm>
            <a:off x="7592387" y="3612458"/>
            <a:ext cx="273874" cy="351204"/>
            <a:chOff x="7592387" y="3787858"/>
            <a:chExt cx="273874" cy="351204"/>
          </a:xfrm>
        </p:grpSpPr>
        <p:sp>
          <p:nvSpPr>
            <p:cNvPr id="14295" name="Google Shape;14295;p74"/>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74"/>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74"/>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74"/>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9" name="Google Shape;14299;p74"/>
          <p:cNvGrpSpPr/>
          <p:nvPr/>
        </p:nvGrpSpPr>
        <p:grpSpPr>
          <a:xfrm>
            <a:off x="7145794" y="3612458"/>
            <a:ext cx="274254" cy="350444"/>
            <a:chOff x="7145794" y="3787858"/>
            <a:chExt cx="274254" cy="350444"/>
          </a:xfrm>
        </p:grpSpPr>
        <p:sp>
          <p:nvSpPr>
            <p:cNvPr id="14300" name="Google Shape;14300;p74"/>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74"/>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74"/>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74"/>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74"/>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74"/>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74"/>
          <p:cNvGrpSpPr/>
          <p:nvPr/>
        </p:nvGrpSpPr>
        <p:grpSpPr>
          <a:xfrm>
            <a:off x="8054060" y="3611698"/>
            <a:ext cx="266334" cy="353834"/>
            <a:chOff x="8054060" y="3787098"/>
            <a:chExt cx="266334" cy="353834"/>
          </a:xfrm>
        </p:grpSpPr>
        <p:sp>
          <p:nvSpPr>
            <p:cNvPr id="14307" name="Google Shape;14307;p74"/>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74"/>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74"/>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74"/>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1" name="Google Shape;14311;p74"/>
          <p:cNvGrpSpPr/>
          <p:nvPr/>
        </p:nvGrpSpPr>
        <p:grpSpPr>
          <a:xfrm>
            <a:off x="6702211" y="3607199"/>
            <a:ext cx="270104" cy="361754"/>
            <a:chOff x="6702211" y="3782599"/>
            <a:chExt cx="270104" cy="361754"/>
          </a:xfrm>
        </p:grpSpPr>
        <p:sp>
          <p:nvSpPr>
            <p:cNvPr id="14312" name="Google Shape;14312;p74"/>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74"/>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74"/>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74"/>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74"/>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7" name="Google Shape;14317;p74"/>
          <p:cNvGrpSpPr/>
          <p:nvPr/>
        </p:nvGrpSpPr>
        <p:grpSpPr>
          <a:xfrm>
            <a:off x="3516886" y="3263327"/>
            <a:ext cx="391854" cy="269922"/>
            <a:chOff x="3516850" y="3406526"/>
            <a:chExt cx="369674" cy="254644"/>
          </a:xfrm>
        </p:grpSpPr>
        <p:sp>
          <p:nvSpPr>
            <p:cNvPr id="14318" name="Google Shape;14318;p74"/>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74"/>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74"/>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74"/>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2" name="Google Shape;14322;p74"/>
          <p:cNvGrpSpPr/>
          <p:nvPr/>
        </p:nvGrpSpPr>
        <p:grpSpPr>
          <a:xfrm>
            <a:off x="1310655" y="3185127"/>
            <a:ext cx="306314" cy="347403"/>
            <a:chOff x="1310655" y="3360527"/>
            <a:chExt cx="306314" cy="347403"/>
          </a:xfrm>
        </p:grpSpPr>
        <p:sp>
          <p:nvSpPr>
            <p:cNvPr id="14323" name="Google Shape;14323;p74"/>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74"/>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74"/>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74"/>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74"/>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8" name="Google Shape;14328;p74"/>
          <p:cNvGrpSpPr/>
          <p:nvPr/>
        </p:nvGrpSpPr>
        <p:grpSpPr>
          <a:xfrm>
            <a:off x="3119678" y="3184746"/>
            <a:ext cx="269343" cy="348543"/>
            <a:chOff x="3119678" y="3360146"/>
            <a:chExt cx="269343" cy="348543"/>
          </a:xfrm>
        </p:grpSpPr>
        <p:sp>
          <p:nvSpPr>
            <p:cNvPr id="14329" name="Google Shape;14329;p74"/>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74"/>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74"/>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74"/>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74"/>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74"/>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74"/>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6" name="Google Shape;14336;p74"/>
          <p:cNvGrpSpPr/>
          <p:nvPr/>
        </p:nvGrpSpPr>
        <p:grpSpPr>
          <a:xfrm>
            <a:off x="3967213" y="3181547"/>
            <a:ext cx="368185" cy="354753"/>
            <a:chOff x="3967213" y="3356947"/>
            <a:chExt cx="368185" cy="354753"/>
          </a:xfrm>
        </p:grpSpPr>
        <p:sp>
          <p:nvSpPr>
            <p:cNvPr id="14337" name="Google Shape;14337;p74"/>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74"/>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74"/>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74"/>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74"/>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2" name="Google Shape;14342;p74"/>
          <p:cNvGrpSpPr/>
          <p:nvPr/>
        </p:nvGrpSpPr>
        <p:grpSpPr>
          <a:xfrm>
            <a:off x="871254" y="3184746"/>
            <a:ext cx="285183" cy="347023"/>
            <a:chOff x="871254" y="3360146"/>
            <a:chExt cx="285183" cy="347023"/>
          </a:xfrm>
        </p:grpSpPr>
        <p:sp>
          <p:nvSpPr>
            <p:cNvPr id="14343" name="Google Shape;14343;p74"/>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74"/>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74"/>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74"/>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7" name="Google Shape;14347;p74"/>
          <p:cNvGrpSpPr/>
          <p:nvPr/>
        </p:nvGrpSpPr>
        <p:grpSpPr>
          <a:xfrm>
            <a:off x="2665165" y="3184746"/>
            <a:ext cx="281794" cy="349684"/>
            <a:chOff x="2665165" y="3360146"/>
            <a:chExt cx="281794" cy="349684"/>
          </a:xfrm>
        </p:grpSpPr>
        <p:sp>
          <p:nvSpPr>
            <p:cNvPr id="14348" name="Google Shape;14348;p74"/>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74"/>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74"/>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74"/>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74"/>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3" name="Google Shape;14353;p74"/>
          <p:cNvGrpSpPr/>
          <p:nvPr/>
        </p:nvGrpSpPr>
        <p:grpSpPr>
          <a:xfrm>
            <a:off x="7156344" y="3172296"/>
            <a:ext cx="264465" cy="353074"/>
            <a:chOff x="7156344" y="3347696"/>
            <a:chExt cx="264465" cy="353074"/>
          </a:xfrm>
        </p:grpSpPr>
        <p:sp>
          <p:nvSpPr>
            <p:cNvPr id="14354" name="Google Shape;14354;p74"/>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74"/>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74"/>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74"/>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74"/>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9" name="Google Shape;14359;p74"/>
          <p:cNvGrpSpPr/>
          <p:nvPr/>
        </p:nvGrpSpPr>
        <p:grpSpPr>
          <a:xfrm>
            <a:off x="6703732" y="3171536"/>
            <a:ext cx="264813" cy="352693"/>
            <a:chOff x="6703732" y="3346936"/>
            <a:chExt cx="264813" cy="352693"/>
          </a:xfrm>
        </p:grpSpPr>
        <p:sp>
          <p:nvSpPr>
            <p:cNvPr id="14360" name="Google Shape;14360;p74"/>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74"/>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74"/>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74"/>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74"/>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74"/>
          <p:cNvGrpSpPr/>
          <p:nvPr/>
        </p:nvGrpSpPr>
        <p:grpSpPr>
          <a:xfrm>
            <a:off x="6252228" y="3171536"/>
            <a:ext cx="265193" cy="352693"/>
            <a:chOff x="6252228" y="3346936"/>
            <a:chExt cx="265193" cy="352693"/>
          </a:xfrm>
        </p:grpSpPr>
        <p:sp>
          <p:nvSpPr>
            <p:cNvPr id="14366" name="Google Shape;14366;p74"/>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74"/>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74"/>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74"/>
          <p:cNvGrpSpPr/>
          <p:nvPr/>
        </p:nvGrpSpPr>
        <p:grpSpPr>
          <a:xfrm>
            <a:off x="5801105" y="3172296"/>
            <a:ext cx="264813" cy="351933"/>
            <a:chOff x="5801105" y="3347696"/>
            <a:chExt cx="264813" cy="351933"/>
          </a:xfrm>
        </p:grpSpPr>
        <p:sp>
          <p:nvSpPr>
            <p:cNvPr id="14370" name="Google Shape;14370;p74"/>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74"/>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74"/>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74"/>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4" name="Google Shape;14374;p74"/>
          <p:cNvGrpSpPr/>
          <p:nvPr/>
        </p:nvGrpSpPr>
        <p:grpSpPr>
          <a:xfrm>
            <a:off x="5349253" y="3171536"/>
            <a:ext cx="265922" cy="352693"/>
            <a:chOff x="5349253" y="3346936"/>
            <a:chExt cx="265922" cy="352693"/>
          </a:xfrm>
        </p:grpSpPr>
        <p:sp>
          <p:nvSpPr>
            <p:cNvPr id="14375" name="Google Shape;14375;p74"/>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74"/>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74"/>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74"/>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74"/>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74"/>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1" name="Google Shape;14381;p74"/>
          <p:cNvGrpSpPr/>
          <p:nvPr/>
        </p:nvGrpSpPr>
        <p:grpSpPr>
          <a:xfrm>
            <a:off x="4907159" y="3171536"/>
            <a:ext cx="264845" cy="354214"/>
            <a:chOff x="4907159" y="3346936"/>
            <a:chExt cx="264845" cy="354214"/>
          </a:xfrm>
        </p:grpSpPr>
        <p:sp>
          <p:nvSpPr>
            <p:cNvPr id="14382" name="Google Shape;14382;p74"/>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74"/>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4" name="Google Shape;14384;p74"/>
          <p:cNvGrpSpPr/>
          <p:nvPr/>
        </p:nvGrpSpPr>
        <p:grpSpPr>
          <a:xfrm>
            <a:off x="8048421" y="3159086"/>
            <a:ext cx="276503" cy="369674"/>
            <a:chOff x="8048421" y="3334486"/>
            <a:chExt cx="276503" cy="369674"/>
          </a:xfrm>
        </p:grpSpPr>
        <p:sp>
          <p:nvSpPr>
            <p:cNvPr id="14385" name="Google Shape;14385;p74"/>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74"/>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74"/>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74"/>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74"/>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74"/>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74"/>
          <p:cNvGrpSpPr/>
          <p:nvPr/>
        </p:nvGrpSpPr>
        <p:grpSpPr>
          <a:xfrm>
            <a:off x="7575787" y="3154555"/>
            <a:ext cx="295384" cy="376834"/>
            <a:chOff x="7575787" y="3329955"/>
            <a:chExt cx="295384" cy="376834"/>
          </a:xfrm>
        </p:grpSpPr>
        <p:sp>
          <p:nvSpPr>
            <p:cNvPr id="14392" name="Google Shape;14392;p74"/>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74"/>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74"/>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74"/>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74"/>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74"/>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8" name="Google Shape;14398;p74"/>
          <p:cNvGrpSpPr/>
          <p:nvPr/>
        </p:nvGrpSpPr>
        <p:grpSpPr>
          <a:xfrm>
            <a:off x="864062" y="2709103"/>
            <a:ext cx="264084" cy="347783"/>
            <a:chOff x="864062" y="2884503"/>
            <a:chExt cx="264084" cy="347783"/>
          </a:xfrm>
        </p:grpSpPr>
        <p:sp>
          <p:nvSpPr>
            <p:cNvPr id="14399" name="Google Shape;14399;p74"/>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74"/>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74"/>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74"/>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74"/>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74"/>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74"/>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74"/>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74"/>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74"/>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9" name="Google Shape;14409;p74"/>
          <p:cNvGrpSpPr/>
          <p:nvPr/>
        </p:nvGrpSpPr>
        <p:grpSpPr>
          <a:xfrm>
            <a:off x="3978523" y="2709261"/>
            <a:ext cx="348955" cy="346516"/>
            <a:chOff x="3978523" y="2884661"/>
            <a:chExt cx="348955" cy="346516"/>
          </a:xfrm>
        </p:grpSpPr>
        <p:sp>
          <p:nvSpPr>
            <p:cNvPr id="14410" name="Google Shape;14410;p74"/>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74"/>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74"/>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74"/>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74"/>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74"/>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74"/>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74"/>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74"/>
          <p:cNvGrpSpPr/>
          <p:nvPr/>
        </p:nvGrpSpPr>
        <p:grpSpPr>
          <a:xfrm>
            <a:off x="3527780" y="2709863"/>
            <a:ext cx="347435" cy="345534"/>
            <a:chOff x="3527780" y="2885263"/>
            <a:chExt cx="347435" cy="345534"/>
          </a:xfrm>
        </p:grpSpPr>
        <p:sp>
          <p:nvSpPr>
            <p:cNvPr id="14419" name="Google Shape;14419;p74"/>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74"/>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74"/>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74"/>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74"/>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74"/>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74"/>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74"/>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74"/>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74"/>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74"/>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74"/>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74"/>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74"/>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74"/>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74"/>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74"/>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74"/>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74"/>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74"/>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74"/>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74"/>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74"/>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2" name="Google Shape;14442;p74"/>
          <p:cNvGrpSpPr/>
          <p:nvPr/>
        </p:nvGrpSpPr>
        <p:grpSpPr>
          <a:xfrm>
            <a:off x="2239671" y="2709103"/>
            <a:ext cx="218053" cy="348543"/>
            <a:chOff x="2239671" y="2884503"/>
            <a:chExt cx="218053" cy="348543"/>
          </a:xfrm>
        </p:grpSpPr>
        <p:sp>
          <p:nvSpPr>
            <p:cNvPr id="14443" name="Google Shape;14443;p74"/>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74"/>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74"/>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74"/>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74"/>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8" name="Google Shape;14448;p74"/>
          <p:cNvGrpSpPr/>
          <p:nvPr/>
        </p:nvGrpSpPr>
        <p:grpSpPr>
          <a:xfrm>
            <a:off x="2691555" y="2709103"/>
            <a:ext cx="215044" cy="348924"/>
            <a:chOff x="2691555" y="2884503"/>
            <a:chExt cx="215044" cy="348924"/>
          </a:xfrm>
        </p:grpSpPr>
        <p:sp>
          <p:nvSpPr>
            <p:cNvPr id="14449" name="Google Shape;14449;p74"/>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74"/>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74"/>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2" name="Google Shape;14452;p74"/>
          <p:cNvGrpSpPr/>
          <p:nvPr/>
        </p:nvGrpSpPr>
        <p:grpSpPr>
          <a:xfrm>
            <a:off x="1770459" y="2709103"/>
            <a:ext cx="254644" cy="348828"/>
            <a:chOff x="1770459" y="2884503"/>
            <a:chExt cx="254644" cy="348828"/>
          </a:xfrm>
        </p:grpSpPr>
        <p:sp>
          <p:nvSpPr>
            <p:cNvPr id="14453" name="Google Shape;14453;p74"/>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74"/>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74"/>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74"/>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74"/>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74"/>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74"/>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74"/>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1" name="Google Shape;14461;p74"/>
          <p:cNvGrpSpPr/>
          <p:nvPr/>
        </p:nvGrpSpPr>
        <p:grpSpPr>
          <a:xfrm>
            <a:off x="1317466" y="2709483"/>
            <a:ext cx="258382" cy="348543"/>
            <a:chOff x="1317466" y="2884883"/>
            <a:chExt cx="258382" cy="348543"/>
          </a:xfrm>
        </p:grpSpPr>
        <p:sp>
          <p:nvSpPr>
            <p:cNvPr id="14462" name="Google Shape;14462;p74"/>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74"/>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74"/>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74"/>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74"/>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74"/>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74"/>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74"/>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0" name="Google Shape;14470;p74"/>
          <p:cNvGrpSpPr/>
          <p:nvPr/>
        </p:nvGrpSpPr>
        <p:grpSpPr>
          <a:xfrm>
            <a:off x="3121167" y="2709483"/>
            <a:ext cx="258414" cy="348543"/>
            <a:chOff x="3121167" y="2884883"/>
            <a:chExt cx="258414" cy="348543"/>
          </a:xfrm>
        </p:grpSpPr>
        <p:sp>
          <p:nvSpPr>
            <p:cNvPr id="14471" name="Google Shape;14471;p74"/>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74"/>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74"/>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74"/>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74"/>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74"/>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74"/>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74"/>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9" name="Google Shape;14479;p74"/>
          <p:cNvGrpSpPr/>
          <p:nvPr/>
        </p:nvGrpSpPr>
        <p:grpSpPr>
          <a:xfrm>
            <a:off x="4899999" y="2706695"/>
            <a:ext cx="271244" cy="346801"/>
            <a:chOff x="4899999" y="2882095"/>
            <a:chExt cx="271244" cy="346801"/>
          </a:xfrm>
        </p:grpSpPr>
        <p:sp>
          <p:nvSpPr>
            <p:cNvPr id="14480" name="Google Shape;14480;p74"/>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74"/>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74"/>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74"/>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74"/>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74"/>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74"/>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74"/>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74"/>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74"/>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0" name="Google Shape;14490;p74"/>
          <p:cNvGrpSpPr/>
          <p:nvPr/>
        </p:nvGrpSpPr>
        <p:grpSpPr>
          <a:xfrm>
            <a:off x="7162775" y="2705713"/>
            <a:ext cx="259523" cy="346294"/>
            <a:chOff x="7162775" y="2881113"/>
            <a:chExt cx="259523" cy="346294"/>
          </a:xfrm>
        </p:grpSpPr>
        <p:sp>
          <p:nvSpPr>
            <p:cNvPr id="14491" name="Google Shape;14491;p74"/>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74"/>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74"/>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74"/>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74"/>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74"/>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7" name="Google Shape;14497;p74"/>
          <p:cNvGrpSpPr/>
          <p:nvPr/>
        </p:nvGrpSpPr>
        <p:grpSpPr>
          <a:xfrm>
            <a:off x="6709751" y="2706442"/>
            <a:ext cx="261075" cy="347815"/>
            <a:chOff x="6709751" y="2881842"/>
            <a:chExt cx="261075" cy="347815"/>
          </a:xfrm>
        </p:grpSpPr>
        <p:sp>
          <p:nvSpPr>
            <p:cNvPr id="14498" name="Google Shape;14498;p74"/>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74"/>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74"/>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74"/>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74"/>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74"/>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4" name="Google Shape;14504;p74"/>
          <p:cNvGrpSpPr/>
          <p:nvPr/>
        </p:nvGrpSpPr>
        <p:grpSpPr>
          <a:xfrm>
            <a:off x="5807156" y="2705713"/>
            <a:ext cx="261043" cy="348163"/>
            <a:chOff x="5807156" y="2881113"/>
            <a:chExt cx="261043" cy="348163"/>
          </a:xfrm>
        </p:grpSpPr>
        <p:sp>
          <p:nvSpPr>
            <p:cNvPr id="14505" name="Google Shape;14505;p74"/>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74"/>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74"/>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74"/>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74"/>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0" name="Google Shape;14510;p74"/>
          <p:cNvGrpSpPr/>
          <p:nvPr/>
        </p:nvGrpSpPr>
        <p:grpSpPr>
          <a:xfrm>
            <a:off x="5355653" y="2706093"/>
            <a:ext cx="262184" cy="346643"/>
            <a:chOff x="5355653" y="2881493"/>
            <a:chExt cx="262184" cy="346643"/>
          </a:xfrm>
        </p:grpSpPr>
        <p:sp>
          <p:nvSpPr>
            <p:cNvPr id="14511" name="Google Shape;14511;p74"/>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74"/>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74"/>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74"/>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74"/>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6" name="Google Shape;14516;p74"/>
          <p:cNvGrpSpPr/>
          <p:nvPr/>
        </p:nvGrpSpPr>
        <p:grpSpPr>
          <a:xfrm>
            <a:off x="8055961" y="2706442"/>
            <a:ext cx="260283" cy="345914"/>
            <a:chOff x="8055961" y="2881842"/>
            <a:chExt cx="260283" cy="345914"/>
          </a:xfrm>
        </p:grpSpPr>
        <p:sp>
          <p:nvSpPr>
            <p:cNvPr id="14517" name="Google Shape;14517;p74"/>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74"/>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74"/>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74"/>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1" name="Google Shape;14521;p74"/>
          <p:cNvGrpSpPr/>
          <p:nvPr/>
        </p:nvGrpSpPr>
        <p:grpSpPr>
          <a:xfrm>
            <a:off x="7609368" y="2718512"/>
            <a:ext cx="264813" cy="353105"/>
            <a:chOff x="7609368" y="2893912"/>
            <a:chExt cx="264813" cy="353105"/>
          </a:xfrm>
        </p:grpSpPr>
        <p:sp>
          <p:nvSpPr>
            <p:cNvPr id="14522" name="Google Shape;14522;p74"/>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74"/>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74"/>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74"/>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74"/>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74"/>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8" name="Google Shape;14528;p74"/>
          <p:cNvGrpSpPr/>
          <p:nvPr/>
        </p:nvGrpSpPr>
        <p:grpSpPr>
          <a:xfrm>
            <a:off x="6248458" y="2694372"/>
            <a:ext cx="270864" cy="360645"/>
            <a:chOff x="6248458" y="2869772"/>
            <a:chExt cx="270864" cy="360645"/>
          </a:xfrm>
        </p:grpSpPr>
        <p:sp>
          <p:nvSpPr>
            <p:cNvPr id="14529" name="Google Shape;14529;p74"/>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74"/>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74"/>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74"/>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74"/>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4" name="Google Shape;14534;p74"/>
          <p:cNvGrpSpPr/>
          <p:nvPr/>
        </p:nvGrpSpPr>
        <p:grpSpPr>
          <a:xfrm>
            <a:off x="3075928" y="2270398"/>
            <a:ext cx="363243" cy="300675"/>
            <a:chOff x="3075928" y="2445798"/>
            <a:chExt cx="363243" cy="300675"/>
          </a:xfrm>
        </p:grpSpPr>
        <p:sp>
          <p:nvSpPr>
            <p:cNvPr id="14535" name="Google Shape;14535;p74"/>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74"/>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74"/>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74"/>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74"/>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74"/>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74"/>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74"/>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74"/>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74"/>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74"/>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6" name="Google Shape;14546;p74"/>
          <p:cNvGrpSpPr/>
          <p:nvPr/>
        </p:nvGrpSpPr>
        <p:grpSpPr>
          <a:xfrm>
            <a:off x="2633105" y="2256459"/>
            <a:ext cx="363243" cy="328585"/>
            <a:chOff x="2633105" y="2431859"/>
            <a:chExt cx="363243" cy="328585"/>
          </a:xfrm>
        </p:grpSpPr>
        <p:sp>
          <p:nvSpPr>
            <p:cNvPr id="14547" name="Google Shape;14547;p74"/>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74"/>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74"/>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74"/>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74"/>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74"/>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74"/>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74"/>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5" name="Google Shape;14555;p74"/>
          <p:cNvGrpSpPr/>
          <p:nvPr/>
        </p:nvGrpSpPr>
        <p:grpSpPr>
          <a:xfrm>
            <a:off x="2189142" y="2245910"/>
            <a:ext cx="365904" cy="350064"/>
            <a:chOff x="2189142" y="2421310"/>
            <a:chExt cx="365904" cy="350064"/>
          </a:xfrm>
        </p:grpSpPr>
        <p:sp>
          <p:nvSpPr>
            <p:cNvPr id="14556" name="Google Shape;14556;p74"/>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74"/>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74"/>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74"/>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74"/>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74"/>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74"/>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74"/>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74"/>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5" name="Google Shape;14565;p74"/>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66" name="Google Shape;14566;p74"/>
          <p:cNvGrpSpPr/>
          <p:nvPr/>
        </p:nvGrpSpPr>
        <p:grpSpPr>
          <a:xfrm>
            <a:off x="3961923" y="2310917"/>
            <a:ext cx="364415" cy="220936"/>
            <a:chOff x="3961923" y="2486317"/>
            <a:chExt cx="364415" cy="220936"/>
          </a:xfrm>
        </p:grpSpPr>
        <p:sp>
          <p:nvSpPr>
            <p:cNvPr id="14567" name="Google Shape;14567;p74"/>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74"/>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74"/>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74"/>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71" name="Google Shape;14571;p74"/>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72" name="Google Shape;14572;p74"/>
          <p:cNvGrpSpPr/>
          <p:nvPr/>
        </p:nvGrpSpPr>
        <p:grpSpPr>
          <a:xfrm>
            <a:off x="1303876" y="2243977"/>
            <a:ext cx="363275" cy="354626"/>
            <a:chOff x="1303876" y="2419377"/>
            <a:chExt cx="363275" cy="354626"/>
          </a:xfrm>
        </p:grpSpPr>
        <p:sp>
          <p:nvSpPr>
            <p:cNvPr id="14573" name="Google Shape;14573;p74"/>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74"/>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74"/>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74"/>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74"/>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74"/>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74"/>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74"/>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1" name="Google Shape;14581;p74"/>
          <p:cNvGrpSpPr/>
          <p:nvPr/>
        </p:nvGrpSpPr>
        <p:grpSpPr>
          <a:xfrm>
            <a:off x="861053" y="2239510"/>
            <a:ext cx="362134" cy="363623"/>
            <a:chOff x="861053" y="2414910"/>
            <a:chExt cx="362134" cy="363623"/>
          </a:xfrm>
        </p:grpSpPr>
        <p:sp>
          <p:nvSpPr>
            <p:cNvPr id="14582" name="Google Shape;14582;p74"/>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74"/>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74"/>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74"/>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74"/>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7" name="Google Shape;14587;p74"/>
          <p:cNvGrpSpPr/>
          <p:nvPr/>
        </p:nvGrpSpPr>
        <p:grpSpPr>
          <a:xfrm>
            <a:off x="7594288" y="2239859"/>
            <a:ext cx="279513" cy="355735"/>
            <a:chOff x="7594288" y="2415259"/>
            <a:chExt cx="279513" cy="355735"/>
          </a:xfrm>
        </p:grpSpPr>
        <p:sp>
          <p:nvSpPr>
            <p:cNvPr id="14588" name="Google Shape;14588;p74"/>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74"/>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74"/>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74"/>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74"/>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74"/>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4" name="Google Shape;14594;p74"/>
          <p:cNvGrpSpPr/>
          <p:nvPr/>
        </p:nvGrpSpPr>
        <p:grpSpPr>
          <a:xfrm>
            <a:off x="7145794" y="2240239"/>
            <a:ext cx="278784" cy="355735"/>
            <a:chOff x="7145794" y="2415639"/>
            <a:chExt cx="278784" cy="355735"/>
          </a:xfrm>
        </p:grpSpPr>
        <p:sp>
          <p:nvSpPr>
            <p:cNvPr id="14595" name="Google Shape;14595;p74"/>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74"/>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74"/>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74"/>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74"/>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74"/>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74"/>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74"/>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74"/>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74"/>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5" name="Google Shape;14605;p74"/>
          <p:cNvGrpSpPr/>
          <p:nvPr/>
        </p:nvGrpSpPr>
        <p:grpSpPr>
          <a:xfrm>
            <a:off x="6698441" y="2239130"/>
            <a:ext cx="277644" cy="357984"/>
            <a:chOff x="6698441" y="2414530"/>
            <a:chExt cx="277644" cy="357984"/>
          </a:xfrm>
        </p:grpSpPr>
        <p:sp>
          <p:nvSpPr>
            <p:cNvPr id="14606" name="Google Shape;14606;p74"/>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74"/>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74"/>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74"/>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74"/>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74"/>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2" name="Google Shape;14612;p74"/>
          <p:cNvGrpSpPr/>
          <p:nvPr/>
        </p:nvGrpSpPr>
        <p:grpSpPr>
          <a:xfrm>
            <a:off x="4897750" y="2240239"/>
            <a:ext cx="279513" cy="357255"/>
            <a:chOff x="4897750" y="2415639"/>
            <a:chExt cx="279513" cy="357255"/>
          </a:xfrm>
        </p:grpSpPr>
        <p:sp>
          <p:nvSpPr>
            <p:cNvPr id="14613" name="Google Shape;14613;p74"/>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74"/>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74"/>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74"/>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74"/>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74"/>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74"/>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74"/>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1" name="Google Shape;14621;p74"/>
          <p:cNvGrpSpPr/>
          <p:nvPr/>
        </p:nvGrpSpPr>
        <p:grpSpPr>
          <a:xfrm>
            <a:off x="5812066" y="2240619"/>
            <a:ext cx="264813" cy="353454"/>
            <a:chOff x="5812066" y="2416019"/>
            <a:chExt cx="264813" cy="353454"/>
          </a:xfrm>
        </p:grpSpPr>
        <p:sp>
          <p:nvSpPr>
            <p:cNvPr id="14622" name="Google Shape;14622;p74"/>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74"/>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74"/>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74"/>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74"/>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74"/>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74"/>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9" name="Google Shape;14629;p74"/>
          <p:cNvGrpSpPr/>
          <p:nvPr/>
        </p:nvGrpSpPr>
        <p:grpSpPr>
          <a:xfrm>
            <a:off x="8054820" y="2240999"/>
            <a:ext cx="264433" cy="353454"/>
            <a:chOff x="8054820" y="2416399"/>
            <a:chExt cx="264433" cy="353454"/>
          </a:xfrm>
        </p:grpSpPr>
        <p:sp>
          <p:nvSpPr>
            <p:cNvPr id="14630" name="Google Shape;14630;p74"/>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74"/>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74"/>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74"/>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74"/>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74"/>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6" name="Google Shape;14636;p74"/>
          <p:cNvGrpSpPr/>
          <p:nvPr/>
        </p:nvGrpSpPr>
        <p:grpSpPr>
          <a:xfrm>
            <a:off x="5356413" y="2237990"/>
            <a:ext cx="271212" cy="361374"/>
            <a:chOff x="5356413" y="2413390"/>
            <a:chExt cx="271212" cy="361374"/>
          </a:xfrm>
        </p:grpSpPr>
        <p:sp>
          <p:nvSpPr>
            <p:cNvPr id="14637" name="Google Shape;14637;p74"/>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74"/>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74"/>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74"/>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74"/>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2" name="Google Shape;14642;p74"/>
          <p:cNvGrpSpPr/>
          <p:nvPr/>
        </p:nvGrpSpPr>
        <p:grpSpPr>
          <a:xfrm>
            <a:off x="6255238" y="2236849"/>
            <a:ext cx="271244" cy="360994"/>
            <a:chOff x="6255238" y="2412249"/>
            <a:chExt cx="271244" cy="360994"/>
          </a:xfrm>
        </p:grpSpPr>
        <p:sp>
          <p:nvSpPr>
            <p:cNvPr id="14643" name="Google Shape;14643;p74"/>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74"/>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74"/>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74"/>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74"/>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74"/>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9" name="Google Shape;14649;p74"/>
          <p:cNvGrpSpPr/>
          <p:nvPr/>
        </p:nvGrpSpPr>
        <p:grpSpPr>
          <a:xfrm>
            <a:off x="2185372" y="1782399"/>
            <a:ext cx="366664" cy="366981"/>
            <a:chOff x="2185372" y="1957799"/>
            <a:chExt cx="366664" cy="366981"/>
          </a:xfrm>
        </p:grpSpPr>
        <p:sp>
          <p:nvSpPr>
            <p:cNvPr id="14650" name="Google Shape;14650;p74"/>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74"/>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74"/>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74"/>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74"/>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74"/>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74"/>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74"/>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74"/>
          <p:cNvGrpSpPr/>
          <p:nvPr/>
        </p:nvGrpSpPr>
        <p:grpSpPr>
          <a:xfrm>
            <a:off x="1737258" y="1812971"/>
            <a:ext cx="370814" cy="307359"/>
            <a:chOff x="1737258" y="1988371"/>
            <a:chExt cx="370814" cy="307359"/>
          </a:xfrm>
        </p:grpSpPr>
        <p:sp>
          <p:nvSpPr>
            <p:cNvPr id="14659" name="Google Shape;14659;p74"/>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74"/>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74"/>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74"/>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3" name="Google Shape;14663;p74"/>
          <p:cNvGrpSpPr/>
          <p:nvPr/>
        </p:nvGrpSpPr>
        <p:grpSpPr>
          <a:xfrm>
            <a:off x="848983" y="1814111"/>
            <a:ext cx="369294" cy="304350"/>
            <a:chOff x="848983" y="1989511"/>
            <a:chExt cx="369294" cy="304350"/>
          </a:xfrm>
        </p:grpSpPr>
        <p:sp>
          <p:nvSpPr>
            <p:cNvPr id="14664" name="Google Shape;14664;p74"/>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74"/>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74"/>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74"/>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74"/>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9" name="Google Shape;14669;p74"/>
          <p:cNvGrpSpPr/>
          <p:nvPr/>
        </p:nvGrpSpPr>
        <p:grpSpPr>
          <a:xfrm>
            <a:off x="3074027" y="1808377"/>
            <a:ext cx="380604" cy="313854"/>
            <a:chOff x="3074027" y="1983777"/>
            <a:chExt cx="380604" cy="313854"/>
          </a:xfrm>
        </p:grpSpPr>
        <p:sp>
          <p:nvSpPr>
            <p:cNvPr id="14670" name="Google Shape;14670;p74"/>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74"/>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74"/>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74"/>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74"/>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5" name="Google Shape;14675;p74"/>
          <p:cNvGrpSpPr/>
          <p:nvPr/>
        </p:nvGrpSpPr>
        <p:grpSpPr>
          <a:xfrm>
            <a:off x="3522521" y="1800457"/>
            <a:ext cx="367013" cy="331278"/>
            <a:chOff x="3522521" y="1975857"/>
            <a:chExt cx="367013" cy="331278"/>
          </a:xfrm>
        </p:grpSpPr>
        <p:sp>
          <p:nvSpPr>
            <p:cNvPr id="14676" name="Google Shape;14676;p74"/>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74"/>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74"/>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74"/>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74"/>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74"/>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74"/>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3" name="Google Shape;14683;p74"/>
          <p:cNvGrpSpPr/>
          <p:nvPr/>
        </p:nvGrpSpPr>
        <p:grpSpPr>
          <a:xfrm>
            <a:off x="2630824" y="1801566"/>
            <a:ext cx="368185" cy="330454"/>
            <a:chOff x="2630824" y="1976966"/>
            <a:chExt cx="368185" cy="330454"/>
          </a:xfrm>
        </p:grpSpPr>
        <p:sp>
          <p:nvSpPr>
            <p:cNvPr id="14684" name="Google Shape;14684;p74"/>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74"/>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74"/>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74"/>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74"/>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74"/>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74"/>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74"/>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2" name="Google Shape;14692;p74"/>
          <p:cNvGrpSpPr/>
          <p:nvPr/>
        </p:nvGrpSpPr>
        <p:grpSpPr>
          <a:xfrm>
            <a:off x="1293706" y="1791016"/>
            <a:ext cx="369294" cy="350444"/>
            <a:chOff x="1293706" y="1966416"/>
            <a:chExt cx="369294" cy="350444"/>
          </a:xfrm>
        </p:grpSpPr>
        <p:sp>
          <p:nvSpPr>
            <p:cNvPr id="14693" name="Google Shape;14693;p74"/>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74"/>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74"/>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74"/>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74"/>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74"/>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74"/>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74"/>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74"/>
          <p:cNvGrpSpPr/>
          <p:nvPr/>
        </p:nvGrpSpPr>
        <p:grpSpPr>
          <a:xfrm>
            <a:off x="3967213" y="1800077"/>
            <a:ext cx="368185" cy="331816"/>
            <a:chOff x="3967213" y="1975477"/>
            <a:chExt cx="368185" cy="331816"/>
          </a:xfrm>
        </p:grpSpPr>
        <p:sp>
          <p:nvSpPr>
            <p:cNvPr id="14702" name="Google Shape;14702;p74"/>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74"/>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74"/>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5" name="Google Shape;14705;p74"/>
          <p:cNvGrpSpPr/>
          <p:nvPr/>
        </p:nvGrpSpPr>
        <p:grpSpPr>
          <a:xfrm>
            <a:off x="8047661" y="1793646"/>
            <a:ext cx="279132" cy="356875"/>
            <a:chOff x="8047661" y="1969046"/>
            <a:chExt cx="279132" cy="356875"/>
          </a:xfrm>
        </p:grpSpPr>
        <p:sp>
          <p:nvSpPr>
            <p:cNvPr id="14706" name="Google Shape;14706;p74"/>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74"/>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74"/>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74"/>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0" name="Google Shape;14710;p74"/>
          <p:cNvGrpSpPr/>
          <p:nvPr/>
        </p:nvGrpSpPr>
        <p:grpSpPr>
          <a:xfrm>
            <a:off x="7596157" y="1792759"/>
            <a:ext cx="279544" cy="358142"/>
            <a:chOff x="7596157" y="1968159"/>
            <a:chExt cx="279544" cy="358142"/>
          </a:xfrm>
        </p:grpSpPr>
        <p:sp>
          <p:nvSpPr>
            <p:cNvPr id="14711" name="Google Shape;14711;p74"/>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74"/>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74"/>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74"/>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74"/>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74"/>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7" name="Google Shape;14717;p74"/>
          <p:cNvGrpSpPr/>
          <p:nvPr/>
        </p:nvGrpSpPr>
        <p:grpSpPr>
          <a:xfrm>
            <a:off x="7147315" y="1793646"/>
            <a:ext cx="279513" cy="357636"/>
            <a:chOff x="7147315" y="1969046"/>
            <a:chExt cx="279513" cy="357636"/>
          </a:xfrm>
        </p:grpSpPr>
        <p:sp>
          <p:nvSpPr>
            <p:cNvPr id="14718" name="Google Shape;14718;p74"/>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74"/>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74"/>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74"/>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74"/>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74"/>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74"/>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5" name="Google Shape;14725;p74"/>
          <p:cNvGrpSpPr/>
          <p:nvPr/>
        </p:nvGrpSpPr>
        <p:grpSpPr>
          <a:xfrm>
            <a:off x="6697681" y="1792917"/>
            <a:ext cx="280305" cy="359093"/>
            <a:chOff x="6697681" y="1968317"/>
            <a:chExt cx="280305" cy="359093"/>
          </a:xfrm>
        </p:grpSpPr>
        <p:sp>
          <p:nvSpPr>
            <p:cNvPr id="14726" name="Google Shape;14726;p74"/>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74"/>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74"/>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74"/>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74"/>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74"/>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74"/>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3" name="Google Shape;14733;p74"/>
          <p:cNvGrpSpPr/>
          <p:nvPr/>
        </p:nvGrpSpPr>
        <p:grpSpPr>
          <a:xfrm>
            <a:off x="6248839" y="1792537"/>
            <a:ext cx="280273" cy="358744"/>
            <a:chOff x="6248839" y="1967937"/>
            <a:chExt cx="280273" cy="358744"/>
          </a:xfrm>
        </p:grpSpPr>
        <p:sp>
          <p:nvSpPr>
            <p:cNvPr id="14734" name="Google Shape;14734;p74"/>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74"/>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74"/>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74"/>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74"/>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74"/>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74"/>
          <p:cNvGrpSpPr/>
          <p:nvPr/>
        </p:nvGrpSpPr>
        <p:grpSpPr>
          <a:xfrm>
            <a:off x="5801485" y="1793646"/>
            <a:ext cx="279164" cy="357794"/>
            <a:chOff x="5801485" y="1969046"/>
            <a:chExt cx="279164" cy="357794"/>
          </a:xfrm>
        </p:grpSpPr>
        <p:sp>
          <p:nvSpPr>
            <p:cNvPr id="14741" name="Google Shape;14741;p74"/>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74"/>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74"/>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74"/>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74"/>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74"/>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74"/>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74"/>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74"/>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74"/>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74"/>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74"/>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74"/>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4" name="Google Shape;14754;p74"/>
          <p:cNvGrpSpPr/>
          <p:nvPr/>
        </p:nvGrpSpPr>
        <p:grpSpPr>
          <a:xfrm>
            <a:off x="5352643" y="1793646"/>
            <a:ext cx="278404" cy="358364"/>
            <a:chOff x="5352643" y="1969046"/>
            <a:chExt cx="278404" cy="358364"/>
          </a:xfrm>
        </p:grpSpPr>
        <p:sp>
          <p:nvSpPr>
            <p:cNvPr id="14755" name="Google Shape;14755;p74"/>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74"/>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74"/>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74"/>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9" name="Google Shape;14759;p74"/>
          <p:cNvGrpSpPr/>
          <p:nvPr/>
        </p:nvGrpSpPr>
        <p:grpSpPr>
          <a:xfrm>
            <a:off x="4897750" y="1792917"/>
            <a:ext cx="279132" cy="358364"/>
            <a:chOff x="4897750" y="1968317"/>
            <a:chExt cx="279132" cy="358364"/>
          </a:xfrm>
        </p:grpSpPr>
        <p:sp>
          <p:nvSpPr>
            <p:cNvPr id="14760" name="Google Shape;14760;p74"/>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74"/>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74"/>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74"/>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74"/>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74"/>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74"/>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74"/>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74"/>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74"/>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74"/>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74"/>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74"/>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73" name="Google Shape;14773;p74"/>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4" name="Google Shape;14774;p74"/>
          <p:cNvGrpSpPr/>
          <p:nvPr/>
        </p:nvGrpSpPr>
        <p:grpSpPr>
          <a:xfrm>
            <a:off x="1767449" y="1337644"/>
            <a:ext cx="324403" cy="347783"/>
            <a:chOff x="1767449" y="1513044"/>
            <a:chExt cx="324403" cy="347783"/>
          </a:xfrm>
        </p:grpSpPr>
        <p:sp>
          <p:nvSpPr>
            <p:cNvPr id="14775" name="Google Shape;14775;p74"/>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74"/>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74"/>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74"/>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74"/>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74"/>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74"/>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74"/>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74"/>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4" name="Google Shape;14784;p74"/>
          <p:cNvGrpSpPr/>
          <p:nvPr/>
        </p:nvGrpSpPr>
        <p:grpSpPr>
          <a:xfrm>
            <a:off x="4007193" y="1337327"/>
            <a:ext cx="320633" cy="348100"/>
            <a:chOff x="4007193" y="1512727"/>
            <a:chExt cx="320633" cy="348100"/>
          </a:xfrm>
        </p:grpSpPr>
        <p:sp>
          <p:nvSpPr>
            <p:cNvPr id="14785" name="Google Shape;14785;p74"/>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74"/>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74"/>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74"/>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74"/>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0" name="Google Shape;14790;p74"/>
          <p:cNvGrpSpPr/>
          <p:nvPr/>
        </p:nvGrpSpPr>
        <p:grpSpPr>
          <a:xfrm>
            <a:off x="3530425" y="1333347"/>
            <a:ext cx="368175" cy="344594"/>
            <a:chOff x="3530425" y="1508747"/>
            <a:chExt cx="368175" cy="344594"/>
          </a:xfrm>
        </p:grpSpPr>
        <p:sp>
          <p:nvSpPr>
            <p:cNvPr id="14791" name="Google Shape;14791;p74"/>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74"/>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74"/>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74"/>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5" name="Google Shape;14795;p74"/>
          <p:cNvGrpSpPr/>
          <p:nvPr/>
        </p:nvGrpSpPr>
        <p:grpSpPr>
          <a:xfrm>
            <a:off x="3127598" y="1337834"/>
            <a:ext cx="289714" cy="347593"/>
            <a:chOff x="3127598" y="1513234"/>
            <a:chExt cx="289714" cy="347593"/>
          </a:xfrm>
        </p:grpSpPr>
        <p:sp>
          <p:nvSpPr>
            <p:cNvPr id="14796" name="Google Shape;14796;p74"/>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74"/>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74"/>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74"/>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74"/>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74"/>
          <p:cNvGrpSpPr/>
          <p:nvPr/>
        </p:nvGrpSpPr>
        <p:grpSpPr>
          <a:xfrm>
            <a:off x="2662884" y="1337644"/>
            <a:ext cx="322914" cy="348543"/>
            <a:chOff x="2662884" y="1513044"/>
            <a:chExt cx="322914" cy="348543"/>
          </a:xfrm>
        </p:grpSpPr>
        <p:sp>
          <p:nvSpPr>
            <p:cNvPr id="14802" name="Google Shape;14802;p74"/>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74"/>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74"/>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74"/>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74"/>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74"/>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74"/>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74"/>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74"/>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74"/>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2" name="Google Shape;14812;p74"/>
          <p:cNvGrpSpPr/>
          <p:nvPr/>
        </p:nvGrpSpPr>
        <p:grpSpPr>
          <a:xfrm>
            <a:off x="2232511" y="1337359"/>
            <a:ext cx="299534" cy="348068"/>
            <a:chOff x="2232511" y="1512759"/>
            <a:chExt cx="299534" cy="348068"/>
          </a:xfrm>
        </p:grpSpPr>
        <p:sp>
          <p:nvSpPr>
            <p:cNvPr id="14813" name="Google Shape;14813;p74"/>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74"/>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74"/>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74"/>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74"/>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74"/>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74"/>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74"/>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74"/>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74"/>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74"/>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4" name="Google Shape;14824;p74"/>
          <p:cNvGrpSpPr/>
          <p:nvPr/>
        </p:nvGrpSpPr>
        <p:grpSpPr>
          <a:xfrm>
            <a:off x="1331406" y="1337961"/>
            <a:ext cx="301784" cy="348607"/>
            <a:chOff x="1331406" y="1513361"/>
            <a:chExt cx="301784" cy="348607"/>
          </a:xfrm>
        </p:grpSpPr>
        <p:sp>
          <p:nvSpPr>
            <p:cNvPr id="14825" name="Google Shape;14825;p74"/>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74"/>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74"/>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74"/>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9" name="Google Shape;14829;p74"/>
          <p:cNvGrpSpPr/>
          <p:nvPr/>
        </p:nvGrpSpPr>
        <p:grpSpPr>
          <a:xfrm>
            <a:off x="7144274" y="1324814"/>
            <a:ext cx="282174" cy="355735"/>
            <a:chOff x="7144274" y="1500214"/>
            <a:chExt cx="282174" cy="355735"/>
          </a:xfrm>
        </p:grpSpPr>
        <p:sp>
          <p:nvSpPr>
            <p:cNvPr id="14830" name="Google Shape;14830;p74"/>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74"/>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74"/>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74"/>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74"/>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74"/>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6" name="Google Shape;14836;p74"/>
          <p:cNvGrpSpPr/>
          <p:nvPr/>
        </p:nvGrpSpPr>
        <p:grpSpPr>
          <a:xfrm>
            <a:off x="6685262" y="1324814"/>
            <a:ext cx="289682" cy="354594"/>
            <a:chOff x="6685262" y="1500214"/>
            <a:chExt cx="289682" cy="354594"/>
          </a:xfrm>
        </p:grpSpPr>
        <p:sp>
          <p:nvSpPr>
            <p:cNvPr id="14837" name="Google Shape;14837;p74"/>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74"/>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74"/>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74"/>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74"/>
          <p:cNvGrpSpPr/>
          <p:nvPr/>
        </p:nvGrpSpPr>
        <p:grpSpPr>
          <a:xfrm>
            <a:off x="6200938" y="1325194"/>
            <a:ext cx="322154" cy="355355"/>
            <a:chOff x="6200938" y="1500594"/>
            <a:chExt cx="322154" cy="355355"/>
          </a:xfrm>
        </p:grpSpPr>
        <p:sp>
          <p:nvSpPr>
            <p:cNvPr id="14842" name="Google Shape;14842;p74"/>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74"/>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74"/>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74"/>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74"/>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74"/>
          <p:cNvGrpSpPr/>
          <p:nvPr/>
        </p:nvGrpSpPr>
        <p:grpSpPr>
          <a:xfrm>
            <a:off x="5289631" y="1324814"/>
            <a:ext cx="332355" cy="354974"/>
            <a:chOff x="5289631" y="1500214"/>
            <a:chExt cx="332355" cy="354974"/>
          </a:xfrm>
        </p:grpSpPr>
        <p:sp>
          <p:nvSpPr>
            <p:cNvPr id="14848" name="Google Shape;14848;p74"/>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74"/>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74"/>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74"/>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74"/>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74"/>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4" name="Google Shape;14854;p74"/>
          <p:cNvGrpSpPr/>
          <p:nvPr/>
        </p:nvGrpSpPr>
        <p:grpSpPr>
          <a:xfrm>
            <a:off x="5748295" y="1324433"/>
            <a:ext cx="323294" cy="356115"/>
            <a:chOff x="5748295" y="1499833"/>
            <a:chExt cx="323294" cy="356115"/>
          </a:xfrm>
        </p:grpSpPr>
        <p:sp>
          <p:nvSpPr>
            <p:cNvPr id="14855" name="Google Shape;14855;p74"/>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74"/>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74"/>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74"/>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74"/>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74"/>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74"/>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2" name="Google Shape;14862;p74"/>
          <p:cNvGrpSpPr/>
          <p:nvPr/>
        </p:nvGrpSpPr>
        <p:grpSpPr>
          <a:xfrm>
            <a:off x="8047661" y="1325637"/>
            <a:ext cx="278404" cy="355260"/>
            <a:chOff x="8047661" y="1501037"/>
            <a:chExt cx="278404" cy="355260"/>
          </a:xfrm>
        </p:grpSpPr>
        <p:sp>
          <p:nvSpPr>
            <p:cNvPr id="14863" name="Google Shape;14863;p74"/>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74"/>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74"/>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74"/>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7" name="Google Shape;14867;p74"/>
          <p:cNvGrpSpPr/>
          <p:nvPr/>
        </p:nvGrpSpPr>
        <p:grpSpPr>
          <a:xfrm>
            <a:off x="4903389" y="1324814"/>
            <a:ext cx="267854" cy="355735"/>
            <a:chOff x="4903389" y="1500214"/>
            <a:chExt cx="267854" cy="355735"/>
          </a:xfrm>
        </p:grpSpPr>
        <p:sp>
          <p:nvSpPr>
            <p:cNvPr id="14868" name="Google Shape;14868;p74"/>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74"/>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74"/>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74"/>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74"/>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3" name="Google Shape;14873;p74"/>
          <p:cNvGrpSpPr/>
          <p:nvPr/>
        </p:nvGrpSpPr>
        <p:grpSpPr>
          <a:xfrm>
            <a:off x="7613518" y="1325954"/>
            <a:ext cx="264433" cy="353074"/>
            <a:chOff x="7613518" y="1501354"/>
            <a:chExt cx="264433" cy="353074"/>
          </a:xfrm>
        </p:grpSpPr>
        <p:sp>
          <p:nvSpPr>
            <p:cNvPr id="14874" name="Google Shape;14874;p74"/>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74"/>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74"/>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74"/>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74"/>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74"/>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0" name="Google Shape;14880;p74"/>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881" name="Google Shape;14881;p74"/>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85"/>
        <p:cNvGrpSpPr/>
        <p:nvPr/>
      </p:nvGrpSpPr>
      <p:grpSpPr>
        <a:xfrm>
          <a:off x="0" y="0"/>
          <a:ext cx="0" cy="0"/>
          <a:chOff x="0" y="0"/>
          <a:chExt cx="0" cy="0"/>
        </a:xfrm>
      </p:grpSpPr>
      <p:grpSp>
        <p:nvGrpSpPr>
          <p:cNvPr id="14886" name="Google Shape;14886;p75"/>
          <p:cNvGrpSpPr/>
          <p:nvPr/>
        </p:nvGrpSpPr>
        <p:grpSpPr>
          <a:xfrm>
            <a:off x="1757085" y="1325225"/>
            <a:ext cx="371069" cy="359396"/>
            <a:chOff x="1757085" y="1500675"/>
            <a:chExt cx="371069" cy="359396"/>
          </a:xfrm>
        </p:grpSpPr>
        <p:sp>
          <p:nvSpPr>
            <p:cNvPr id="14887" name="Google Shape;14887;p75"/>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75"/>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75"/>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75"/>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7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7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75"/>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75"/>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75"/>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75"/>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75"/>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7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7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75"/>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75"/>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7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75"/>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7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7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7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7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7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75"/>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75"/>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75"/>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75"/>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75"/>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75"/>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75"/>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6" name="Google Shape;14916;p75"/>
          <p:cNvGrpSpPr/>
          <p:nvPr/>
        </p:nvGrpSpPr>
        <p:grpSpPr>
          <a:xfrm>
            <a:off x="2774209" y="1779241"/>
            <a:ext cx="116693" cy="374186"/>
            <a:chOff x="2774209" y="1954691"/>
            <a:chExt cx="116693" cy="374186"/>
          </a:xfrm>
        </p:grpSpPr>
        <p:sp>
          <p:nvSpPr>
            <p:cNvPr id="14917" name="Google Shape;14917;p75"/>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75"/>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9" name="Google Shape;14919;p75"/>
          <p:cNvGrpSpPr/>
          <p:nvPr/>
        </p:nvGrpSpPr>
        <p:grpSpPr>
          <a:xfrm>
            <a:off x="4017435" y="1324462"/>
            <a:ext cx="315092" cy="359397"/>
            <a:chOff x="4017435" y="1499912"/>
            <a:chExt cx="315092" cy="359397"/>
          </a:xfrm>
        </p:grpSpPr>
        <p:sp>
          <p:nvSpPr>
            <p:cNvPr id="14920" name="Google Shape;14920;p75"/>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75"/>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2" name="Google Shape;14922;p75"/>
          <p:cNvGrpSpPr/>
          <p:nvPr/>
        </p:nvGrpSpPr>
        <p:grpSpPr>
          <a:xfrm>
            <a:off x="3963652" y="1824309"/>
            <a:ext cx="374154" cy="284050"/>
            <a:chOff x="3963652" y="1999759"/>
            <a:chExt cx="374154" cy="284050"/>
          </a:xfrm>
        </p:grpSpPr>
        <p:sp>
          <p:nvSpPr>
            <p:cNvPr id="14923" name="Google Shape;14923;p75"/>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75"/>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75"/>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6" name="Google Shape;14926;p75"/>
          <p:cNvGrpSpPr/>
          <p:nvPr/>
        </p:nvGrpSpPr>
        <p:grpSpPr>
          <a:xfrm>
            <a:off x="1777536" y="1839416"/>
            <a:ext cx="376444" cy="253772"/>
            <a:chOff x="1777536" y="2014866"/>
            <a:chExt cx="376444" cy="253772"/>
          </a:xfrm>
        </p:grpSpPr>
        <p:sp>
          <p:nvSpPr>
            <p:cNvPr id="14927" name="Google Shape;14927;p75"/>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75"/>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75"/>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75"/>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75"/>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2" name="Google Shape;14932;p75"/>
          <p:cNvGrpSpPr/>
          <p:nvPr/>
        </p:nvGrpSpPr>
        <p:grpSpPr>
          <a:xfrm>
            <a:off x="1309875" y="1881876"/>
            <a:ext cx="374154" cy="169680"/>
            <a:chOff x="1309875" y="2057326"/>
            <a:chExt cx="374154" cy="169680"/>
          </a:xfrm>
        </p:grpSpPr>
        <p:sp>
          <p:nvSpPr>
            <p:cNvPr id="14933" name="Google Shape;14933;p7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7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7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75"/>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75"/>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75"/>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7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7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75"/>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75"/>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75"/>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4" name="Google Shape;14944;p75"/>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5" name="Google Shape;14945;p75"/>
          <p:cNvGrpSpPr/>
          <p:nvPr/>
        </p:nvGrpSpPr>
        <p:grpSpPr>
          <a:xfrm>
            <a:off x="2347450" y="1779114"/>
            <a:ext cx="113639" cy="373168"/>
            <a:chOff x="2347450" y="1954564"/>
            <a:chExt cx="113639" cy="373168"/>
          </a:xfrm>
        </p:grpSpPr>
        <p:sp>
          <p:nvSpPr>
            <p:cNvPr id="14946" name="Google Shape;14946;p75"/>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75"/>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8" name="Google Shape;14948;p75"/>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9" name="Google Shape;14949;p75"/>
          <p:cNvGrpSpPr/>
          <p:nvPr/>
        </p:nvGrpSpPr>
        <p:grpSpPr>
          <a:xfrm>
            <a:off x="3110102" y="1324430"/>
            <a:ext cx="330613" cy="358379"/>
            <a:chOff x="3110102" y="1499880"/>
            <a:chExt cx="330613" cy="358379"/>
          </a:xfrm>
        </p:grpSpPr>
        <p:sp>
          <p:nvSpPr>
            <p:cNvPr id="14950" name="Google Shape;14950;p75"/>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75"/>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75"/>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75"/>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75"/>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75"/>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75"/>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57" name="Google Shape;14957;p75"/>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58" name="Google Shape;14958;p75"/>
          <p:cNvGrpSpPr/>
          <p:nvPr/>
        </p:nvGrpSpPr>
        <p:grpSpPr>
          <a:xfrm>
            <a:off x="3485575" y="1824309"/>
            <a:ext cx="373772" cy="284050"/>
            <a:chOff x="3531200" y="1999759"/>
            <a:chExt cx="373772" cy="284050"/>
          </a:xfrm>
        </p:grpSpPr>
        <p:sp>
          <p:nvSpPr>
            <p:cNvPr id="14959" name="Google Shape;14959;p75"/>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75"/>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75"/>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75"/>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3" name="Google Shape;14963;p75"/>
          <p:cNvGrpSpPr/>
          <p:nvPr/>
        </p:nvGrpSpPr>
        <p:grpSpPr>
          <a:xfrm>
            <a:off x="2667058" y="1324843"/>
            <a:ext cx="330231" cy="359015"/>
            <a:chOff x="2667058" y="1500293"/>
            <a:chExt cx="330231" cy="359015"/>
          </a:xfrm>
        </p:grpSpPr>
        <p:sp>
          <p:nvSpPr>
            <p:cNvPr id="14964" name="Google Shape;14964;p75"/>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75"/>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75"/>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75"/>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75"/>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75"/>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75"/>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7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7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75"/>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75"/>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7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7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75"/>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75"/>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75"/>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75"/>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75"/>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2" name="Google Shape;14982;p75"/>
          <p:cNvGrpSpPr/>
          <p:nvPr/>
        </p:nvGrpSpPr>
        <p:grpSpPr>
          <a:xfrm>
            <a:off x="3567553" y="1324462"/>
            <a:ext cx="320022" cy="359778"/>
            <a:chOff x="3567553" y="1499912"/>
            <a:chExt cx="320022" cy="359778"/>
          </a:xfrm>
        </p:grpSpPr>
        <p:sp>
          <p:nvSpPr>
            <p:cNvPr id="14983" name="Google Shape;14983;p75"/>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75"/>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75"/>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75"/>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75"/>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75"/>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9" name="Google Shape;14989;p75"/>
          <p:cNvGrpSpPr/>
          <p:nvPr/>
        </p:nvGrpSpPr>
        <p:grpSpPr>
          <a:xfrm>
            <a:off x="1309875" y="1324462"/>
            <a:ext cx="359015" cy="358633"/>
            <a:chOff x="1309875" y="1499912"/>
            <a:chExt cx="359015" cy="358633"/>
          </a:xfrm>
        </p:grpSpPr>
        <p:sp>
          <p:nvSpPr>
            <p:cNvPr id="14990" name="Google Shape;14990;p75"/>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75"/>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75"/>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75"/>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75"/>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75"/>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75"/>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75"/>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75"/>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9" name="Google Shape;14999;p75"/>
          <p:cNvGrpSpPr/>
          <p:nvPr/>
        </p:nvGrpSpPr>
        <p:grpSpPr>
          <a:xfrm>
            <a:off x="2219466" y="1324843"/>
            <a:ext cx="330613" cy="359015"/>
            <a:chOff x="2219466" y="1500293"/>
            <a:chExt cx="330613" cy="359015"/>
          </a:xfrm>
        </p:grpSpPr>
        <p:sp>
          <p:nvSpPr>
            <p:cNvPr id="15000" name="Google Shape;15000;p75"/>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75"/>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75"/>
          <p:cNvGrpSpPr/>
          <p:nvPr/>
        </p:nvGrpSpPr>
        <p:grpSpPr>
          <a:xfrm>
            <a:off x="5343544" y="1333908"/>
            <a:ext cx="244676" cy="351095"/>
            <a:chOff x="5343544" y="1509358"/>
            <a:chExt cx="244676" cy="351095"/>
          </a:xfrm>
        </p:grpSpPr>
        <p:sp>
          <p:nvSpPr>
            <p:cNvPr id="15003" name="Google Shape;15003;p75"/>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75"/>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75"/>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6" name="Google Shape;15006;p75"/>
          <p:cNvGrpSpPr/>
          <p:nvPr/>
        </p:nvGrpSpPr>
        <p:grpSpPr>
          <a:xfrm>
            <a:off x="4882340" y="1333908"/>
            <a:ext cx="246171" cy="351095"/>
            <a:chOff x="4882340" y="1509358"/>
            <a:chExt cx="246171" cy="351095"/>
          </a:xfrm>
        </p:grpSpPr>
        <p:sp>
          <p:nvSpPr>
            <p:cNvPr id="15007" name="Google Shape;15007;p75"/>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75"/>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75"/>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75"/>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75"/>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2" name="Google Shape;15012;p75"/>
          <p:cNvGrpSpPr/>
          <p:nvPr/>
        </p:nvGrpSpPr>
        <p:grpSpPr>
          <a:xfrm>
            <a:off x="6273204" y="1333558"/>
            <a:ext cx="236343" cy="351445"/>
            <a:chOff x="6273204" y="1509008"/>
            <a:chExt cx="236343" cy="351445"/>
          </a:xfrm>
        </p:grpSpPr>
        <p:sp>
          <p:nvSpPr>
            <p:cNvPr id="15013" name="Google Shape;15013;p75"/>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75"/>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15" name="Google Shape;15015;p75"/>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16" name="Google Shape;15016;p75"/>
          <p:cNvGrpSpPr/>
          <p:nvPr/>
        </p:nvGrpSpPr>
        <p:grpSpPr>
          <a:xfrm>
            <a:off x="7219530" y="1332794"/>
            <a:ext cx="191625" cy="352209"/>
            <a:chOff x="7219530" y="1508244"/>
            <a:chExt cx="191625" cy="352209"/>
          </a:xfrm>
        </p:grpSpPr>
        <p:sp>
          <p:nvSpPr>
            <p:cNvPr id="15017" name="Google Shape;15017;p75"/>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75"/>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9" name="Google Shape;15019;p75"/>
          <p:cNvGrpSpPr/>
          <p:nvPr/>
        </p:nvGrpSpPr>
        <p:grpSpPr>
          <a:xfrm>
            <a:off x="7699309" y="1333176"/>
            <a:ext cx="154922" cy="351827"/>
            <a:chOff x="7699309" y="1508626"/>
            <a:chExt cx="154922" cy="351827"/>
          </a:xfrm>
        </p:grpSpPr>
        <p:sp>
          <p:nvSpPr>
            <p:cNvPr id="15020" name="Google Shape;15020;p75"/>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75"/>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75"/>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75"/>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75"/>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75"/>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75"/>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7" name="Google Shape;15027;p75"/>
          <p:cNvGrpSpPr/>
          <p:nvPr/>
        </p:nvGrpSpPr>
        <p:grpSpPr>
          <a:xfrm>
            <a:off x="8161690" y="1333558"/>
            <a:ext cx="153396" cy="351064"/>
            <a:chOff x="8161690" y="1509008"/>
            <a:chExt cx="153396" cy="351064"/>
          </a:xfrm>
        </p:grpSpPr>
        <p:sp>
          <p:nvSpPr>
            <p:cNvPr id="15028" name="Google Shape;15028;p75"/>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75"/>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75"/>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75"/>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2" name="Google Shape;15032;p75"/>
          <p:cNvGrpSpPr/>
          <p:nvPr/>
        </p:nvGrpSpPr>
        <p:grpSpPr>
          <a:xfrm>
            <a:off x="6746940" y="1333431"/>
            <a:ext cx="213221" cy="352304"/>
            <a:chOff x="6746940" y="1508881"/>
            <a:chExt cx="213221" cy="352304"/>
          </a:xfrm>
        </p:grpSpPr>
        <p:sp>
          <p:nvSpPr>
            <p:cNvPr id="15033" name="Google Shape;15033;p75"/>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75"/>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75"/>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75"/>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7" name="Google Shape;15037;p75"/>
          <p:cNvGrpSpPr/>
          <p:nvPr/>
        </p:nvGrpSpPr>
        <p:grpSpPr>
          <a:xfrm>
            <a:off x="5770336" y="1832165"/>
            <a:ext cx="350682" cy="292097"/>
            <a:chOff x="5770336" y="2007615"/>
            <a:chExt cx="350682" cy="292097"/>
          </a:xfrm>
        </p:grpSpPr>
        <p:sp>
          <p:nvSpPr>
            <p:cNvPr id="15038" name="Google Shape;15038;p75"/>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75"/>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75"/>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75"/>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2" name="Google Shape;15042;p75"/>
          <p:cNvGrpSpPr/>
          <p:nvPr/>
        </p:nvGrpSpPr>
        <p:grpSpPr>
          <a:xfrm>
            <a:off x="5326878" y="1804908"/>
            <a:ext cx="350332" cy="346229"/>
            <a:chOff x="5326878" y="1980358"/>
            <a:chExt cx="350332" cy="346229"/>
          </a:xfrm>
        </p:grpSpPr>
        <p:sp>
          <p:nvSpPr>
            <p:cNvPr id="15043" name="Google Shape;15043;p75"/>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75"/>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75"/>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75"/>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47" name="Google Shape;15047;p75"/>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48" name="Google Shape;15048;p75"/>
          <p:cNvGrpSpPr/>
          <p:nvPr/>
        </p:nvGrpSpPr>
        <p:grpSpPr>
          <a:xfrm>
            <a:off x="4883835" y="1817121"/>
            <a:ext cx="350300" cy="323043"/>
            <a:chOff x="4883835" y="1992571"/>
            <a:chExt cx="350300" cy="323043"/>
          </a:xfrm>
        </p:grpSpPr>
        <p:sp>
          <p:nvSpPr>
            <p:cNvPr id="15049" name="Google Shape;15049;p75"/>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75"/>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75"/>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75"/>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75"/>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75"/>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5" name="Google Shape;15055;p75"/>
          <p:cNvGrpSpPr/>
          <p:nvPr/>
        </p:nvGrpSpPr>
        <p:grpSpPr>
          <a:xfrm>
            <a:off x="7548967" y="1803477"/>
            <a:ext cx="333285" cy="349950"/>
            <a:chOff x="7548967" y="1978927"/>
            <a:chExt cx="333285" cy="349950"/>
          </a:xfrm>
        </p:grpSpPr>
        <p:sp>
          <p:nvSpPr>
            <p:cNvPr id="15056" name="Google Shape;15056;p75"/>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75"/>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75"/>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75"/>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75"/>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75"/>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75"/>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3" name="Google Shape;15063;p75"/>
          <p:cNvGrpSpPr/>
          <p:nvPr/>
        </p:nvGrpSpPr>
        <p:grpSpPr>
          <a:xfrm>
            <a:off x="6214142" y="1803477"/>
            <a:ext cx="346515" cy="350300"/>
            <a:chOff x="6214142" y="1978927"/>
            <a:chExt cx="346515" cy="350300"/>
          </a:xfrm>
        </p:grpSpPr>
        <p:sp>
          <p:nvSpPr>
            <p:cNvPr id="15064" name="Google Shape;15064;p75"/>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75"/>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75"/>
          <p:cNvGrpSpPr/>
          <p:nvPr/>
        </p:nvGrpSpPr>
        <p:grpSpPr>
          <a:xfrm>
            <a:off x="7105923" y="1803095"/>
            <a:ext cx="333285" cy="350682"/>
            <a:chOff x="7105923" y="1978545"/>
            <a:chExt cx="333285" cy="350682"/>
          </a:xfrm>
        </p:grpSpPr>
        <p:sp>
          <p:nvSpPr>
            <p:cNvPr id="15067" name="Google Shape;15067;p75"/>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75"/>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75"/>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75"/>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75"/>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75"/>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75"/>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74" name="Google Shape;15074;p75"/>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75"/>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76" name="Google Shape;15076;p75"/>
          <p:cNvGrpSpPr/>
          <p:nvPr/>
        </p:nvGrpSpPr>
        <p:grpSpPr>
          <a:xfrm>
            <a:off x="3616406" y="2246902"/>
            <a:ext cx="203393" cy="351827"/>
            <a:chOff x="3616406" y="2422352"/>
            <a:chExt cx="203393" cy="351827"/>
          </a:xfrm>
        </p:grpSpPr>
        <p:sp>
          <p:nvSpPr>
            <p:cNvPr id="15077" name="Google Shape;15077;p75"/>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75"/>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75"/>
          <p:cNvGrpSpPr/>
          <p:nvPr/>
        </p:nvGrpSpPr>
        <p:grpSpPr>
          <a:xfrm>
            <a:off x="878187" y="2246520"/>
            <a:ext cx="272696" cy="351827"/>
            <a:chOff x="913012" y="2421970"/>
            <a:chExt cx="272696" cy="351827"/>
          </a:xfrm>
        </p:grpSpPr>
        <p:sp>
          <p:nvSpPr>
            <p:cNvPr id="15080" name="Google Shape;15080;p75"/>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75"/>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75"/>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75"/>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4" name="Google Shape;15084;p75"/>
          <p:cNvGrpSpPr/>
          <p:nvPr/>
        </p:nvGrpSpPr>
        <p:grpSpPr>
          <a:xfrm>
            <a:off x="2274743" y="2246902"/>
            <a:ext cx="255649" cy="351445"/>
            <a:chOff x="2274743" y="2422352"/>
            <a:chExt cx="255649" cy="351445"/>
          </a:xfrm>
        </p:grpSpPr>
        <p:sp>
          <p:nvSpPr>
            <p:cNvPr id="15085" name="Google Shape;15085;p75"/>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75"/>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75"/>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8" name="Google Shape;15088;p75"/>
          <p:cNvGrpSpPr/>
          <p:nvPr/>
        </p:nvGrpSpPr>
        <p:grpSpPr>
          <a:xfrm>
            <a:off x="2708723" y="2245789"/>
            <a:ext cx="246552" cy="352558"/>
            <a:chOff x="2708723" y="2421239"/>
            <a:chExt cx="246552" cy="352558"/>
          </a:xfrm>
        </p:grpSpPr>
        <p:sp>
          <p:nvSpPr>
            <p:cNvPr id="15089" name="Google Shape;15089;p75"/>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75"/>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75"/>
          <p:cNvGrpSpPr/>
          <p:nvPr/>
        </p:nvGrpSpPr>
        <p:grpSpPr>
          <a:xfrm>
            <a:off x="1835485" y="2246902"/>
            <a:ext cx="259433" cy="350714"/>
            <a:chOff x="1835485" y="2422352"/>
            <a:chExt cx="259433" cy="350714"/>
          </a:xfrm>
        </p:grpSpPr>
        <p:sp>
          <p:nvSpPr>
            <p:cNvPr id="15092" name="Google Shape;15092;p75"/>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75"/>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75"/>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75"/>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75"/>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75"/>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75"/>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9" name="Google Shape;15099;p75"/>
          <p:cNvGrpSpPr/>
          <p:nvPr/>
        </p:nvGrpSpPr>
        <p:grpSpPr>
          <a:xfrm>
            <a:off x="3150240" y="2246902"/>
            <a:ext cx="212489" cy="351445"/>
            <a:chOff x="3150240" y="2422352"/>
            <a:chExt cx="212489" cy="351445"/>
          </a:xfrm>
        </p:grpSpPr>
        <p:sp>
          <p:nvSpPr>
            <p:cNvPr id="15100" name="Google Shape;15100;p75"/>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75"/>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2" name="Google Shape;15102;p75"/>
          <p:cNvGrpSpPr/>
          <p:nvPr/>
        </p:nvGrpSpPr>
        <p:grpSpPr>
          <a:xfrm>
            <a:off x="1367060" y="2246679"/>
            <a:ext cx="269261" cy="352050"/>
            <a:chOff x="1367060" y="2422129"/>
            <a:chExt cx="269261" cy="352050"/>
          </a:xfrm>
        </p:grpSpPr>
        <p:sp>
          <p:nvSpPr>
            <p:cNvPr id="15103" name="Google Shape;15103;p75"/>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75"/>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75"/>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75"/>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75"/>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75"/>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75"/>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75"/>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75"/>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75"/>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75"/>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75"/>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75"/>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75"/>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7" name="Google Shape;15117;p75"/>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18" name="Google Shape;15118;p75"/>
          <p:cNvGrpSpPr/>
          <p:nvPr/>
        </p:nvGrpSpPr>
        <p:grpSpPr>
          <a:xfrm>
            <a:off x="4882690" y="2249955"/>
            <a:ext cx="274573" cy="350682"/>
            <a:chOff x="4882690" y="2425405"/>
            <a:chExt cx="274573" cy="350682"/>
          </a:xfrm>
        </p:grpSpPr>
        <p:sp>
          <p:nvSpPr>
            <p:cNvPr id="15119" name="Google Shape;15119;p75"/>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75"/>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75"/>
          <p:cNvGrpSpPr/>
          <p:nvPr/>
        </p:nvGrpSpPr>
        <p:grpSpPr>
          <a:xfrm>
            <a:off x="6627639" y="2268434"/>
            <a:ext cx="355993" cy="313247"/>
            <a:chOff x="6627639" y="2443884"/>
            <a:chExt cx="355993" cy="313247"/>
          </a:xfrm>
        </p:grpSpPr>
        <p:sp>
          <p:nvSpPr>
            <p:cNvPr id="15122" name="Google Shape;15122;p75"/>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75"/>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75"/>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5" name="Google Shape;15125;p75"/>
          <p:cNvGrpSpPr/>
          <p:nvPr/>
        </p:nvGrpSpPr>
        <p:grpSpPr>
          <a:xfrm>
            <a:off x="6183451" y="2286690"/>
            <a:ext cx="351445" cy="277976"/>
            <a:chOff x="6183451" y="2462140"/>
            <a:chExt cx="351445" cy="277976"/>
          </a:xfrm>
        </p:grpSpPr>
        <p:sp>
          <p:nvSpPr>
            <p:cNvPr id="15126" name="Google Shape;15126;p75"/>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75"/>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75"/>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75"/>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75"/>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75"/>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75"/>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75"/>
          <p:cNvGrpSpPr/>
          <p:nvPr/>
        </p:nvGrpSpPr>
        <p:grpSpPr>
          <a:xfrm>
            <a:off x="5735477" y="2254408"/>
            <a:ext cx="353354" cy="341299"/>
            <a:chOff x="5735477" y="2429858"/>
            <a:chExt cx="353354" cy="341299"/>
          </a:xfrm>
        </p:grpSpPr>
        <p:sp>
          <p:nvSpPr>
            <p:cNvPr id="15134" name="Google Shape;15134;p75"/>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75"/>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75"/>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75"/>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75"/>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75"/>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0" name="Google Shape;15140;p75"/>
          <p:cNvGrpSpPr/>
          <p:nvPr/>
        </p:nvGrpSpPr>
        <p:grpSpPr>
          <a:xfrm>
            <a:off x="5243735" y="2271523"/>
            <a:ext cx="405255" cy="275499"/>
            <a:chOff x="5283337" y="2478774"/>
            <a:chExt cx="358633" cy="243913"/>
          </a:xfrm>
        </p:grpSpPr>
        <p:sp>
          <p:nvSpPr>
            <p:cNvPr id="15141" name="Google Shape;15141;p75"/>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75"/>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75"/>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75"/>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75"/>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75"/>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75"/>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75"/>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75"/>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75"/>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75"/>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75"/>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75"/>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75"/>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75"/>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75"/>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75"/>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8" name="Google Shape;15158;p75"/>
          <p:cNvGrpSpPr/>
          <p:nvPr/>
        </p:nvGrpSpPr>
        <p:grpSpPr>
          <a:xfrm>
            <a:off x="7964753" y="2295373"/>
            <a:ext cx="362068" cy="258670"/>
            <a:chOff x="7964753" y="2470823"/>
            <a:chExt cx="362068" cy="258670"/>
          </a:xfrm>
        </p:grpSpPr>
        <p:sp>
          <p:nvSpPr>
            <p:cNvPr id="15159" name="Google Shape;15159;p75"/>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75"/>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75"/>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75"/>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75"/>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75"/>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75"/>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75"/>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75"/>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8" name="Google Shape;15168;p75"/>
          <p:cNvGrpSpPr/>
          <p:nvPr/>
        </p:nvGrpSpPr>
        <p:grpSpPr>
          <a:xfrm>
            <a:off x="7524349" y="2280997"/>
            <a:ext cx="350332" cy="288948"/>
            <a:chOff x="7524349" y="2456447"/>
            <a:chExt cx="350332" cy="288948"/>
          </a:xfrm>
        </p:grpSpPr>
        <p:sp>
          <p:nvSpPr>
            <p:cNvPr id="15169" name="Google Shape;15169;p75"/>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75"/>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75"/>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75"/>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75"/>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4" name="Google Shape;15174;p75"/>
          <p:cNvGrpSpPr/>
          <p:nvPr/>
        </p:nvGrpSpPr>
        <p:grpSpPr>
          <a:xfrm>
            <a:off x="3972749" y="2718761"/>
            <a:ext cx="355230" cy="356725"/>
            <a:chOff x="3972749" y="2894211"/>
            <a:chExt cx="355230" cy="356725"/>
          </a:xfrm>
        </p:grpSpPr>
        <p:sp>
          <p:nvSpPr>
            <p:cNvPr id="15175" name="Google Shape;15175;p75"/>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75"/>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75"/>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75"/>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75"/>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0" name="Google Shape;15180;p75"/>
          <p:cNvGrpSpPr/>
          <p:nvPr/>
        </p:nvGrpSpPr>
        <p:grpSpPr>
          <a:xfrm>
            <a:off x="3527797" y="2743346"/>
            <a:ext cx="355993" cy="307904"/>
            <a:chOff x="3527797" y="2918796"/>
            <a:chExt cx="355993" cy="307904"/>
          </a:xfrm>
        </p:grpSpPr>
        <p:sp>
          <p:nvSpPr>
            <p:cNvPr id="15181" name="Google Shape;15181;p75"/>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75"/>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75"/>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75"/>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75"/>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75"/>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75"/>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75"/>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75"/>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75"/>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1" name="Google Shape;15191;p75"/>
          <p:cNvGrpSpPr/>
          <p:nvPr/>
        </p:nvGrpSpPr>
        <p:grpSpPr>
          <a:xfrm>
            <a:off x="3082845" y="2745509"/>
            <a:ext cx="356375" cy="302338"/>
            <a:chOff x="3082845" y="2920959"/>
            <a:chExt cx="356375" cy="302338"/>
          </a:xfrm>
        </p:grpSpPr>
        <p:sp>
          <p:nvSpPr>
            <p:cNvPr id="15192" name="Google Shape;15192;p75"/>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75"/>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4" name="Google Shape;15194;p75"/>
          <p:cNvGrpSpPr/>
          <p:nvPr/>
        </p:nvGrpSpPr>
        <p:grpSpPr>
          <a:xfrm>
            <a:off x="2639038" y="2719492"/>
            <a:ext cx="355612" cy="355612"/>
            <a:chOff x="2639038" y="2894942"/>
            <a:chExt cx="355612" cy="355612"/>
          </a:xfrm>
        </p:grpSpPr>
        <p:sp>
          <p:nvSpPr>
            <p:cNvPr id="15195" name="Google Shape;15195;p75"/>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75"/>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7" name="Google Shape;15197;p75"/>
          <p:cNvGrpSpPr/>
          <p:nvPr/>
        </p:nvGrpSpPr>
        <p:grpSpPr>
          <a:xfrm>
            <a:off x="2194468" y="2763415"/>
            <a:ext cx="355993" cy="267766"/>
            <a:chOff x="2194468" y="2938865"/>
            <a:chExt cx="355993" cy="267766"/>
          </a:xfrm>
        </p:grpSpPr>
        <p:sp>
          <p:nvSpPr>
            <p:cNvPr id="15198" name="Google Shape;15198;p75"/>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75"/>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75"/>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75"/>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75"/>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75"/>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75"/>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75"/>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75"/>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75"/>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75"/>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75"/>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75"/>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75"/>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75"/>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75"/>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75"/>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75"/>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75"/>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75"/>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75"/>
          <p:cNvGrpSpPr/>
          <p:nvPr/>
        </p:nvGrpSpPr>
        <p:grpSpPr>
          <a:xfrm>
            <a:off x="1749897" y="2719111"/>
            <a:ext cx="355993" cy="355612"/>
            <a:chOff x="1749897" y="2894561"/>
            <a:chExt cx="355993" cy="355612"/>
          </a:xfrm>
        </p:grpSpPr>
        <p:sp>
          <p:nvSpPr>
            <p:cNvPr id="15219" name="Google Shape;15219;p75"/>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75"/>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75"/>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75"/>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75"/>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75"/>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75"/>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75"/>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75"/>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75"/>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75"/>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0" name="Google Shape;15230;p75"/>
          <p:cNvGrpSpPr/>
          <p:nvPr/>
        </p:nvGrpSpPr>
        <p:grpSpPr>
          <a:xfrm>
            <a:off x="1305327" y="2718761"/>
            <a:ext cx="357520" cy="357488"/>
            <a:chOff x="1305327" y="2894211"/>
            <a:chExt cx="357520" cy="357488"/>
          </a:xfrm>
        </p:grpSpPr>
        <p:sp>
          <p:nvSpPr>
            <p:cNvPr id="15231" name="Google Shape;15231;p75"/>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75"/>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75"/>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75"/>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75"/>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6" name="Google Shape;15236;p75"/>
          <p:cNvGrpSpPr/>
          <p:nvPr/>
        </p:nvGrpSpPr>
        <p:grpSpPr>
          <a:xfrm>
            <a:off x="853950" y="2719270"/>
            <a:ext cx="364104" cy="353290"/>
            <a:chOff x="853950" y="2894720"/>
            <a:chExt cx="364104" cy="353290"/>
          </a:xfrm>
        </p:grpSpPr>
        <p:sp>
          <p:nvSpPr>
            <p:cNvPr id="15237" name="Google Shape;15237;p75"/>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75"/>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75"/>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75"/>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75"/>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75"/>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75"/>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75"/>
          <p:cNvGrpSpPr/>
          <p:nvPr/>
        </p:nvGrpSpPr>
        <p:grpSpPr>
          <a:xfrm>
            <a:off x="7066548" y="2737144"/>
            <a:ext cx="352209" cy="334938"/>
            <a:chOff x="7066548" y="2912594"/>
            <a:chExt cx="352209" cy="334938"/>
          </a:xfrm>
        </p:grpSpPr>
        <p:sp>
          <p:nvSpPr>
            <p:cNvPr id="15245" name="Google Shape;15245;p75"/>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75"/>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75"/>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75"/>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75"/>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75"/>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51" name="Google Shape;15251;p75"/>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75"/>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53" name="Google Shape;15253;p75"/>
          <p:cNvGrpSpPr/>
          <p:nvPr/>
        </p:nvGrpSpPr>
        <p:grpSpPr>
          <a:xfrm>
            <a:off x="7541397" y="2729352"/>
            <a:ext cx="318495" cy="352209"/>
            <a:chOff x="7541397" y="2904802"/>
            <a:chExt cx="318495" cy="352209"/>
          </a:xfrm>
        </p:grpSpPr>
        <p:sp>
          <p:nvSpPr>
            <p:cNvPr id="15254" name="Google Shape;15254;p75"/>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75"/>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6" name="Google Shape;15256;p75"/>
          <p:cNvGrpSpPr/>
          <p:nvPr/>
        </p:nvGrpSpPr>
        <p:grpSpPr>
          <a:xfrm>
            <a:off x="8003015" y="2728589"/>
            <a:ext cx="306759" cy="351445"/>
            <a:chOff x="8003015" y="2904039"/>
            <a:chExt cx="306759" cy="351445"/>
          </a:xfrm>
        </p:grpSpPr>
        <p:sp>
          <p:nvSpPr>
            <p:cNvPr id="15257" name="Google Shape;15257;p75"/>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75"/>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75"/>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75"/>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75"/>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75"/>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3" name="Google Shape;15263;p75"/>
          <p:cNvGrpSpPr/>
          <p:nvPr/>
        </p:nvGrpSpPr>
        <p:grpSpPr>
          <a:xfrm>
            <a:off x="5687770" y="2710046"/>
            <a:ext cx="369638" cy="369606"/>
            <a:chOff x="5687770" y="2885496"/>
            <a:chExt cx="369638" cy="369606"/>
          </a:xfrm>
        </p:grpSpPr>
        <p:sp>
          <p:nvSpPr>
            <p:cNvPr id="15264" name="Google Shape;15264;p75"/>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75"/>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75"/>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75"/>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75"/>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75"/>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75"/>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75"/>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75"/>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75"/>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75"/>
          <p:cNvGrpSpPr/>
          <p:nvPr/>
        </p:nvGrpSpPr>
        <p:grpSpPr>
          <a:xfrm>
            <a:off x="4881958" y="2729352"/>
            <a:ext cx="156417" cy="349537"/>
            <a:chOff x="4881958" y="2904802"/>
            <a:chExt cx="156417" cy="349537"/>
          </a:xfrm>
        </p:grpSpPr>
        <p:sp>
          <p:nvSpPr>
            <p:cNvPr id="15275" name="Google Shape;15275;p75"/>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75"/>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75"/>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75"/>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75"/>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75"/>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75"/>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2" name="Google Shape;15282;p75"/>
          <p:cNvGrpSpPr/>
          <p:nvPr/>
        </p:nvGrpSpPr>
        <p:grpSpPr>
          <a:xfrm>
            <a:off x="5230318" y="2711064"/>
            <a:ext cx="371133" cy="367443"/>
            <a:chOff x="5230318" y="2886514"/>
            <a:chExt cx="371133" cy="367443"/>
          </a:xfrm>
        </p:grpSpPr>
        <p:sp>
          <p:nvSpPr>
            <p:cNvPr id="15283" name="Google Shape;15283;p75"/>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75"/>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75"/>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75"/>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75"/>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75"/>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75"/>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75"/>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75"/>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75"/>
          <p:cNvGrpSpPr/>
          <p:nvPr/>
        </p:nvGrpSpPr>
        <p:grpSpPr>
          <a:xfrm>
            <a:off x="5748358" y="3259128"/>
            <a:ext cx="352590" cy="182561"/>
            <a:chOff x="5748358" y="3434578"/>
            <a:chExt cx="352590" cy="182561"/>
          </a:xfrm>
        </p:grpSpPr>
        <p:sp>
          <p:nvSpPr>
            <p:cNvPr id="15293" name="Google Shape;15293;p75"/>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75"/>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75"/>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75"/>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75"/>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75"/>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9" name="Google Shape;15299;p75"/>
          <p:cNvGrpSpPr/>
          <p:nvPr/>
        </p:nvGrpSpPr>
        <p:grpSpPr>
          <a:xfrm>
            <a:off x="862283" y="4099321"/>
            <a:ext cx="341204" cy="359301"/>
            <a:chOff x="862283" y="4274771"/>
            <a:chExt cx="341204" cy="359301"/>
          </a:xfrm>
        </p:grpSpPr>
        <p:sp>
          <p:nvSpPr>
            <p:cNvPr id="15300" name="Google Shape;15300;p75"/>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75"/>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75"/>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3" name="Google Shape;15303;p75"/>
          <p:cNvGrpSpPr/>
          <p:nvPr/>
        </p:nvGrpSpPr>
        <p:grpSpPr>
          <a:xfrm>
            <a:off x="1396957" y="4111915"/>
            <a:ext cx="301861" cy="332871"/>
            <a:chOff x="1396957" y="4287365"/>
            <a:chExt cx="301861" cy="332871"/>
          </a:xfrm>
        </p:grpSpPr>
        <p:sp>
          <p:nvSpPr>
            <p:cNvPr id="15304" name="Google Shape;15304;p75"/>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75"/>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75"/>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75"/>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75"/>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75"/>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75"/>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75"/>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75"/>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75"/>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75"/>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75"/>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75"/>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75"/>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75"/>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9" name="Google Shape;15319;p75"/>
          <p:cNvGrpSpPr/>
          <p:nvPr/>
        </p:nvGrpSpPr>
        <p:grpSpPr>
          <a:xfrm>
            <a:off x="1865381" y="4102056"/>
            <a:ext cx="396131" cy="355612"/>
            <a:chOff x="1865381" y="4277506"/>
            <a:chExt cx="396131" cy="355612"/>
          </a:xfrm>
        </p:grpSpPr>
        <p:sp>
          <p:nvSpPr>
            <p:cNvPr id="15320" name="Google Shape;15320;p75"/>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75"/>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75"/>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75"/>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75"/>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75"/>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6" name="Google Shape;15326;p75"/>
          <p:cNvGrpSpPr/>
          <p:nvPr/>
        </p:nvGrpSpPr>
        <p:grpSpPr>
          <a:xfrm>
            <a:off x="2411823" y="4128549"/>
            <a:ext cx="334398" cy="299953"/>
            <a:chOff x="2411823" y="4303999"/>
            <a:chExt cx="334398" cy="299953"/>
          </a:xfrm>
        </p:grpSpPr>
        <p:sp>
          <p:nvSpPr>
            <p:cNvPr id="15327" name="Google Shape;15327;p75"/>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75"/>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75"/>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75"/>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75"/>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75"/>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75"/>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4" name="Google Shape;15334;p75"/>
          <p:cNvGrpSpPr/>
          <p:nvPr/>
        </p:nvGrpSpPr>
        <p:grpSpPr>
          <a:xfrm>
            <a:off x="2903337" y="4103582"/>
            <a:ext cx="382519" cy="350682"/>
            <a:chOff x="2903337" y="4279032"/>
            <a:chExt cx="382519" cy="350682"/>
          </a:xfrm>
        </p:grpSpPr>
        <p:sp>
          <p:nvSpPr>
            <p:cNvPr id="15335" name="Google Shape;15335;p75"/>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75"/>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75"/>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75"/>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75"/>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75"/>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75"/>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75"/>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75"/>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75"/>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75"/>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75"/>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75"/>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75"/>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75"/>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75"/>
          <p:cNvGrpSpPr/>
          <p:nvPr/>
        </p:nvGrpSpPr>
        <p:grpSpPr>
          <a:xfrm>
            <a:off x="3933342" y="4140317"/>
            <a:ext cx="383632" cy="276449"/>
            <a:chOff x="3933342" y="4315767"/>
            <a:chExt cx="383632" cy="276449"/>
          </a:xfrm>
        </p:grpSpPr>
        <p:sp>
          <p:nvSpPr>
            <p:cNvPr id="15351" name="Google Shape;15351;p75"/>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75"/>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75"/>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75"/>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75"/>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75"/>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7" name="Google Shape;15357;p75"/>
          <p:cNvGrpSpPr/>
          <p:nvPr/>
        </p:nvGrpSpPr>
        <p:grpSpPr>
          <a:xfrm>
            <a:off x="3441065" y="4127055"/>
            <a:ext cx="337069" cy="302593"/>
            <a:chOff x="3441065" y="4302505"/>
            <a:chExt cx="337069" cy="302593"/>
          </a:xfrm>
        </p:grpSpPr>
        <p:sp>
          <p:nvSpPr>
            <p:cNvPr id="15358" name="Google Shape;15358;p75"/>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75"/>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75"/>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75"/>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75"/>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75"/>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75"/>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75"/>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75"/>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75"/>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75"/>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75"/>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75"/>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75"/>
          <p:cNvGrpSpPr/>
          <p:nvPr/>
        </p:nvGrpSpPr>
        <p:grpSpPr>
          <a:xfrm>
            <a:off x="3532345" y="3187185"/>
            <a:ext cx="339328" cy="336274"/>
            <a:chOff x="3532345" y="3362635"/>
            <a:chExt cx="339328" cy="336274"/>
          </a:xfrm>
        </p:grpSpPr>
        <p:sp>
          <p:nvSpPr>
            <p:cNvPr id="15372" name="Google Shape;15372;p75"/>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75"/>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75"/>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75"/>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75"/>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77" name="Google Shape;15377;p75"/>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78" name="Google Shape;15378;p75"/>
          <p:cNvGrpSpPr/>
          <p:nvPr/>
        </p:nvGrpSpPr>
        <p:grpSpPr>
          <a:xfrm>
            <a:off x="1883955" y="3633250"/>
            <a:ext cx="162873" cy="351445"/>
            <a:chOff x="1883955" y="3808700"/>
            <a:chExt cx="162873" cy="351445"/>
          </a:xfrm>
        </p:grpSpPr>
        <p:sp>
          <p:nvSpPr>
            <p:cNvPr id="15379" name="Google Shape;15379;p75"/>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75"/>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1" name="Google Shape;15381;p75"/>
          <p:cNvGrpSpPr/>
          <p:nvPr/>
        </p:nvGrpSpPr>
        <p:grpSpPr>
          <a:xfrm>
            <a:off x="939156" y="3633759"/>
            <a:ext cx="192007" cy="351318"/>
            <a:chOff x="939156" y="3809209"/>
            <a:chExt cx="192007" cy="351318"/>
          </a:xfrm>
        </p:grpSpPr>
        <p:sp>
          <p:nvSpPr>
            <p:cNvPr id="15382" name="Google Shape;15382;p75"/>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75"/>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4" name="Google Shape;15384;p75"/>
          <p:cNvGrpSpPr/>
          <p:nvPr/>
        </p:nvGrpSpPr>
        <p:grpSpPr>
          <a:xfrm>
            <a:off x="2306167" y="3634395"/>
            <a:ext cx="193915" cy="349155"/>
            <a:chOff x="2306167" y="3809845"/>
            <a:chExt cx="193915" cy="349155"/>
          </a:xfrm>
        </p:grpSpPr>
        <p:sp>
          <p:nvSpPr>
            <p:cNvPr id="15385" name="Google Shape;15385;p75"/>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75"/>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75"/>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75"/>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75"/>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75"/>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75"/>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2" name="Google Shape;15392;p75"/>
          <p:cNvGrpSpPr/>
          <p:nvPr/>
        </p:nvGrpSpPr>
        <p:grpSpPr>
          <a:xfrm>
            <a:off x="1323901" y="3631723"/>
            <a:ext cx="356343" cy="356757"/>
            <a:chOff x="1323901" y="3807173"/>
            <a:chExt cx="356343" cy="356757"/>
          </a:xfrm>
        </p:grpSpPr>
        <p:sp>
          <p:nvSpPr>
            <p:cNvPr id="15393" name="Google Shape;15393;p75"/>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75"/>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75"/>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75"/>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75"/>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75"/>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75"/>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75"/>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75"/>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75"/>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75"/>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75"/>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75"/>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75"/>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75"/>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75"/>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75"/>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75"/>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75"/>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75"/>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75"/>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75"/>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75"/>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75"/>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17" name="Google Shape;15417;p75"/>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18" name="Google Shape;15418;p75"/>
          <p:cNvGrpSpPr/>
          <p:nvPr/>
        </p:nvGrpSpPr>
        <p:grpSpPr>
          <a:xfrm>
            <a:off x="859262" y="3178470"/>
            <a:ext cx="306759" cy="351445"/>
            <a:chOff x="859262" y="3353920"/>
            <a:chExt cx="306759" cy="351445"/>
          </a:xfrm>
        </p:grpSpPr>
        <p:sp>
          <p:nvSpPr>
            <p:cNvPr id="15419" name="Google Shape;15419;p75"/>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75"/>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75"/>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75"/>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75"/>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24" name="Google Shape;15424;p75"/>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25" name="Google Shape;15425;p75"/>
          <p:cNvGrpSpPr/>
          <p:nvPr/>
        </p:nvGrpSpPr>
        <p:grpSpPr>
          <a:xfrm>
            <a:off x="3967437" y="3661652"/>
            <a:ext cx="364708" cy="295405"/>
            <a:chOff x="3967437" y="3837102"/>
            <a:chExt cx="364708" cy="295405"/>
          </a:xfrm>
        </p:grpSpPr>
        <p:sp>
          <p:nvSpPr>
            <p:cNvPr id="15426" name="Google Shape;15426;p75"/>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75"/>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75"/>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75"/>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75"/>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31" name="Google Shape;15431;p75"/>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75"/>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75"/>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34" name="Google Shape;15434;p75"/>
          <p:cNvGrpSpPr/>
          <p:nvPr/>
        </p:nvGrpSpPr>
        <p:grpSpPr>
          <a:xfrm>
            <a:off x="5811827" y="3631001"/>
            <a:ext cx="283743" cy="308444"/>
            <a:chOff x="5964227" y="3858701"/>
            <a:chExt cx="283743" cy="308444"/>
          </a:xfrm>
        </p:grpSpPr>
        <p:sp>
          <p:nvSpPr>
            <p:cNvPr id="15435" name="Google Shape;15435;p75"/>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75"/>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75"/>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75"/>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9" name="Google Shape;15439;p75"/>
          <p:cNvGrpSpPr/>
          <p:nvPr/>
        </p:nvGrpSpPr>
        <p:grpSpPr>
          <a:xfrm>
            <a:off x="6243508" y="3697623"/>
            <a:ext cx="320372" cy="213602"/>
            <a:chOff x="6395908" y="3873073"/>
            <a:chExt cx="320372" cy="213602"/>
          </a:xfrm>
        </p:grpSpPr>
        <p:sp>
          <p:nvSpPr>
            <p:cNvPr id="15440" name="Google Shape;15440;p75"/>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75"/>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75"/>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75"/>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75"/>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75"/>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75"/>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75"/>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75"/>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75"/>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0" name="Google Shape;15450;p75"/>
          <p:cNvGrpSpPr/>
          <p:nvPr/>
        </p:nvGrpSpPr>
        <p:grpSpPr>
          <a:xfrm>
            <a:off x="7262890" y="3627366"/>
            <a:ext cx="357138" cy="352018"/>
            <a:chOff x="7415290" y="3802816"/>
            <a:chExt cx="357138" cy="352018"/>
          </a:xfrm>
        </p:grpSpPr>
        <p:sp>
          <p:nvSpPr>
            <p:cNvPr id="15451" name="Google Shape;15451;p75"/>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75"/>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75"/>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75"/>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75"/>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75"/>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75"/>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75"/>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9" name="Google Shape;15459;p75"/>
          <p:cNvGrpSpPr/>
          <p:nvPr/>
        </p:nvGrpSpPr>
        <p:grpSpPr>
          <a:xfrm>
            <a:off x="6737312" y="3657963"/>
            <a:ext cx="355230" cy="293401"/>
            <a:chOff x="6889712" y="3833413"/>
            <a:chExt cx="355230" cy="293401"/>
          </a:xfrm>
        </p:grpSpPr>
        <p:sp>
          <p:nvSpPr>
            <p:cNvPr id="15460" name="Google Shape;15460;p75"/>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75"/>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75"/>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75"/>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75"/>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75"/>
          <p:cNvGrpSpPr/>
          <p:nvPr/>
        </p:nvGrpSpPr>
        <p:grpSpPr>
          <a:xfrm>
            <a:off x="7707152" y="3660420"/>
            <a:ext cx="282318" cy="337168"/>
            <a:chOff x="1635875" y="237775"/>
            <a:chExt cx="4370250" cy="5219325"/>
          </a:xfrm>
        </p:grpSpPr>
        <p:sp>
          <p:nvSpPr>
            <p:cNvPr id="15466" name="Google Shape;15466;p75"/>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75"/>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8" name="Google Shape;15468;p75"/>
          <p:cNvGrpSpPr/>
          <p:nvPr/>
        </p:nvGrpSpPr>
        <p:grpSpPr>
          <a:xfrm>
            <a:off x="3103963" y="3185690"/>
            <a:ext cx="297886" cy="337578"/>
            <a:chOff x="3103963" y="3361140"/>
            <a:chExt cx="297886" cy="337578"/>
          </a:xfrm>
        </p:grpSpPr>
        <p:sp>
          <p:nvSpPr>
            <p:cNvPr id="15469" name="Google Shape;15469;p75"/>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75"/>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75"/>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75"/>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75"/>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7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7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75"/>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75"/>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75"/>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75"/>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75"/>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75"/>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75"/>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75"/>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75"/>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75"/>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75"/>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7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7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75"/>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75"/>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75"/>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75"/>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75"/>
          <p:cNvGrpSpPr/>
          <p:nvPr/>
        </p:nvGrpSpPr>
        <p:grpSpPr>
          <a:xfrm>
            <a:off x="2667821" y="3185658"/>
            <a:ext cx="273046" cy="337801"/>
            <a:chOff x="2667821" y="3361108"/>
            <a:chExt cx="273046" cy="337801"/>
          </a:xfrm>
        </p:grpSpPr>
        <p:sp>
          <p:nvSpPr>
            <p:cNvPr id="15494" name="Google Shape;15494;p75"/>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75"/>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75"/>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75"/>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75"/>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75"/>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75"/>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75"/>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75"/>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75"/>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75"/>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75"/>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75"/>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75"/>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75"/>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75"/>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75"/>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75"/>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75"/>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3" name="Google Shape;15513;p75"/>
          <p:cNvGrpSpPr/>
          <p:nvPr/>
        </p:nvGrpSpPr>
        <p:grpSpPr>
          <a:xfrm>
            <a:off x="2212469" y="3184863"/>
            <a:ext cx="282715" cy="338660"/>
            <a:chOff x="2212469" y="3360313"/>
            <a:chExt cx="282715" cy="338660"/>
          </a:xfrm>
        </p:grpSpPr>
        <p:sp>
          <p:nvSpPr>
            <p:cNvPr id="15514" name="Google Shape;15514;p75"/>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75"/>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75"/>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7" name="Google Shape;15517;p75"/>
          <p:cNvGrpSpPr/>
          <p:nvPr/>
        </p:nvGrpSpPr>
        <p:grpSpPr>
          <a:xfrm>
            <a:off x="1768821" y="3185658"/>
            <a:ext cx="278739" cy="339073"/>
            <a:chOff x="1768821" y="3361108"/>
            <a:chExt cx="278739" cy="339073"/>
          </a:xfrm>
        </p:grpSpPr>
        <p:sp>
          <p:nvSpPr>
            <p:cNvPr id="15518" name="Google Shape;15518;p75"/>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75"/>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75"/>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75"/>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75"/>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75"/>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75"/>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75"/>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75"/>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75"/>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75"/>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9" name="Google Shape;15529;p75"/>
          <p:cNvGrpSpPr/>
          <p:nvPr/>
        </p:nvGrpSpPr>
        <p:grpSpPr>
          <a:xfrm>
            <a:off x="5337883" y="3161423"/>
            <a:ext cx="307141" cy="376826"/>
            <a:chOff x="5337883" y="3336873"/>
            <a:chExt cx="307141" cy="376826"/>
          </a:xfrm>
        </p:grpSpPr>
        <p:sp>
          <p:nvSpPr>
            <p:cNvPr id="15530" name="Google Shape;15530;p75"/>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75"/>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2" name="Google Shape;15532;p75"/>
          <p:cNvGrpSpPr/>
          <p:nvPr/>
        </p:nvGrpSpPr>
        <p:grpSpPr>
          <a:xfrm>
            <a:off x="4883835" y="3161805"/>
            <a:ext cx="323425" cy="377557"/>
            <a:chOff x="4883835" y="3337255"/>
            <a:chExt cx="323425" cy="377557"/>
          </a:xfrm>
        </p:grpSpPr>
        <p:sp>
          <p:nvSpPr>
            <p:cNvPr id="15533" name="Google Shape;15533;p75"/>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75"/>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75"/>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6" name="Google Shape;15536;p75"/>
          <p:cNvGrpSpPr/>
          <p:nvPr/>
        </p:nvGrpSpPr>
        <p:grpSpPr>
          <a:xfrm>
            <a:off x="6193310" y="3231839"/>
            <a:ext cx="352590" cy="237488"/>
            <a:chOff x="6193310" y="3407289"/>
            <a:chExt cx="352590" cy="237488"/>
          </a:xfrm>
        </p:grpSpPr>
        <p:sp>
          <p:nvSpPr>
            <p:cNvPr id="15537" name="Google Shape;15537;p75"/>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75"/>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75"/>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75"/>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75"/>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75"/>
          <p:cNvGrpSpPr/>
          <p:nvPr/>
        </p:nvGrpSpPr>
        <p:grpSpPr>
          <a:xfrm>
            <a:off x="6637117" y="3222393"/>
            <a:ext cx="353735" cy="254504"/>
            <a:chOff x="6637117" y="3397843"/>
            <a:chExt cx="353735" cy="254504"/>
          </a:xfrm>
        </p:grpSpPr>
        <p:sp>
          <p:nvSpPr>
            <p:cNvPr id="15543" name="Google Shape;15543;p75"/>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75"/>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75"/>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75"/>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75"/>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75"/>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9" name="Google Shape;15549;p75"/>
          <p:cNvGrpSpPr/>
          <p:nvPr/>
        </p:nvGrpSpPr>
        <p:grpSpPr>
          <a:xfrm>
            <a:off x="7075994" y="3174081"/>
            <a:ext cx="360637" cy="352336"/>
            <a:chOff x="7075994" y="3349531"/>
            <a:chExt cx="360637" cy="352336"/>
          </a:xfrm>
        </p:grpSpPr>
        <p:sp>
          <p:nvSpPr>
            <p:cNvPr id="15550" name="Google Shape;15550;p75"/>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75"/>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75"/>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75"/>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75"/>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75"/>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75"/>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75"/>
          <p:cNvGrpSpPr/>
          <p:nvPr/>
        </p:nvGrpSpPr>
        <p:grpSpPr>
          <a:xfrm>
            <a:off x="7651983" y="3173731"/>
            <a:ext cx="107183" cy="352399"/>
            <a:chOff x="7651983" y="3349181"/>
            <a:chExt cx="107183" cy="352399"/>
          </a:xfrm>
        </p:grpSpPr>
        <p:sp>
          <p:nvSpPr>
            <p:cNvPr id="15558" name="Google Shape;15558;p75"/>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75"/>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0" name="Google Shape;15560;p75"/>
          <p:cNvGrpSpPr/>
          <p:nvPr/>
        </p:nvGrpSpPr>
        <p:grpSpPr>
          <a:xfrm>
            <a:off x="7973468" y="3206872"/>
            <a:ext cx="352590" cy="287072"/>
            <a:chOff x="7973468" y="3382322"/>
            <a:chExt cx="352590" cy="287072"/>
          </a:xfrm>
        </p:grpSpPr>
        <p:sp>
          <p:nvSpPr>
            <p:cNvPr id="15561" name="Google Shape;15561;p75"/>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75"/>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75"/>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75"/>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75"/>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75"/>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75"/>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75"/>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75"/>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75"/>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75"/>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75"/>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73" name="Google Shape;15573;p75"/>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574" name="Google Shape;15574;p75"/>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578"/>
        <p:cNvGrpSpPr/>
        <p:nvPr/>
      </p:nvGrpSpPr>
      <p:grpSpPr>
        <a:xfrm>
          <a:off x="0" y="0"/>
          <a:ext cx="0" cy="0"/>
          <a:chOff x="0" y="0"/>
          <a:chExt cx="0" cy="0"/>
        </a:xfrm>
      </p:grpSpPr>
      <p:grpSp>
        <p:nvGrpSpPr>
          <p:cNvPr id="15579" name="Google Shape;15579;p76"/>
          <p:cNvGrpSpPr/>
          <p:nvPr/>
        </p:nvGrpSpPr>
        <p:grpSpPr>
          <a:xfrm>
            <a:off x="849677" y="1576858"/>
            <a:ext cx="347872" cy="347488"/>
            <a:chOff x="849677" y="1500658"/>
            <a:chExt cx="347872" cy="347488"/>
          </a:xfrm>
        </p:grpSpPr>
        <p:sp>
          <p:nvSpPr>
            <p:cNvPr id="15580" name="Google Shape;15580;p76"/>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76"/>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76"/>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76"/>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76"/>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76"/>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6" name="Google Shape;15586;p76"/>
          <p:cNvGrpSpPr/>
          <p:nvPr/>
        </p:nvGrpSpPr>
        <p:grpSpPr>
          <a:xfrm>
            <a:off x="1415853" y="1576858"/>
            <a:ext cx="315872" cy="347488"/>
            <a:chOff x="1415853" y="1500658"/>
            <a:chExt cx="315872" cy="347488"/>
          </a:xfrm>
        </p:grpSpPr>
        <p:sp>
          <p:nvSpPr>
            <p:cNvPr id="15587" name="Google Shape;15587;p76"/>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76"/>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76"/>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76"/>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1" name="Google Shape;15591;p76"/>
          <p:cNvGrpSpPr/>
          <p:nvPr/>
        </p:nvGrpSpPr>
        <p:grpSpPr>
          <a:xfrm>
            <a:off x="4697389" y="1576858"/>
            <a:ext cx="347520" cy="347104"/>
            <a:chOff x="4697389" y="1500658"/>
            <a:chExt cx="347520" cy="347104"/>
          </a:xfrm>
        </p:grpSpPr>
        <p:sp>
          <p:nvSpPr>
            <p:cNvPr id="15592" name="Google Shape;15592;p76"/>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76"/>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76"/>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5" name="Google Shape;15595;p76"/>
          <p:cNvGrpSpPr/>
          <p:nvPr/>
        </p:nvGrpSpPr>
        <p:grpSpPr>
          <a:xfrm>
            <a:off x="3603533" y="2041146"/>
            <a:ext cx="347520" cy="353760"/>
            <a:chOff x="3603533" y="1964946"/>
            <a:chExt cx="347520" cy="353760"/>
          </a:xfrm>
        </p:grpSpPr>
        <p:sp>
          <p:nvSpPr>
            <p:cNvPr id="15596" name="Google Shape;15596;p76"/>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76"/>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76"/>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76"/>
          <p:cNvGrpSpPr/>
          <p:nvPr/>
        </p:nvGrpSpPr>
        <p:grpSpPr>
          <a:xfrm>
            <a:off x="1950765" y="2040538"/>
            <a:ext cx="357792" cy="352448"/>
            <a:chOff x="1950765" y="1964338"/>
            <a:chExt cx="357792" cy="352448"/>
          </a:xfrm>
        </p:grpSpPr>
        <p:sp>
          <p:nvSpPr>
            <p:cNvPr id="15600" name="Google Shape;15600;p76"/>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76"/>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76"/>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76"/>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4" name="Google Shape;15604;p76"/>
          <p:cNvGrpSpPr/>
          <p:nvPr/>
        </p:nvGrpSpPr>
        <p:grpSpPr>
          <a:xfrm>
            <a:off x="7435629" y="2040890"/>
            <a:ext cx="367712" cy="353248"/>
            <a:chOff x="7435629" y="1964690"/>
            <a:chExt cx="367712" cy="353248"/>
          </a:xfrm>
        </p:grpSpPr>
        <p:sp>
          <p:nvSpPr>
            <p:cNvPr id="15605" name="Google Shape;15605;p76"/>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76"/>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76"/>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76"/>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9" name="Google Shape;15609;p76"/>
          <p:cNvGrpSpPr/>
          <p:nvPr/>
        </p:nvGrpSpPr>
        <p:grpSpPr>
          <a:xfrm>
            <a:off x="2512749" y="2041242"/>
            <a:ext cx="333024" cy="352896"/>
            <a:chOff x="2512749" y="1965042"/>
            <a:chExt cx="333024" cy="352896"/>
          </a:xfrm>
        </p:grpSpPr>
        <p:sp>
          <p:nvSpPr>
            <p:cNvPr id="15610" name="Google Shape;15610;p76"/>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76"/>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76"/>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76"/>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76"/>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5" name="Google Shape;15615;p76"/>
          <p:cNvGrpSpPr/>
          <p:nvPr/>
        </p:nvGrpSpPr>
        <p:grpSpPr>
          <a:xfrm>
            <a:off x="1398317" y="2057978"/>
            <a:ext cx="365792" cy="335392"/>
            <a:chOff x="1398317" y="1981778"/>
            <a:chExt cx="365792" cy="335392"/>
          </a:xfrm>
        </p:grpSpPr>
        <p:sp>
          <p:nvSpPr>
            <p:cNvPr id="15616" name="Google Shape;15616;p76"/>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76"/>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76"/>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76"/>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76"/>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76"/>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2" name="Google Shape;15622;p76"/>
          <p:cNvGrpSpPr/>
          <p:nvPr/>
        </p:nvGrpSpPr>
        <p:grpSpPr>
          <a:xfrm>
            <a:off x="3052237" y="2079770"/>
            <a:ext cx="353600" cy="314752"/>
            <a:chOff x="3052237" y="2003570"/>
            <a:chExt cx="353600" cy="314752"/>
          </a:xfrm>
        </p:grpSpPr>
        <p:sp>
          <p:nvSpPr>
            <p:cNvPr id="15623" name="Google Shape;15623;p76"/>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76"/>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76"/>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76"/>
          <p:cNvGrpSpPr/>
          <p:nvPr/>
        </p:nvGrpSpPr>
        <p:grpSpPr>
          <a:xfrm>
            <a:off x="1404013" y="3034266"/>
            <a:ext cx="368096" cy="223968"/>
            <a:chOff x="1404013" y="2958066"/>
            <a:chExt cx="368096" cy="223968"/>
          </a:xfrm>
        </p:grpSpPr>
        <p:sp>
          <p:nvSpPr>
            <p:cNvPr id="15627" name="Google Shape;15627;p76"/>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76"/>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29" name="Google Shape;15629;p76"/>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76"/>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31" name="Google Shape;15631;p76"/>
          <p:cNvGrpSpPr/>
          <p:nvPr/>
        </p:nvGrpSpPr>
        <p:grpSpPr>
          <a:xfrm>
            <a:off x="1951149" y="2961402"/>
            <a:ext cx="370368" cy="367328"/>
            <a:chOff x="1951149" y="2885202"/>
            <a:chExt cx="370368" cy="367328"/>
          </a:xfrm>
        </p:grpSpPr>
        <p:sp>
          <p:nvSpPr>
            <p:cNvPr id="15632" name="Google Shape;15632;p76"/>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76"/>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76"/>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5" name="Google Shape;15635;p76"/>
          <p:cNvGrpSpPr/>
          <p:nvPr/>
        </p:nvGrpSpPr>
        <p:grpSpPr>
          <a:xfrm>
            <a:off x="2501677" y="2982362"/>
            <a:ext cx="367328" cy="327296"/>
            <a:chOff x="2501677" y="2906162"/>
            <a:chExt cx="367328" cy="327296"/>
          </a:xfrm>
        </p:grpSpPr>
        <p:sp>
          <p:nvSpPr>
            <p:cNvPr id="15636" name="Google Shape;15636;p76"/>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76"/>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76"/>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9" name="Google Shape;15639;p76"/>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40" name="Google Shape;15640;p76"/>
          <p:cNvGrpSpPr/>
          <p:nvPr/>
        </p:nvGrpSpPr>
        <p:grpSpPr>
          <a:xfrm>
            <a:off x="3050317" y="2969914"/>
            <a:ext cx="367712" cy="354240"/>
            <a:chOff x="3050317" y="2893714"/>
            <a:chExt cx="367712" cy="354240"/>
          </a:xfrm>
        </p:grpSpPr>
        <p:sp>
          <p:nvSpPr>
            <p:cNvPr id="15641" name="Google Shape;15641;p76"/>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76"/>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43" name="Google Shape;15643;p76"/>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76"/>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45" name="Google Shape;15645;p76"/>
          <p:cNvGrpSpPr/>
          <p:nvPr/>
        </p:nvGrpSpPr>
        <p:grpSpPr>
          <a:xfrm>
            <a:off x="7531277" y="2962554"/>
            <a:ext cx="185184" cy="367296"/>
            <a:chOff x="7531277" y="2886354"/>
            <a:chExt cx="185184" cy="367296"/>
          </a:xfrm>
        </p:grpSpPr>
        <p:sp>
          <p:nvSpPr>
            <p:cNvPr id="15646" name="Google Shape;15646;p76"/>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76"/>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76"/>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9" name="Google Shape;15649;p76"/>
          <p:cNvGrpSpPr/>
          <p:nvPr/>
        </p:nvGrpSpPr>
        <p:grpSpPr>
          <a:xfrm>
            <a:off x="6926637" y="2962938"/>
            <a:ext cx="297184" cy="367296"/>
            <a:chOff x="6926637" y="2886738"/>
            <a:chExt cx="297184" cy="367296"/>
          </a:xfrm>
        </p:grpSpPr>
        <p:sp>
          <p:nvSpPr>
            <p:cNvPr id="15650" name="Google Shape;15650;p76"/>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76"/>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76"/>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53" name="Google Shape;15653;p76"/>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76"/>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55" name="Google Shape;15655;p76"/>
          <p:cNvGrpSpPr/>
          <p:nvPr/>
        </p:nvGrpSpPr>
        <p:grpSpPr>
          <a:xfrm>
            <a:off x="6340653" y="2962554"/>
            <a:ext cx="370368" cy="368064"/>
            <a:chOff x="6340653" y="2886354"/>
            <a:chExt cx="370368" cy="368064"/>
          </a:xfrm>
        </p:grpSpPr>
        <p:sp>
          <p:nvSpPr>
            <p:cNvPr id="15656" name="Google Shape;15656;p76"/>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76"/>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76"/>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76"/>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76"/>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76"/>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2" name="Google Shape;15662;p76"/>
          <p:cNvGrpSpPr/>
          <p:nvPr/>
        </p:nvGrpSpPr>
        <p:grpSpPr>
          <a:xfrm>
            <a:off x="5246797" y="2057626"/>
            <a:ext cx="354752" cy="336512"/>
            <a:chOff x="5246797" y="1981426"/>
            <a:chExt cx="354752" cy="336512"/>
          </a:xfrm>
        </p:grpSpPr>
        <p:sp>
          <p:nvSpPr>
            <p:cNvPr id="15663" name="Google Shape;15663;p76"/>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76"/>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5" name="Google Shape;15665;p76"/>
          <p:cNvGrpSpPr/>
          <p:nvPr/>
        </p:nvGrpSpPr>
        <p:grpSpPr>
          <a:xfrm>
            <a:off x="4148749" y="2178266"/>
            <a:ext cx="355136" cy="216256"/>
            <a:chOff x="4148749" y="2102066"/>
            <a:chExt cx="355136" cy="216256"/>
          </a:xfrm>
        </p:grpSpPr>
        <p:sp>
          <p:nvSpPr>
            <p:cNvPr id="15666" name="Google Shape;15666;p76"/>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76"/>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8" name="Google Shape;15668;p76"/>
          <p:cNvGrpSpPr/>
          <p:nvPr/>
        </p:nvGrpSpPr>
        <p:grpSpPr>
          <a:xfrm>
            <a:off x="5794669" y="2077626"/>
            <a:ext cx="354752" cy="315360"/>
            <a:chOff x="5794669" y="2001426"/>
            <a:chExt cx="354752" cy="315360"/>
          </a:xfrm>
        </p:grpSpPr>
        <p:sp>
          <p:nvSpPr>
            <p:cNvPr id="15669" name="Google Shape;15669;p76"/>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76"/>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76"/>
          <p:cNvGrpSpPr/>
          <p:nvPr/>
        </p:nvGrpSpPr>
        <p:grpSpPr>
          <a:xfrm>
            <a:off x="6345229" y="2106042"/>
            <a:ext cx="352832" cy="289216"/>
            <a:chOff x="6345229" y="2029842"/>
            <a:chExt cx="352832" cy="289216"/>
          </a:xfrm>
        </p:grpSpPr>
        <p:sp>
          <p:nvSpPr>
            <p:cNvPr id="15672" name="Google Shape;15672;p76"/>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76"/>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4" name="Google Shape;15674;p76"/>
          <p:cNvGrpSpPr/>
          <p:nvPr/>
        </p:nvGrpSpPr>
        <p:grpSpPr>
          <a:xfrm>
            <a:off x="4697389" y="2112538"/>
            <a:ext cx="354752" cy="281984"/>
            <a:chOff x="4697389" y="2036338"/>
            <a:chExt cx="354752" cy="281984"/>
          </a:xfrm>
        </p:grpSpPr>
        <p:sp>
          <p:nvSpPr>
            <p:cNvPr id="15675" name="Google Shape;15675;p76"/>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76"/>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7" name="Google Shape;15677;p76"/>
          <p:cNvGrpSpPr/>
          <p:nvPr/>
        </p:nvGrpSpPr>
        <p:grpSpPr>
          <a:xfrm>
            <a:off x="1404013" y="2500954"/>
            <a:ext cx="353600" cy="354944"/>
            <a:chOff x="1404013" y="2424754"/>
            <a:chExt cx="353600" cy="354944"/>
          </a:xfrm>
        </p:grpSpPr>
        <p:sp>
          <p:nvSpPr>
            <p:cNvPr id="15678" name="Google Shape;15678;p76"/>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76"/>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76"/>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76"/>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76"/>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3" name="Google Shape;15683;p76"/>
          <p:cNvGrpSpPr/>
          <p:nvPr/>
        </p:nvGrpSpPr>
        <p:grpSpPr>
          <a:xfrm>
            <a:off x="854253" y="2504474"/>
            <a:ext cx="355104" cy="351040"/>
            <a:chOff x="854253" y="2428274"/>
            <a:chExt cx="355104" cy="351040"/>
          </a:xfrm>
        </p:grpSpPr>
        <p:sp>
          <p:nvSpPr>
            <p:cNvPr id="15684" name="Google Shape;15684;p76"/>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76"/>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6" name="Google Shape;15686;p76"/>
          <p:cNvGrpSpPr/>
          <p:nvPr/>
        </p:nvGrpSpPr>
        <p:grpSpPr>
          <a:xfrm>
            <a:off x="6896909" y="2517146"/>
            <a:ext cx="354752" cy="275904"/>
            <a:chOff x="6896909" y="2440946"/>
            <a:chExt cx="354752" cy="275904"/>
          </a:xfrm>
        </p:grpSpPr>
        <p:sp>
          <p:nvSpPr>
            <p:cNvPr id="15687" name="Google Shape;15687;p76"/>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76"/>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89" name="Google Shape;15689;p76"/>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0" name="Google Shape;15690;p76"/>
          <p:cNvGrpSpPr/>
          <p:nvPr/>
        </p:nvGrpSpPr>
        <p:grpSpPr>
          <a:xfrm>
            <a:off x="5265069" y="2500954"/>
            <a:ext cx="321984" cy="354560"/>
            <a:chOff x="5265069" y="2424754"/>
            <a:chExt cx="321984" cy="354560"/>
          </a:xfrm>
        </p:grpSpPr>
        <p:sp>
          <p:nvSpPr>
            <p:cNvPr id="15691" name="Google Shape;15691;p76"/>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76"/>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3" name="Google Shape;15693;p76"/>
          <p:cNvGrpSpPr/>
          <p:nvPr/>
        </p:nvGrpSpPr>
        <p:grpSpPr>
          <a:xfrm>
            <a:off x="4150669" y="2542970"/>
            <a:ext cx="355104" cy="259584"/>
            <a:chOff x="4150669" y="2466770"/>
            <a:chExt cx="355104" cy="259584"/>
          </a:xfrm>
        </p:grpSpPr>
        <p:sp>
          <p:nvSpPr>
            <p:cNvPr id="15694" name="Google Shape;15694;p76"/>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76"/>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76"/>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76"/>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8" name="Google Shape;15698;p76"/>
          <p:cNvGrpSpPr/>
          <p:nvPr/>
        </p:nvGrpSpPr>
        <p:grpSpPr>
          <a:xfrm>
            <a:off x="4699693" y="2501146"/>
            <a:ext cx="354336" cy="353984"/>
            <a:chOff x="4699693" y="2424946"/>
            <a:chExt cx="354336" cy="353984"/>
          </a:xfrm>
        </p:grpSpPr>
        <p:sp>
          <p:nvSpPr>
            <p:cNvPr id="15699" name="Google Shape;15699;p76"/>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76"/>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01" name="Google Shape;15701;p76"/>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76"/>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03" name="Google Shape;15703;p76"/>
          <p:cNvGrpSpPr/>
          <p:nvPr/>
        </p:nvGrpSpPr>
        <p:grpSpPr>
          <a:xfrm>
            <a:off x="1953037" y="2628442"/>
            <a:ext cx="355136" cy="227072"/>
            <a:chOff x="1953037" y="2552242"/>
            <a:chExt cx="355136" cy="227072"/>
          </a:xfrm>
        </p:grpSpPr>
        <p:sp>
          <p:nvSpPr>
            <p:cNvPr id="15704" name="Google Shape;15704;p76"/>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76"/>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06" name="Google Shape;15706;p76"/>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07" name="Google Shape;15707;p76"/>
          <p:cNvGrpSpPr/>
          <p:nvPr/>
        </p:nvGrpSpPr>
        <p:grpSpPr>
          <a:xfrm>
            <a:off x="2500941" y="2603418"/>
            <a:ext cx="355104" cy="250944"/>
            <a:chOff x="2500941" y="2527218"/>
            <a:chExt cx="355104" cy="250944"/>
          </a:xfrm>
        </p:grpSpPr>
        <p:sp>
          <p:nvSpPr>
            <p:cNvPr id="15708" name="Google Shape;15708;p76"/>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76"/>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76"/>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76"/>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76"/>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13" name="Google Shape;15713;p76"/>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14" name="Google Shape;15714;p76"/>
          <p:cNvGrpSpPr/>
          <p:nvPr/>
        </p:nvGrpSpPr>
        <p:grpSpPr>
          <a:xfrm>
            <a:off x="7993805" y="2503322"/>
            <a:ext cx="356256" cy="351808"/>
            <a:chOff x="7993805" y="2427122"/>
            <a:chExt cx="356256" cy="351808"/>
          </a:xfrm>
        </p:grpSpPr>
        <p:sp>
          <p:nvSpPr>
            <p:cNvPr id="15715" name="Google Shape;15715;p76"/>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76"/>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76"/>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8" name="Google Shape;15718;p76"/>
          <p:cNvGrpSpPr/>
          <p:nvPr/>
        </p:nvGrpSpPr>
        <p:grpSpPr>
          <a:xfrm>
            <a:off x="878637" y="2041210"/>
            <a:ext cx="308640" cy="353312"/>
            <a:chOff x="878637" y="1965010"/>
            <a:chExt cx="308640" cy="353312"/>
          </a:xfrm>
        </p:grpSpPr>
        <p:sp>
          <p:nvSpPr>
            <p:cNvPr id="15719" name="Google Shape;15719;p76"/>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76"/>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76"/>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76"/>
          <p:cNvGrpSpPr/>
          <p:nvPr/>
        </p:nvGrpSpPr>
        <p:grpSpPr>
          <a:xfrm>
            <a:off x="6896141" y="2040922"/>
            <a:ext cx="348256" cy="352448"/>
            <a:chOff x="6896141" y="1964722"/>
            <a:chExt cx="348256" cy="352448"/>
          </a:xfrm>
        </p:grpSpPr>
        <p:sp>
          <p:nvSpPr>
            <p:cNvPr id="15723" name="Google Shape;15723;p76"/>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76"/>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76"/>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6" name="Google Shape;15726;p76"/>
          <p:cNvGrpSpPr/>
          <p:nvPr/>
        </p:nvGrpSpPr>
        <p:grpSpPr>
          <a:xfrm>
            <a:off x="7989997" y="2091578"/>
            <a:ext cx="355136" cy="303328"/>
            <a:chOff x="7989997" y="2015378"/>
            <a:chExt cx="355136" cy="303328"/>
          </a:xfrm>
        </p:grpSpPr>
        <p:sp>
          <p:nvSpPr>
            <p:cNvPr id="15727" name="Google Shape;15727;p76"/>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76"/>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76"/>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0" name="Google Shape;15730;p76"/>
          <p:cNvGrpSpPr/>
          <p:nvPr/>
        </p:nvGrpSpPr>
        <p:grpSpPr>
          <a:xfrm>
            <a:off x="3598221" y="1585562"/>
            <a:ext cx="348640" cy="330784"/>
            <a:chOff x="3598221" y="1509362"/>
            <a:chExt cx="348640" cy="330784"/>
          </a:xfrm>
        </p:grpSpPr>
        <p:sp>
          <p:nvSpPr>
            <p:cNvPr id="15731" name="Google Shape;15731;p76"/>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76"/>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76"/>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76"/>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5" name="Google Shape;15735;p76"/>
          <p:cNvGrpSpPr/>
          <p:nvPr/>
        </p:nvGrpSpPr>
        <p:grpSpPr>
          <a:xfrm>
            <a:off x="5246797" y="1576858"/>
            <a:ext cx="347872" cy="347488"/>
            <a:chOff x="5246797" y="1500658"/>
            <a:chExt cx="347872" cy="347488"/>
          </a:xfrm>
        </p:grpSpPr>
        <p:sp>
          <p:nvSpPr>
            <p:cNvPr id="15736" name="Google Shape;15736;p76"/>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76"/>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76"/>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76"/>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0" name="Google Shape;15740;p76"/>
          <p:cNvGrpSpPr/>
          <p:nvPr/>
        </p:nvGrpSpPr>
        <p:grpSpPr>
          <a:xfrm>
            <a:off x="5796589" y="1576858"/>
            <a:ext cx="349024" cy="346752"/>
            <a:chOff x="5796589" y="1500658"/>
            <a:chExt cx="349024" cy="346752"/>
          </a:xfrm>
        </p:grpSpPr>
        <p:sp>
          <p:nvSpPr>
            <p:cNvPr id="15741" name="Google Shape;15741;p76"/>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42" name="Google Shape;15742;p76"/>
            <p:cNvGrpSpPr/>
            <p:nvPr/>
          </p:nvGrpSpPr>
          <p:grpSpPr>
            <a:xfrm>
              <a:off x="5796589" y="1500658"/>
              <a:ext cx="349024" cy="346752"/>
              <a:chOff x="5796589" y="1500658"/>
              <a:chExt cx="349024" cy="346752"/>
            </a:xfrm>
          </p:grpSpPr>
          <p:sp>
            <p:nvSpPr>
              <p:cNvPr id="15743" name="Google Shape;15743;p76"/>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76"/>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76"/>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76"/>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47" name="Google Shape;15747;p76"/>
          <p:cNvGrpSpPr/>
          <p:nvPr/>
        </p:nvGrpSpPr>
        <p:grpSpPr>
          <a:xfrm>
            <a:off x="6895373" y="1578778"/>
            <a:ext cx="348640" cy="343296"/>
            <a:chOff x="6895373" y="1502578"/>
            <a:chExt cx="348640" cy="343296"/>
          </a:xfrm>
        </p:grpSpPr>
        <p:sp>
          <p:nvSpPr>
            <p:cNvPr id="15748" name="Google Shape;15748;p76"/>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76"/>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76"/>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1" name="Google Shape;15751;p76"/>
          <p:cNvGrpSpPr/>
          <p:nvPr/>
        </p:nvGrpSpPr>
        <p:grpSpPr>
          <a:xfrm>
            <a:off x="4147597" y="1581658"/>
            <a:ext cx="347904" cy="336992"/>
            <a:chOff x="4147597" y="1505458"/>
            <a:chExt cx="347904" cy="336992"/>
          </a:xfrm>
        </p:grpSpPr>
        <p:sp>
          <p:nvSpPr>
            <p:cNvPr id="15752" name="Google Shape;15752;p76"/>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76"/>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76"/>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76"/>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76"/>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76"/>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76"/>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9" name="Google Shape;15759;p76"/>
          <p:cNvGrpSpPr/>
          <p:nvPr/>
        </p:nvGrpSpPr>
        <p:grpSpPr>
          <a:xfrm>
            <a:off x="2499405" y="1576090"/>
            <a:ext cx="347488" cy="348256"/>
            <a:chOff x="2499405" y="1499890"/>
            <a:chExt cx="347488" cy="348256"/>
          </a:xfrm>
        </p:grpSpPr>
        <p:sp>
          <p:nvSpPr>
            <p:cNvPr id="15760" name="Google Shape;15760;p76"/>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76"/>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76"/>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76"/>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76"/>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5" name="Google Shape;15765;p76"/>
          <p:cNvGrpSpPr/>
          <p:nvPr/>
        </p:nvGrpSpPr>
        <p:grpSpPr>
          <a:xfrm>
            <a:off x="1956845" y="1576698"/>
            <a:ext cx="331520" cy="348032"/>
            <a:chOff x="1956845" y="1500498"/>
            <a:chExt cx="331520" cy="348032"/>
          </a:xfrm>
        </p:grpSpPr>
        <p:sp>
          <p:nvSpPr>
            <p:cNvPr id="15766" name="Google Shape;15766;p76"/>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76"/>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76"/>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76"/>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76"/>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76"/>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76"/>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76"/>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76"/>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76"/>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76"/>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76"/>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76"/>
          <p:cNvGrpSpPr/>
          <p:nvPr/>
        </p:nvGrpSpPr>
        <p:grpSpPr>
          <a:xfrm>
            <a:off x="6345613" y="1626074"/>
            <a:ext cx="348640" cy="250656"/>
            <a:chOff x="6345613" y="1549874"/>
            <a:chExt cx="348640" cy="250656"/>
          </a:xfrm>
        </p:grpSpPr>
        <p:sp>
          <p:nvSpPr>
            <p:cNvPr id="15779" name="Google Shape;15779;p76"/>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76"/>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76"/>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76"/>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76"/>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76"/>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76"/>
          <p:cNvGrpSpPr/>
          <p:nvPr/>
        </p:nvGrpSpPr>
        <p:grpSpPr>
          <a:xfrm>
            <a:off x="7444781" y="1583226"/>
            <a:ext cx="348640" cy="334272"/>
            <a:chOff x="7444781" y="1507026"/>
            <a:chExt cx="348640" cy="334272"/>
          </a:xfrm>
        </p:grpSpPr>
        <p:sp>
          <p:nvSpPr>
            <p:cNvPr id="15786" name="Google Shape;15786;p76"/>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76"/>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76"/>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76"/>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76"/>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76"/>
          <p:cNvGrpSpPr/>
          <p:nvPr/>
        </p:nvGrpSpPr>
        <p:grpSpPr>
          <a:xfrm>
            <a:off x="7995341" y="1582938"/>
            <a:ext cx="347872" cy="334944"/>
            <a:chOff x="7995341" y="1506738"/>
            <a:chExt cx="347872" cy="334944"/>
          </a:xfrm>
        </p:grpSpPr>
        <p:sp>
          <p:nvSpPr>
            <p:cNvPr id="15792" name="Google Shape;15792;p76"/>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76"/>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76"/>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76"/>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76"/>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76"/>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8" name="Google Shape;15798;p76"/>
          <p:cNvGrpSpPr/>
          <p:nvPr/>
        </p:nvGrpSpPr>
        <p:grpSpPr>
          <a:xfrm>
            <a:off x="3048045" y="1599130"/>
            <a:ext cx="347872" cy="303904"/>
            <a:chOff x="3048045" y="1522930"/>
            <a:chExt cx="347872" cy="303904"/>
          </a:xfrm>
        </p:grpSpPr>
        <p:sp>
          <p:nvSpPr>
            <p:cNvPr id="15799" name="Google Shape;15799;p76"/>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00" name="Google Shape;15800;p76"/>
            <p:cNvGrpSpPr/>
            <p:nvPr/>
          </p:nvGrpSpPr>
          <p:grpSpPr>
            <a:xfrm>
              <a:off x="3048045" y="1522930"/>
              <a:ext cx="347872" cy="303904"/>
              <a:chOff x="3048045" y="1522930"/>
              <a:chExt cx="347872" cy="303904"/>
            </a:xfrm>
          </p:grpSpPr>
          <p:sp>
            <p:nvSpPr>
              <p:cNvPr id="15801" name="Google Shape;15801;p76"/>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76"/>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03" name="Google Shape;15803;p76"/>
          <p:cNvGrpSpPr/>
          <p:nvPr/>
        </p:nvGrpSpPr>
        <p:grpSpPr>
          <a:xfrm>
            <a:off x="1133133" y="3428122"/>
            <a:ext cx="313984" cy="358560"/>
            <a:chOff x="1133133" y="3351922"/>
            <a:chExt cx="313984" cy="358560"/>
          </a:xfrm>
        </p:grpSpPr>
        <p:sp>
          <p:nvSpPr>
            <p:cNvPr id="15804" name="Google Shape;15804;p76"/>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76"/>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76"/>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76"/>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76"/>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76"/>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76"/>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76"/>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76"/>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76"/>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76"/>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76"/>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76"/>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76"/>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76"/>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76"/>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20" name="Google Shape;15820;p76"/>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21" name="Google Shape;15821;p76"/>
          <p:cNvGrpSpPr/>
          <p:nvPr/>
        </p:nvGrpSpPr>
        <p:grpSpPr>
          <a:xfrm>
            <a:off x="2795053" y="3428794"/>
            <a:ext cx="288448" cy="357120"/>
            <a:chOff x="2795053" y="3352594"/>
            <a:chExt cx="288448" cy="357120"/>
          </a:xfrm>
        </p:grpSpPr>
        <p:sp>
          <p:nvSpPr>
            <p:cNvPr id="15822" name="Google Shape;15822;p76"/>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76"/>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76"/>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76"/>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76"/>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76"/>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76"/>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76"/>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76"/>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1" name="Google Shape;15831;p76"/>
          <p:cNvGrpSpPr/>
          <p:nvPr/>
        </p:nvGrpSpPr>
        <p:grpSpPr>
          <a:xfrm>
            <a:off x="2236525" y="3429402"/>
            <a:ext cx="304832" cy="356512"/>
            <a:chOff x="2236525" y="3353202"/>
            <a:chExt cx="304832" cy="356512"/>
          </a:xfrm>
        </p:grpSpPr>
        <p:sp>
          <p:nvSpPr>
            <p:cNvPr id="15832" name="Google Shape;15832;p76"/>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76"/>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76"/>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5" name="Google Shape;15835;p76"/>
          <p:cNvGrpSpPr/>
          <p:nvPr/>
        </p:nvGrpSpPr>
        <p:grpSpPr>
          <a:xfrm>
            <a:off x="3910637" y="3428890"/>
            <a:ext cx="256800" cy="357024"/>
            <a:chOff x="3910637" y="3352690"/>
            <a:chExt cx="256800" cy="357024"/>
          </a:xfrm>
        </p:grpSpPr>
        <p:sp>
          <p:nvSpPr>
            <p:cNvPr id="15836" name="Google Shape;15836;p76"/>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76"/>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76"/>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9" name="Google Shape;15839;p76"/>
          <p:cNvGrpSpPr/>
          <p:nvPr/>
        </p:nvGrpSpPr>
        <p:grpSpPr>
          <a:xfrm>
            <a:off x="6056429" y="3428122"/>
            <a:ext cx="360064" cy="360096"/>
            <a:chOff x="6056429" y="3351922"/>
            <a:chExt cx="360064" cy="360096"/>
          </a:xfrm>
        </p:grpSpPr>
        <p:sp>
          <p:nvSpPr>
            <p:cNvPr id="15840" name="Google Shape;15840;p76"/>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76"/>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76"/>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3" name="Google Shape;15843;p76"/>
          <p:cNvGrpSpPr/>
          <p:nvPr/>
        </p:nvGrpSpPr>
        <p:grpSpPr>
          <a:xfrm>
            <a:off x="6608877" y="3429274"/>
            <a:ext cx="357408" cy="357408"/>
            <a:chOff x="6608877" y="3353074"/>
            <a:chExt cx="357408" cy="357408"/>
          </a:xfrm>
        </p:grpSpPr>
        <p:sp>
          <p:nvSpPr>
            <p:cNvPr id="15844" name="Google Shape;15844;p76"/>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76"/>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76"/>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76"/>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76"/>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76"/>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76"/>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51" name="Google Shape;15851;p76"/>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76"/>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53" name="Google Shape;15853;p76"/>
          <p:cNvGrpSpPr/>
          <p:nvPr/>
        </p:nvGrpSpPr>
        <p:grpSpPr>
          <a:xfrm>
            <a:off x="4959533" y="3446426"/>
            <a:ext cx="357408" cy="323488"/>
            <a:chOff x="4959533" y="3370226"/>
            <a:chExt cx="357408" cy="323488"/>
          </a:xfrm>
        </p:grpSpPr>
        <p:sp>
          <p:nvSpPr>
            <p:cNvPr id="15854" name="Google Shape;15854;p76"/>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76"/>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76"/>
          <p:cNvGrpSpPr/>
          <p:nvPr/>
        </p:nvGrpSpPr>
        <p:grpSpPr>
          <a:xfrm>
            <a:off x="7158637" y="3429274"/>
            <a:ext cx="357056" cy="357408"/>
            <a:chOff x="7158637" y="3353074"/>
            <a:chExt cx="357056" cy="357408"/>
          </a:xfrm>
        </p:grpSpPr>
        <p:sp>
          <p:nvSpPr>
            <p:cNvPr id="15857" name="Google Shape;15857;p76"/>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76"/>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76"/>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76"/>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1" name="Google Shape;15861;p76"/>
          <p:cNvGrpSpPr/>
          <p:nvPr/>
        </p:nvGrpSpPr>
        <p:grpSpPr>
          <a:xfrm>
            <a:off x="3316269" y="3428602"/>
            <a:ext cx="344832" cy="356544"/>
            <a:chOff x="3316269" y="3352402"/>
            <a:chExt cx="344832" cy="356544"/>
          </a:xfrm>
        </p:grpSpPr>
        <p:sp>
          <p:nvSpPr>
            <p:cNvPr id="15862" name="Google Shape;15862;p76"/>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76"/>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76"/>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5" name="Google Shape;15865;p76"/>
          <p:cNvGrpSpPr/>
          <p:nvPr/>
        </p:nvGrpSpPr>
        <p:grpSpPr>
          <a:xfrm>
            <a:off x="5508909" y="3447706"/>
            <a:ext cx="358560" cy="319552"/>
            <a:chOff x="5508909" y="3371506"/>
            <a:chExt cx="358560" cy="319552"/>
          </a:xfrm>
        </p:grpSpPr>
        <p:sp>
          <p:nvSpPr>
            <p:cNvPr id="15866" name="Google Shape;15866;p76"/>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76"/>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76"/>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76"/>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76"/>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76"/>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76"/>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76"/>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76"/>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76"/>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76" name="Google Shape;15876;p76"/>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80"/>
        <p:cNvGrpSpPr/>
        <p:nvPr/>
      </p:nvGrpSpPr>
      <p:grpSpPr>
        <a:xfrm>
          <a:off x="0" y="0"/>
          <a:ext cx="0" cy="0"/>
          <a:chOff x="0" y="0"/>
          <a:chExt cx="0" cy="0"/>
        </a:xfrm>
      </p:grpSpPr>
      <p:sp>
        <p:nvSpPr>
          <p:cNvPr id="15881" name="Google Shape;15881;p77"/>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82" name="Google Shape;15882;p77"/>
          <p:cNvGrpSpPr/>
          <p:nvPr/>
        </p:nvGrpSpPr>
        <p:grpSpPr>
          <a:xfrm>
            <a:off x="3051327" y="3893352"/>
            <a:ext cx="346056" cy="345674"/>
            <a:chOff x="3303268" y="3817349"/>
            <a:chExt cx="346056" cy="345674"/>
          </a:xfrm>
        </p:grpSpPr>
        <p:sp>
          <p:nvSpPr>
            <p:cNvPr id="15883" name="Google Shape;15883;p77"/>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77"/>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77"/>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77"/>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7" name="Google Shape;15887;p77"/>
          <p:cNvGrpSpPr/>
          <p:nvPr/>
        </p:nvGrpSpPr>
        <p:grpSpPr>
          <a:xfrm>
            <a:off x="3500416" y="3893352"/>
            <a:ext cx="346056" cy="345674"/>
            <a:chOff x="3752358" y="3817349"/>
            <a:chExt cx="346056" cy="345674"/>
          </a:xfrm>
        </p:grpSpPr>
        <p:sp>
          <p:nvSpPr>
            <p:cNvPr id="15888" name="Google Shape;15888;p77"/>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77"/>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77"/>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77"/>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2" name="Google Shape;15892;p77"/>
          <p:cNvGrpSpPr/>
          <p:nvPr/>
        </p:nvGrpSpPr>
        <p:grpSpPr>
          <a:xfrm>
            <a:off x="4848066" y="3893352"/>
            <a:ext cx="346024" cy="345674"/>
            <a:chOff x="5100008" y="3817349"/>
            <a:chExt cx="346024" cy="345674"/>
          </a:xfrm>
        </p:grpSpPr>
        <p:sp>
          <p:nvSpPr>
            <p:cNvPr id="15893" name="Google Shape;15893;p77"/>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77"/>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77"/>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6" name="Google Shape;15896;p77"/>
          <p:cNvGrpSpPr/>
          <p:nvPr/>
        </p:nvGrpSpPr>
        <p:grpSpPr>
          <a:xfrm>
            <a:off x="5746977" y="3893352"/>
            <a:ext cx="345674" cy="345674"/>
            <a:chOff x="5998919" y="3817349"/>
            <a:chExt cx="345674" cy="345674"/>
          </a:xfrm>
        </p:grpSpPr>
        <p:sp>
          <p:nvSpPr>
            <p:cNvPr id="15897" name="Google Shape;15897;p77"/>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77"/>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77"/>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0" name="Google Shape;15900;p77"/>
          <p:cNvGrpSpPr/>
          <p:nvPr/>
        </p:nvGrpSpPr>
        <p:grpSpPr>
          <a:xfrm>
            <a:off x="3949506" y="3893352"/>
            <a:ext cx="346024" cy="345674"/>
            <a:chOff x="4201447" y="3817349"/>
            <a:chExt cx="346024" cy="345674"/>
          </a:xfrm>
        </p:grpSpPr>
        <p:sp>
          <p:nvSpPr>
            <p:cNvPr id="15901" name="Google Shape;15901;p77"/>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77"/>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3" name="Google Shape;15903;p77"/>
          <p:cNvGrpSpPr/>
          <p:nvPr/>
        </p:nvGrpSpPr>
        <p:grpSpPr>
          <a:xfrm>
            <a:off x="4398977" y="3893352"/>
            <a:ext cx="346024" cy="345674"/>
            <a:chOff x="4650919" y="3817349"/>
            <a:chExt cx="346024" cy="345674"/>
          </a:xfrm>
        </p:grpSpPr>
        <p:sp>
          <p:nvSpPr>
            <p:cNvPr id="15904" name="Google Shape;15904;p77"/>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77"/>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77"/>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7" name="Google Shape;15907;p77"/>
          <p:cNvGrpSpPr/>
          <p:nvPr/>
        </p:nvGrpSpPr>
        <p:grpSpPr>
          <a:xfrm>
            <a:off x="5297920" y="3893352"/>
            <a:ext cx="345642" cy="345674"/>
            <a:chOff x="5549861" y="3817349"/>
            <a:chExt cx="345642" cy="345674"/>
          </a:xfrm>
        </p:grpSpPr>
        <p:sp>
          <p:nvSpPr>
            <p:cNvPr id="15908" name="Google Shape;15908;p77"/>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77"/>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77"/>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1" name="Google Shape;15911;p77"/>
          <p:cNvGrpSpPr/>
          <p:nvPr/>
        </p:nvGrpSpPr>
        <p:grpSpPr>
          <a:xfrm>
            <a:off x="1306445" y="3474029"/>
            <a:ext cx="367255" cy="269855"/>
            <a:chOff x="1306445" y="3397829"/>
            <a:chExt cx="367255" cy="269855"/>
          </a:xfrm>
        </p:grpSpPr>
        <p:sp>
          <p:nvSpPr>
            <p:cNvPr id="15912" name="Google Shape;15912;p77"/>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77"/>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77"/>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77"/>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77"/>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77"/>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8" name="Google Shape;15918;p77"/>
          <p:cNvGrpSpPr/>
          <p:nvPr/>
        </p:nvGrpSpPr>
        <p:grpSpPr>
          <a:xfrm>
            <a:off x="1781317" y="3467600"/>
            <a:ext cx="367255" cy="282364"/>
            <a:chOff x="1781317" y="3391400"/>
            <a:chExt cx="367255" cy="282364"/>
          </a:xfrm>
        </p:grpSpPr>
        <p:sp>
          <p:nvSpPr>
            <p:cNvPr id="15919" name="Google Shape;15919;p77"/>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77"/>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77"/>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77"/>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77"/>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77"/>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77"/>
          <p:cNvGrpSpPr/>
          <p:nvPr/>
        </p:nvGrpSpPr>
        <p:grpSpPr>
          <a:xfrm>
            <a:off x="3678830" y="3447133"/>
            <a:ext cx="369164" cy="323297"/>
            <a:chOff x="3678830" y="3370933"/>
            <a:chExt cx="369164" cy="323297"/>
          </a:xfrm>
        </p:grpSpPr>
        <p:sp>
          <p:nvSpPr>
            <p:cNvPr id="15926" name="Google Shape;15926;p77"/>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77"/>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77"/>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77"/>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77"/>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77"/>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77"/>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77"/>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77"/>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77"/>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77"/>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77"/>
          <p:cNvGrpSpPr/>
          <p:nvPr/>
        </p:nvGrpSpPr>
        <p:grpSpPr>
          <a:xfrm>
            <a:off x="859265" y="3424375"/>
            <a:ext cx="312316" cy="368400"/>
            <a:chOff x="859265" y="3348175"/>
            <a:chExt cx="312316" cy="368400"/>
          </a:xfrm>
        </p:grpSpPr>
        <p:sp>
          <p:nvSpPr>
            <p:cNvPr id="15938" name="Google Shape;15938;p77"/>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77"/>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77"/>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77"/>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77"/>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77"/>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77"/>
          <p:cNvGrpSpPr/>
          <p:nvPr/>
        </p:nvGrpSpPr>
        <p:grpSpPr>
          <a:xfrm>
            <a:off x="2766374" y="3437213"/>
            <a:ext cx="330110" cy="308908"/>
            <a:chOff x="2766264" y="3394042"/>
            <a:chExt cx="294873" cy="275934"/>
          </a:xfrm>
        </p:grpSpPr>
        <p:sp>
          <p:nvSpPr>
            <p:cNvPr id="15945" name="Google Shape;15945;p77"/>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77"/>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77"/>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77"/>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77"/>
          <p:cNvGrpSpPr/>
          <p:nvPr/>
        </p:nvGrpSpPr>
        <p:grpSpPr>
          <a:xfrm>
            <a:off x="3214972" y="3435388"/>
            <a:ext cx="346406" cy="347552"/>
            <a:chOff x="3214972" y="3359188"/>
            <a:chExt cx="346406" cy="347552"/>
          </a:xfrm>
        </p:grpSpPr>
        <p:sp>
          <p:nvSpPr>
            <p:cNvPr id="15950" name="Google Shape;15950;p77"/>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77"/>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77"/>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77"/>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77"/>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77"/>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77"/>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77"/>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77"/>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77"/>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77"/>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77"/>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77"/>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77"/>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4" name="Google Shape;15964;p77"/>
          <p:cNvGrpSpPr/>
          <p:nvPr/>
        </p:nvGrpSpPr>
        <p:grpSpPr>
          <a:xfrm>
            <a:off x="4629306" y="3485393"/>
            <a:ext cx="367255" cy="244486"/>
            <a:chOff x="4629306" y="3409193"/>
            <a:chExt cx="367255" cy="244486"/>
          </a:xfrm>
        </p:grpSpPr>
        <p:sp>
          <p:nvSpPr>
            <p:cNvPr id="15965" name="Google Shape;15965;p77"/>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77"/>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77"/>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77"/>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77"/>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77"/>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77"/>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77"/>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77"/>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77"/>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5" name="Google Shape;15975;p77"/>
          <p:cNvGrpSpPr/>
          <p:nvPr/>
        </p:nvGrpSpPr>
        <p:grpSpPr>
          <a:xfrm>
            <a:off x="4193490" y="3426284"/>
            <a:ext cx="289939" cy="334661"/>
            <a:chOff x="4193490" y="3350084"/>
            <a:chExt cx="289939" cy="334661"/>
          </a:xfrm>
        </p:grpSpPr>
        <p:sp>
          <p:nvSpPr>
            <p:cNvPr id="15976" name="Google Shape;15976;p77"/>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77"/>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77"/>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77"/>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77"/>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77"/>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77"/>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77"/>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77"/>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77"/>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6" name="Google Shape;15986;p77"/>
          <p:cNvGrpSpPr/>
          <p:nvPr/>
        </p:nvGrpSpPr>
        <p:grpSpPr>
          <a:xfrm>
            <a:off x="6533281" y="3427430"/>
            <a:ext cx="357037" cy="357005"/>
            <a:chOff x="6533281" y="3351230"/>
            <a:chExt cx="357037" cy="357005"/>
          </a:xfrm>
        </p:grpSpPr>
        <p:sp>
          <p:nvSpPr>
            <p:cNvPr id="15987" name="Google Shape;15987;p77"/>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77"/>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77"/>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0" name="Google Shape;15990;p77"/>
          <p:cNvGrpSpPr/>
          <p:nvPr/>
        </p:nvGrpSpPr>
        <p:grpSpPr>
          <a:xfrm>
            <a:off x="6058441" y="3427430"/>
            <a:ext cx="357387" cy="357005"/>
            <a:chOff x="6058441" y="3351230"/>
            <a:chExt cx="357387" cy="357005"/>
          </a:xfrm>
        </p:grpSpPr>
        <p:sp>
          <p:nvSpPr>
            <p:cNvPr id="15991" name="Google Shape;15991;p77"/>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77"/>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77"/>
          <p:cNvGrpSpPr/>
          <p:nvPr/>
        </p:nvGrpSpPr>
        <p:grpSpPr>
          <a:xfrm>
            <a:off x="7957483" y="3427048"/>
            <a:ext cx="357387" cy="357387"/>
            <a:chOff x="7957483" y="3350848"/>
            <a:chExt cx="357387" cy="357387"/>
          </a:xfrm>
        </p:grpSpPr>
        <p:sp>
          <p:nvSpPr>
            <p:cNvPr id="15994" name="Google Shape;15994;p77"/>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77"/>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77"/>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7" name="Google Shape;15997;p77"/>
          <p:cNvGrpSpPr/>
          <p:nvPr/>
        </p:nvGrpSpPr>
        <p:grpSpPr>
          <a:xfrm>
            <a:off x="7007771" y="3427430"/>
            <a:ext cx="357387" cy="357005"/>
            <a:chOff x="7007771" y="3351230"/>
            <a:chExt cx="357387" cy="357005"/>
          </a:xfrm>
        </p:grpSpPr>
        <p:sp>
          <p:nvSpPr>
            <p:cNvPr id="15998" name="Google Shape;15998;p77"/>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77"/>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77"/>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77"/>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77"/>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77"/>
          <p:cNvGrpSpPr/>
          <p:nvPr/>
        </p:nvGrpSpPr>
        <p:grpSpPr>
          <a:xfrm>
            <a:off x="5108729" y="3427430"/>
            <a:ext cx="357005" cy="357005"/>
            <a:chOff x="5108729" y="3351230"/>
            <a:chExt cx="357005" cy="357005"/>
          </a:xfrm>
        </p:grpSpPr>
        <p:sp>
          <p:nvSpPr>
            <p:cNvPr id="16004" name="Google Shape;16004;p77"/>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77"/>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6" name="Google Shape;16006;p77"/>
          <p:cNvGrpSpPr/>
          <p:nvPr/>
        </p:nvGrpSpPr>
        <p:grpSpPr>
          <a:xfrm>
            <a:off x="5583569" y="3427430"/>
            <a:ext cx="357419" cy="357005"/>
            <a:chOff x="5583569" y="3351230"/>
            <a:chExt cx="357419" cy="357005"/>
          </a:xfrm>
        </p:grpSpPr>
        <p:sp>
          <p:nvSpPr>
            <p:cNvPr id="16007" name="Google Shape;16007;p77"/>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77"/>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9" name="Google Shape;16009;p77"/>
          <p:cNvGrpSpPr/>
          <p:nvPr/>
        </p:nvGrpSpPr>
        <p:grpSpPr>
          <a:xfrm>
            <a:off x="7482229" y="3427430"/>
            <a:ext cx="357419" cy="357005"/>
            <a:chOff x="7482229" y="3351230"/>
            <a:chExt cx="357419" cy="357005"/>
          </a:xfrm>
        </p:grpSpPr>
        <p:sp>
          <p:nvSpPr>
            <p:cNvPr id="16010" name="Google Shape;16010;p77"/>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77"/>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77"/>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77"/>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77"/>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77"/>
          <p:cNvGrpSpPr/>
          <p:nvPr/>
        </p:nvGrpSpPr>
        <p:grpSpPr>
          <a:xfrm>
            <a:off x="3764485" y="2966882"/>
            <a:ext cx="222874" cy="345737"/>
            <a:chOff x="3764485" y="2890682"/>
            <a:chExt cx="222874" cy="345737"/>
          </a:xfrm>
        </p:grpSpPr>
        <p:sp>
          <p:nvSpPr>
            <p:cNvPr id="16016" name="Google Shape;16016;p77"/>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77"/>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77"/>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9" name="Google Shape;16019;p77"/>
          <p:cNvGrpSpPr/>
          <p:nvPr/>
        </p:nvGrpSpPr>
        <p:grpSpPr>
          <a:xfrm>
            <a:off x="2238616" y="2984331"/>
            <a:ext cx="422596" cy="310382"/>
            <a:chOff x="2278533" y="2937377"/>
            <a:chExt cx="346788" cy="254704"/>
          </a:xfrm>
        </p:grpSpPr>
        <p:sp>
          <p:nvSpPr>
            <p:cNvPr id="16020" name="Google Shape;16020;p77"/>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77"/>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22" name="Google Shape;16022;p77"/>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23" name="Google Shape;16023;p77"/>
          <p:cNvGrpSpPr/>
          <p:nvPr/>
        </p:nvGrpSpPr>
        <p:grpSpPr>
          <a:xfrm>
            <a:off x="1836637" y="2967710"/>
            <a:ext cx="286152" cy="346438"/>
            <a:chOff x="1836637" y="2891510"/>
            <a:chExt cx="286152" cy="346438"/>
          </a:xfrm>
        </p:grpSpPr>
        <p:sp>
          <p:nvSpPr>
            <p:cNvPr id="16024" name="Google Shape;16024;p77"/>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77"/>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77"/>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7" name="Google Shape;16027;p77"/>
          <p:cNvGrpSpPr/>
          <p:nvPr/>
        </p:nvGrpSpPr>
        <p:grpSpPr>
          <a:xfrm>
            <a:off x="5585861" y="2982129"/>
            <a:ext cx="379764" cy="337684"/>
            <a:chOff x="5585861" y="2905929"/>
            <a:chExt cx="379764" cy="337684"/>
          </a:xfrm>
        </p:grpSpPr>
        <p:sp>
          <p:nvSpPr>
            <p:cNvPr id="16028" name="Google Shape;16028;p77"/>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77"/>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77"/>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77"/>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2" name="Google Shape;16032;p77"/>
          <p:cNvGrpSpPr/>
          <p:nvPr/>
        </p:nvGrpSpPr>
        <p:grpSpPr>
          <a:xfrm>
            <a:off x="1327676" y="2986680"/>
            <a:ext cx="347934" cy="310024"/>
            <a:chOff x="1327676" y="2910480"/>
            <a:chExt cx="347934" cy="310024"/>
          </a:xfrm>
        </p:grpSpPr>
        <p:sp>
          <p:nvSpPr>
            <p:cNvPr id="16033" name="Google Shape;16033;p77"/>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77"/>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77"/>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77"/>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77"/>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8" name="Google Shape;16038;p77"/>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9" name="Google Shape;16039;p77"/>
          <p:cNvGrpSpPr/>
          <p:nvPr/>
        </p:nvGrpSpPr>
        <p:grpSpPr>
          <a:xfrm>
            <a:off x="2753401" y="2945764"/>
            <a:ext cx="382828" cy="358601"/>
            <a:chOff x="2753373" y="2902523"/>
            <a:chExt cx="347552" cy="325557"/>
          </a:xfrm>
        </p:grpSpPr>
        <p:sp>
          <p:nvSpPr>
            <p:cNvPr id="16040" name="Google Shape;16040;p77"/>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77"/>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77"/>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77"/>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77"/>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77"/>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6" name="Google Shape;16046;p77"/>
          <p:cNvGrpSpPr/>
          <p:nvPr/>
        </p:nvGrpSpPr>
        <p:grpSpPr>
          <a:xfrm>
            <a:off x="849016" y="2979455"/>
            <a:ext cx="356655" cy="335425"/>
            <a:chOff x="849016" y="2903255"/>
            <a:chExt cx="356655" cy="335425"/>
          </a:xfrm>
        </p:grpSpPr>
        <p:sp>
          <p:nvSpPr>
            <p:cNvPr id="16047" name="Google Shape;16047;p77"/>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77"/>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77"/>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77"/>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77"/>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77"/>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77"/>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77"/>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77"/>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77"/>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77"/>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8" name="Google Shape;16058;p77"/>
          <p:cNvGrpSpPr/>
          <p:nvPr/>
        </p:nvGrpSpPr>
        <p:grpSpPr>
          <a:xfrm>
            <a:off x="4210933" y="3002977"/>
            <a:ext cx="280072" cy="275520"/>
            <a:chOff x="4210933" y="2926777"/>
            <a:chExt cx="280072" cy="275520"/>
          </a:xfrm>
        </p:grpSpPr>
        <p:sp>
          <p:nvSpPr>
            <p:cNvPr id="16059" name="Google Shape;16059;p77"/>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77"/>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77"/>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77"/>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77"/>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77"/>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77"/>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77"/>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77"/>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77"/>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77"/>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77"/>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77"/>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77"/>
          <p:cNvGrpSpPr/>
          <p:nvPr/>
        </p:nvGrpSpPr>
        <p:grpSpPr>
          <a:xfrm>
            <a:off x="4667216" y="2991582"/>
            <a:ext cx="320273" cy="318395"/>
            <a:chOff x="4667216" y="2915382"/>
            <a:chExt cx="320273" cy="318395"/>
          </a:xfrm>
        </p:grpSpPr>
        <p:sp>
          <p:nvSpPr>
            <p:cNvPr id="16073" name="Google Shape;16073;p77"/>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77"/>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77"/>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77"/>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77"/>
          <p:cNvGrpSpPr/>
          <p:nvPr/>
        </p:nvGrpSpPr>
        <p:grpSpPr>
          <a:xfrm>
            <a:off x="5170480" y="3010839"/>
            <a:ext cx="261929" cy="280550"/>
            <a:chOff x="5170480" y="2934639"/>
            <a:chExt cx="261929" cy="280550"/>
          </a:xfrm>
        </p:grpSpPr>
        <p:sp>
          <p:nvSpPr>
            <p:cNvPr id="16078" name="Google Shape;16078;p77"/>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77"/>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77"/>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77"/>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77"/>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77"/>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77"/>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5" name="Google Shape;16085;p77"/>
          <p:cNvGrpSpPr/>
          <p:nvPr/>
        </p:nvGrpSpPr>
        <p:grpSpPr>
          <a:xfrm>
            <a:off x="6069423" y="2968091"/>
            <a:ext cx="362321" cy="364231"/>
            <a:chOff x="6069423" y="2891892"/>
            <a:chExt cx="362321" cy="364231"/>
          </a:xfrm>
        </p:grpSpPr>
        <p:sp>
          <p:nvSpPr>
            <p:cNvPr id="16086" name="Google Shape;16086;p77"/>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77"/>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77"/>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77"/>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77"/>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77"/>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2" name="Google Shape;16092;p77"/>
          <p:cNvGrpSpPr/>
          <p:nvPr/>
        </p:nvGrpSpPr>
        <p:grpSpPr>
          <a:xfrm>
            <a:off x="6571955" y="2995370"/>
            <a:ext cx="308878" cy="311170"/>
            <a:chOff x="6571955" y="2919170"/>
            <a:chExt cx="308878" cy="311170"/>
          </a:xfrm>
        </p:grpSpPr>
        <p:sp>
          <p:nvSpPr>
            <p:cNvPr id="16093" name="Google Shape;16093;p77"/>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77"/>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77"/>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77"/>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77"/>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77"/>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77"/>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77"/>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77"/>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77"/>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77"/>
          <p:cNvGrpSpPr/>
          <p:nvPr/>
        </p:nvGrpSpPr>
        <p:grpSpPr>
          <a:xfrm>
            <a:off x="7500054" y="3010935"/>
            <a:ext cx="350576" cy="280454"/>
            <a:chOff x="7500054" y="2934735"/>
            <a:chExt cx="350576" cy="280454"/>
          </a:xfrm>
        </p:grpSpPr>
        <p:sp>
          <p:nvSpPr>
            <p:cNvPr id="16104" name="Google Shape;16104;p77"/>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77"/>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77"/>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77"/>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77"/>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77"/>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77"/>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77"/>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2" name="Google Shape;16112;p77"/>
          <p:cNvGrpSpPr/>
          <p:nvPr/>
        </p:nvGrpSpPr>
        <p:grpSpPr>
          <a:xfrm>
            <a:off x="7024430" y="2950862"/>
            <a:ext cx="332012" cy="355454"/>
            <a:chOff x="7055134" y="2919170"/>
            <a:chExt cx="290321" cy="310820"/>
          </a:xfrm>
        </p:grpSpPr>
        <p:sp>
          <p:nvSpPr>
            <p:cNvPr id="16113" name="Google Shape;16113;p77"/>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77"/>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77"/>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77"/>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77"/>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77"/>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77"/>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77"/>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77"/>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77"/>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77"/>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77"/>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77"/>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77"/>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7" name="Google Shape;16127;p77"/>
          <p:cNvGrpSpPr/>
          <p:nvPr/>
        </p:nvGrpSpPr>
        <p:grpSpPr>
          <a:xfrm>
            <a:off x="7985143" y="2976813"/>
            <a:ext cx="330109" cy="347552"/>
            <a:chOff x="7985143" y="2900613"/>
            <a:chExt cx="330109" cy="347552"/>
          </a:xfrm>
        </p:grpSpPr>
        <p:sp>
          <p:nvSpPr>
            <p:cNvPr id="16128" name="Google Shape;16128;p77"/>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77"/>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77"/>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77"/>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77"/>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77"/>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77"/>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77"/>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6" name="Google Shape;16136;p77"/>
          <p:cNvGrpSpPr/>
          <p:nvPr/>
        </p:nvGrpSpPr>
        <p:grpSpPr>
          <a:xfrm>
            <a:off x="7990840" y="2511426"/>
            <a:ext cx="354363" cy="353631"/>
            <a:chOff x="7990840" y="2435226"/>
            <a:chExt cx="354363" cy="353631"/>
          </a:xfrm>
        </p:grpSpPr>
        <p:sp>
          <p:nvSpPr>
            <p:cNvPr id="16137" name="Google Shape;16137;p77"/>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77"/>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77"/>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77"/>
          <p:cNvGrpSpPr/>
          <p:nvPr/>
        </p:nvGrpSpPr>
        <p:grpSpPr>
          <a:xfrm>
            <a:off x="1817317" y="2556530"/>
            <a:ext cx="350958" cy="263043"/>
            <a:chOff x="1817317" y="2480330"/>
            <a:chExt cx="350958" cy="263043"/>
          </a:xfrm>
        </p:grpSpPr>
        <p:sp>
          <p:nvSpPr>
            <p:cNvPr id="16141" name="Google Shape;16141;p77"/>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77"/>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77"/>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77"/>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77"/>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6" name="Google Shape;16146;p77"/>
          <p:cNvGrpSpPr/>
          <p:nvPr/>
        </p:nvGrpSpPr>
        <p:grpSpPr>
          <a:xfrm>
            <a:off x="1341727" y="2559549"/>
            <a:ext cx="419913" cy="308109"/>
            <a:chOff x="1341727" y="2483349"/>
            <a:chExt cx="419913" cy="308109"/>
          </a:xfrm>
        </p:grpSpPr>
        <p:sp>
          <p:nvSpPr>
            <p:cNvPr id="16147" name="Google Shape;16147;p77"/>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77"/>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77"/>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0" name="Google Shape;16150;p77"/>
          <p:cNvGrpSpPr/>
          <p:nvPr/>
        </p:nvGrpSpPr>
        <p:grpSpPr>
          <a:xfrm>
            <a:off x="854332" y="2523936"/>
            <a:ext cx="376358" cy="330109"/>
            <a:chOff x="854332" y="2447736"/>
            <a:chExt cx="376358" cy="330109"/>
          </a:xfrm>
        </p:grpSpPr>
        <p:sp>
          <p:nvSpPr>
            <p:cNvPr id="16151" name="Google Shape;16151;p77"/>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77"/>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77"/>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77"/>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77"/>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77"/>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77"/>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77"/>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9" name="Google Shape;16159;p77"/>
          <p:cNvGrpSpPr/>
          <p:nvPr/>
        </p:nvGrpSpPr>
        <p:grpSpPr>
          <a:xfrm>
            <a:off x="4206763" y="2527151"/>
            <a:ext cx="322151" cy="322374"/>
            <a:chOff x="4206763" y="2450951"/>
            <a:chExt cx="322151" cy="322374"/>
          </a:xfrm>
        </p:grpSpPr>
        <p:sp>
          <p:nvSpPr>
            <p:cNvPr id="16160" name="Google Shape;16160;p77"/>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77"/>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2" name="Google Shape;16162;p77"/>
          <p:cNvGrpSpPr/>
          <p:nvPr/>
        </p:nvGrpSpPr>
        <p:grpSpPr>
          <a:xfrm>
            <a:off x="7528096" y="2526259"/>
            <a:ext cx="327976" cy="324316"/>
            <a:chOff x="7528096" y="2450059"/>
            <a:chExt cx="327976" cy="324316"/>
          </a:xfrm>
        </p:grpSpPr>
        <p:sp>
          <p:nvSpPr>
            <p:cNvPr id="16163" name="Google Shape;16163;p77"/>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77"/>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77"/>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77"/>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77"/>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8" name="Google Shape;16168;p77"/>
          <p:cNvGrpSpPr/>
          <p:nvPr/>
        </p:nvGrpSpPr>
        <p:grpSpPr>
          <a:xfrm>
            <a:off x="7077129" y="2588742"/>
            <a:ext cx="282364" cy="198619"/>
            <a:chOff x="7077129" y="2512542"/>
            <a:chExt cx="282364" cy="198619"/>
          </a:xfrm>
        </p:grpSpPr>
        <p:sp>
          <p:nvSpPr>
            <p:cNvPr id="16169" name="Google Shape;16169;p77"/>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77"/>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77"/>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77"/>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77"/>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77"/>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5" name="Google Shape;16175;p77"/>
          <p:cNvGrpSpPr/>
          <p:nvPr/>
        </p:nvGrpSpPr>
        <p:grpSpPr>
          <a:xfrm>
            <a:off x="3725461" y="2520912"/>
            <a:ext cx="334279" cy="334661"/>
            <a:chOff x="3725461" y="2444712"/>
            <a:chExt cx="334279" cy="334661"/>
          </a:xfrm>
        </p:grpSpPr>
        <p:sp>
          <p:nvSpPr>
            <p:cNvPr id="16176" name="Google Shape;16176;p77"/>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77"/>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77"/>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77"/>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77"/>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77"/>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77"/>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77"/>
          <p:cNvGrpSpPr/>
          <p:nvPr/>
        </p:nvGrpSpPr>
        <p:grpSpPr>
          <a:xfrm>
            <a:off x="6577238" y="2533421"/>
            <a:ext cx="332019" cy="310788"/>
            <a:chOff x="6577238" y="2457221"/>
            <a:chExt cx="332019" cy="310788"/>
          </a:xfrm>
        </p:grpSpPr>
        <p:sp>
          <p:nvSpPr>
            <p:cNvPr id="16184" name="Google Shape;16184;p77"/>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77"/>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77"/>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77"/>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77"/>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77"/>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0" name="Google Shape;16190;p77"/>
          <p:cNvGrpSpPr/>
          <p:nvPr/>
        </p:nvGrpSpPr>
        <p:grpSpPr>
          <a:xfrm>
            <a:off x="2818561" y="2515978"/>
            <a:ext cx="247892" cy="346024"/>
            <a:chOff x="2818561" y="2439778"/>
            <a:chExt cx="247892" cy="346024"/>
          </a:xfrm>
        </p:grpSpPr>
        <p:sp>
          <p:nvSpPr>
            <p:cNvPr id="16191" name="Google Shape;16191;p77"/>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77"/>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77"/>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77"/>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77"/>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77"/>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77"/>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77"/>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77"/>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77"/>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77"/>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77"/>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3" name="Google Shape;16203;p77"/>
          <p:cNvGrpSpPr/>
          <p:nvPr/>
        </p:nvGrpSpPr>
        <p:grpSpPr>
          <a:xfrm>
            <a:off x="3207778" y="2550832"/>
            <a:ext cx="419933" cy="275170"/>
            <a:chOff x="3207778" y="2474632"/>
            <a:chExt cx="419933" cy="275170"/>
          </a:xfrm>
        </p:grpSpPr>
        <p:sp>
          <p:nvSpPr>
            <p:cNvPr id="16204" name="Google Shape;16204;p77"/>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77"/>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77"/>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77"/>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77"/>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77"/>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77"/>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77"/>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77"/>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77"/>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77"/>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77"/>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77"/>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77"/>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8" name="Google Shape;16218;p77"/>
          <p:cNvGrpSpPr/>
          <p:nvPr/>
        </p:nvGrpSpPr>
        <p:grpSpPr>
          <a:xfrm>
            <a:off x="6099375" y="2532275"/>
            <a:ext cx="337684" cy="314194"/>
            <a:chOff x="6099375" y="2456075"/>
            <a:chExt cx="337684" cy="314194"/>
          </a:xfrm>
        </p:grpSpPr>
        <p:sp>
          <p:nvSpPr>
            <p:cNvPr id="16219" name="Google Shape;16219;p77"/>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77"/>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1" name="Google Shape;16221;p77"/>
          <p:cNvGrpSpPr/>
          <p:nvPr/>
        </p:nvGrpSpPr>
        <p:grpSpPr>
          <a:xfrm>
            <a:off x="2312623" y="2544784"/>
            <a:ext cx="312698" cy="286534"/>
            <a:chOff x="2312623" y="2468584"/>
            <a:chExt cx="312698" cy="286534"/>
          </a:xfrm>
        </p:grpSpPr>
        <p:sp>
          <p:nvSpPr>
            <p:cNvPr id="16222" name="Google Shape;16222;p77"/>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77"/>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77"/>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77"/>
          <p:cNvGrpSpPr/>
          <p:nvPr/>
        </p:nvGrpSpPr>
        <p:grpSpPr>
          <a:xfrm>
            <a:off x="5618805" y="2517124"/>
            <a:ext cx="345292" cy="342618"/>
            <a:chOff x="5618805" y="2440924"/>
            <a:chExt cx="345292" cy="342618"/>
          </a:xfrm>
        </p:grpSpPr>
        <p:sp>
          <p:nvSpPr>
            <p:cNvPr id="16226" name="Google Shape;16226;p77"/>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77"/>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77"/>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77"/>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77"/>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1" name="Google Shape;16231;p77"/>
          <p:cNvGrpSpPr/>
          <p:nvPr/>
        </p:nvGrpSpPr>
        <p:grpSpPr>
          <a:xfrm>
            <a:off x="4653179" y="2522790"/>
            <a:ext cx="377886" cy="331255"/>
            <a:chOff x="4653179" y="2446590"/>
            <a:chExt cx="377886" cy="331255"/>
          </a:xfrm>
        </p:grpSpPr>
        <p:sp>
          <p:nvSpPr>
            <p:cNvPr id="16232" name="Google Shape;16232;p77"/>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77"/>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77"/>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77"/>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6" name="Google Shape;16236;p77"/>
          <p:cNvGrpSpPr/>
          <p:nvPr/>
        </p:nvGrpSpPr>
        <p:grpSpPr>
          <a:xfrm>
            <a:off x="5184517" y="2535681"/>
            <a:ext cx="252062" cy="305122"/>
            <a:chOff x="5184517" y="2459481"/>
            <a:chExt cx="252062" cy="305122"/>
          </a:xfrm>
        </p:grpSpPr>
        <p:sp>
          <p:nvSpPr>
            <p:cNvPr id="16237" name="Google Shape;16237;p77"/>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77"/>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77"/>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77"/>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77"/>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77"/>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43" name="Google Shape;16243;p77"/>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44" name="Google Shape;16244;p77"/>
          <p:cNvGrpSpPr/>
          <p:nvPr/>
        </p:nvGrpSpPr>
        <p:grpSpPr>
          <a:xfrm>
            <a:off x="6155459" y="2045308"/>
            <a:ext cx="249770" cy="363849"/>
            <a:chOff x="6155459" y="1969108"/>
            <a:chExt cx="249770" cy="363849"/>
          </a:xfrm>
        </p:grpSpPr>
        <p:sp>
          <p:nvSpPr>
            <p:cNvPr id="16245" name="Google Shape;16245;p77"/>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77"/>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77"/>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77"/>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77"/>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77"/>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77"/>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77"/>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77"/>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4" name="Google Shape;16254;p77"/>
          <p:cNvGrpSpPr/>
          <p:nvPr/>
        </p:nvGrpSpPr>
        <p:grpSpPr>
          <a:xfrm>
            <a:off x="2280029" y="2046804"/>
            <a:ext cx="353631" cy="354395"/>
            <a:chOff x="2280029" y="1970604"/>
            <a:chExt cx="353631" cy="354395"/>
          </a:xfrm>
        </p:grpSpPr>
        <p:sp>
          <p:nvSpPr>
            <p:cNvPr id="16255" name="Google Shape;16255;p77"/>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77"/>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77"/>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77"/>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9" name="Google Shape;16259;p77"/>
          <p:cNvGrpSpPr/>
          <p:nvPr/>
        </p:nvGrpSpPr>
        <p:grpSpPr>
          <a:xfrm>
            <a:off x="8065100" y="2076374"/>
            <a:ext cx="255086" cy="301685"/>
            <a:chOff x="8065100" y="2000174"/>
            <a:chExt cx="255086" cy="301685"/>
          </a:xfrm>
        </p:grpSpPr>
        <p:sp>
          <p:nvSpPr>
            <p:cNvPr id="16260" name="Google Shape;16260;p77"/>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77"/>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77"/>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77"/>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4" name="Google Shape;16264;p77"/>
          <p:cNvGrpSpPr/>
          <p:nvPr/>
        </p:nvGrpSpPr>
        <p:grpSpPr>
          <a:xfrm>
            <a:off x="6633705" y="2045308"/>
            <a:ext cx="249420" cy="363849"/>
            <a:chOff x="6633705" y="1969108"/>
            <a:chExt cx="249420" cy="363849"/>
          </a:xfrm>
        </p:grpSpPr>
        <p:sp>
          <p:nvSpPr>
            <p:cNvPr id="16265" name="Google Shape;16265;p77"/>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77"/>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77"/>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77"/>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77"/>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77"/>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77"/>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77"/>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3" name="Google Shape;16273;p77"/>
          <p:cNvGrpSpPr/>
          <p:nvPr/>
        </p:nvGrpSpPr>
        <p:grpSpPr>
          <a:xfrm>
            <a:off x="5211031" y="2045308"/>
            <a:ext cx="226661" cy="363467"/>
            <a:chOff x="5211031" y="1969108"/>
            <a:chExt cx="226661" cy="363467"/>
          </a:xfrm>
        </p:grpSpPr>
        <p:sp>
          <p:nvSpPr>
            <p:cNvPr id="16274" name="Google Shape;16274;p77"/>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77"/>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6" name="Google Shape;16276;p77"/>
          <p:cNvGrpSpPr/>
          <p:nvPr/>
        </p:nvGrpSpPr>
        <p:grpSpPr>
          <a:xfrm>
            <a:off x="3712952" y="2046804"/>
            <a:ext cx="354363" cy="354395"/>
            <a:chOff x="3712952" y="1970604"/>
            <a:chExt cx="354363" cy="354395"/>
          </a:xfrm>
        </p:grpSpPr>
        <p:sp>
          <p:nvSpPr>
            <p:cNvPr id="16277" name="Google Shape;16277;p77"/>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77"/>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77"/>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77"/>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77"/>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77"/>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77"/>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77"/>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77"/>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6" name="Google Shape;16286;p77"/>
          <p:cNvGrpSpPr/>
          <p:nvPr/>
        </p:nvGrpSpPr>
        <p:grpSpPr>
          <a:xfrm>
            <a:off x="3235438" y="2046804"/>
            <a:ext cx="354363" cy="354745"/>
            <a:chOff x="3235438" y="1970604"/>
            <a:chExt cx="354363" cy="354745"/>
          </a:xfrm>
        </p:grpSpPr>
        <p:sp>
          <p:nvSpPr>
            <p:cNvPr id="16287" name="Google Shape;16287;p77"/>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77"/>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77"/>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77"/>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77"/>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77"/>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77"/>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77"/>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77"/>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77"/>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77"/>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77"/>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77"/>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77"/>
          <p:cNvGrpSpPr/>
          <p:nvPr/>
        </p:nvGrpSpPr>
        <p:grpSpPr>
          <a:xfrm>
            <a:off x="1329585" y="2066125"/>
            <a:ext cx="341472" cy="335074"/>
            <a:chOff x="1329585" y="1989925"/>
            <a:chExt cx="341472" cy="335074"/>
          </a:xfrm>
        </p:grpSpPr>
        <p:sp>
          <p:nvSpPr>
            <p:cNvPr id="16301" name="Google Shape;16301;p77"/>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77"/>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77"/>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77"/>
          <p:cNvGrpSpPr/>
          <p:nvPr/>
        </p:nvGrpSpPr>
        <p:grpSpPr>
          <a:xfrm>
            <a:off x="5591871" y="2066106"/>
            <a:ext cx="416649" cy="325597"/>
            <a:chOff x="5626763" y="2013829"/>
            <a:chExt cx="351722" cy="274788"/>
          </a:xfrm>
        </p:grpSpPr>
        <p:sp>
          <p:nvSpPr>
            <p:cNvPr id="16305" name="Google Shape;16305;p77"/>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77"/>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77"/>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77"/>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77"/>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77"/>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77"/>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77"/>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77"/>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77"/>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77"/>
          <p:cNvGrpSpPr/>
          <p:nvPr/>
        </p:nvGrpSpPr>
        <p:grpSpPr>
          <a:xfrm>
            <a:off x="7576605" y="2060077"/>
            <a:ext cx="276698" cy="333133"/>
            <a:chOff x="7576605" y="1983877"/>
            <a:chExt cx="276698" cy="333133"/>
          </a:xfrm>
        </p:grpSpPr>
        <p:sp>
          <p:nvSpPr>
            <p:cNvPr id="16316" name="Google Shape;16316;p77"/>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77"/>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8" name="Google Shape;16318;p77"/>
          <p:cNvGrpSpPr/>
          <p:nvPr/>
        </p:nvGrpSpPr>
        <p:grpSpPr>
          <a:xfrm>
            <a:off x="853568" y="2051738"/>
            <a:ext cx="337334" cy="353599"/>
            <a:chOff x="853568" y="1975538"/>
            <a:chExt cx="337334" cy="353599"/>
          </a:xfrm>
        </p:grpSpPr>
        <p:sp>
          <p:nvSpPr>
            <p:cNvPr id="16319" name="Google Shape;16319;p77"/>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77"/>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77"/>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77"/>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3" name="Google Shape;16323;p77"/>
          <p:cNvGrpSpPr/>
          <p:nvPr/>
        </p:nvGrpSpPr>
        <p:grpSpPr>
          <a:xfrm>
            <a:off x="2770052" y="2085828"/>
            <a:ext cx="327085" cy="277080"/>
            <a:chOff x="2770052" y="2009628"/>
            <a:chExt cx="327085" cy="277080"/>
          </a:xfrm>
        </p:grpSpPr>
        <p:sp>
          <p:nvSpPr>
            <p:cNvPr id="16324" name="Google Shape;16324;p77"/>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77"/>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26" name="Google Shape;16326;p77"/>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27" name="Google Shape;16327;p77"/>
          <p:cNvGrpSpPr/>
          <p:nvPr/>
        </p:nvGrpSpPr>
        <p:grpSpPr>
          <a:xfrm>
            <a:off x="4195399" y="2046804"/>
            <a:ext cx="344878" cy="343573"/>
            <a:chOff x="4195399" y="1970604"/>
            <a:chExt cx="344878" cy="343573"/>
          </a:xfrm>
        </p:grpSpPr>
        <p:sp>
          <p:nvSpPr>
            <p:cNvPr id="16328" name="Google Shape;16328;p77"/>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77"/>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77"/>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77"/>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2" name="Google Shape;16332;p77"/>
          <p:cNvGrpSpPr/>
          <p:nvPr/>
        </p:nvGrpSpPr>
        <p:grpSpPr>
          <a:xfrm>
            <a:off x="4674791" y="2053647"/>
            <a:ext cx="344528" cy="344114"/>
            <a:chOff x="4674791" y="1977447"/>
            <a:chExt cx="344528" cy="344114"/>
          </a:xfrm>
        </p:grpSpPr>
        <p:sp>
          <p:nvSpPr>
            <p:cNvPr id="16333" name="Google Shape;16333;p77"/>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77"/>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77"/>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77"/>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77"/>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77"/>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77"/>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77"/>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77"/>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77"/>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77"/>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77"/>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77"/>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77"/>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77"/>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77"/>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77"/>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77"/>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77"/>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77"/>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77"/>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77"/>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77"/>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77"/>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77"/>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77"/>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9" name="Google Shape;16359;p77"/>
          <p:cNvGrpSpPr/>
          <p:nvPr/>
        </p:nvGrpSpPr>
        <p:grpSpPr>
          <a:xfrm>
            <a:off x="6083810" y="1623497"/>
            <a:ext cx="382819" cy="310788"/>
            <a:chOff x="6083810" y="1547297"/>
            <a:chExt cx="382819" cy="310788"/>
          </a:xfrm>
        </p:grpSpPr>
        <p:sp>
          <p:nvSpPr>
            <p:cNvPr id="16360" name="Google Shape;16360;p77"/>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77"/>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77"/>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77"/>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77"/>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77"/>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77"/>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77"/>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77"/>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77"/>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77"/>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77"/>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77"/>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77"/>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77"/>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77"/>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77"/>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77"/>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8" name="Google Shape;16378;p77"/>
          <p:cNvGrpSpPr/>
          <p:nvPr/>
        </p:nvGrpSpPr>
        <p:grpSpPr>
          <a:xfrm>
            <a:off x="6558300" y="1614393"/>
            <a:ext cx="382788" cy="328613"/>
            <a:chOff x="6558300" y="1538193"/>
            <a:chExt cx="382788" cy="328613"/>
          </a:xfrm>
        </p:grpSpPr>
        <p:sp>
          <p:nvSpPr>
            <p:cNvPr id="16379" name="Google Shape;16379;p77"/>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77"/>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1" name="Google Shape;16381;p77"/>
          <p:cNvGrpSpPr/>
          <p:nvPr/>
        </p:nvGrpSpPr>
        <p:grpSpPr>
          <a:xfrm>
            <a:off x="5194002" y="1587497"/>
            <a:ext cx="259605" cy="346024"/>
            <a:chOff x="5194002" y="1511297"/>
            <a:chExt cx="259605" cy="346024"/>
          </a:xfrm>
        </p:grpSpPr>
        <p:sp>
          <p:nvSpPr>
            <p:cNvPr id="16382" name="Google Shape;16382;p77"/>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77"/>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77"/>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77"/>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6" name="Google Shape;16386;p77"/>
          <p:cNvGrpSpPr/>
          <p:nvPr/>
        </p:nvGrpSpPr>
        <p:grpSpPr>
          <a:xfrm>
            <a:off x="1394741" y="1588261"/>
            <a:ext cx="252444" cy="351722"/>
            <a:chOff x="1394741" y="1512061"/>
            <a:chExt cx="252444" cy="351722"/>
          </a:xfrm>
        </p:grpSpPr>
        <p:sp>
          <p:nvSpPr>
            <p:cNvPr id="16387" name="Google Shape;16387;p77"/>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77"/>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77"/>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77"/>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77"/>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77"/>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77"/>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77"/>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77"/>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77"/>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77"/>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77"/>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77"/>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77"/>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77"/>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77"/>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77"/>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4" name="Google Shape;16404;p77"/>
          <p:cNvGrpSpPr/>
          <p:nvPr/>
        </p:nvGrpSpPr>
        <p:grpSpPr>
          <a:xfrm>
            <a:off x="855096" y="1580685"/>
            <a:ext cx="380910" cy="339594"/>
            <a:chOff x="855096" y="1504485"/>
            <a:chExt cx="380910" cy="339594"/>
          </a:xfrm>
        </p:grpSpPr>
        <p:sp>
          <p:nvSpPr>
            <p:cNvPr id="16405" name="Google Shape;16405;p77"/>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77"/>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77"/>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77"/>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77"/>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0" name="Google Shape;16410;p77"/>
          <p:cNvGrpSpPr/>
          <p:nvPr/>
        </p:nvGrpSpPr>
        <p:grpSpPr>
          <a:xfrm>
            <a:off x="1819576" y="1587879"/>
            <a:ext cx="352103" cy="352103"/>
            <a:chOff x="1819576" y="1511679"/>
            <a:chExt cx="352103" cy="352103"/>
          </a:xfrm>
        </p:grpSpPr>
        <p:sp>
          <p:nvSpPr>
            <p:cNvPr id="16411" name="Google Shape;16411;p77"/>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77"/>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77"/>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77"/>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5" name="Google Shape;16415;p77"/>
          <p:cNvGrpSpPr/>
          <p:nvPr/>
        </p:nvGrpSpPr>
        <p:grpSpPr>
          <a:xfrm>
            <a:off x="5621097" y="1576961"/>
            <a:ext cx="371424" cy="355446"/>
            <a:chOff x="5621097" y="1500761"/>
            <a:chExt cx="371424" cy="355446"/>
          </a:xfrm>
        </p:grpSpPr>
        <p:sp>
          <p:nvSpPr>
            <p:cNvPr id="16416" name="Google Shape;16416;p77"/>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77"/>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77"/>
          <p:cNvGrpSpPr/>
          <p:nvPr/>
        </p:nvGrpSpPr>
        <p:grpSpPr>
          <a:xfrm>
            <a:off x="4670239" y="1617799"/>
            <a:ext cx="359679" cy="321833"/>
            <a:chOff x="4670239" y="1541599"/>
            <a:chExt cx="359679" cy="321833"/>
          </a:xfrm>
        </p:grpSpPr>
        <p:sp>
          <p:nvSpPr>
            <p:cNvPr id="16419" name="Google Shape;16419;p77"/>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77"/>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77"/>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77"/>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77"/>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4" name="Google Shape;16424;p77"/>
          <p:cNvGrpSpPr/>
          <p:nvPr/>
        </p:nvGrpSpPr>
        <p:grpSpPr>
          <a:xfrm>
            <a:off x="4212429" y="1578585"/>
            <a:ext cx="321037" cy="353822"/>
            <a:chOff x="4212429" y="1502385"/>
            <a:chExt cx="321037" cy="353822"/>
          </a:xfrm>
        </p:grpSpPr>
        <p:sp>
          <p:nvSpPr>
            <p:cNvPr id="16425" name="Google Shape;16425;p77"/>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77"/>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77"/>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77"/>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9" name="Google Shape;16429;p77"/>
          <p:cNvGrpSpPr/>
          <p:nvPr/>
        </p:nvGrpSpPr>
        <p:grpSpPr>
          <a:xfrm>
            <a:off x="2302788" y="1582181"/>
            <a:ext cx="336188" cy="335425"/>
            <a:chOff x="2302788" y="1505981"/>
            <a:chExt cx="336188" cy="335425"/>
          </a:xfrm>
        </p:grpSpPr>
        <p:sp>
          <p:nvSpPr>
            <p:cNvPr id="16430" name="Google Shape;16430;p77"/>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77"/>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77"/>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77"/>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77"/>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77"/>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77"/>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77"/>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77"/>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77"/>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77"/>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77"/>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77"/>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77"/>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77"/>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77"/>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77"/>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77"/>
          <p:cNvGrpSpPr/>
          <p:nvPr/>
        </p:nvGrpSpPr>
        <p:grpSpPr>
          <a:xfrm>
            <a:off x="2780301" y="1598096"/>
            <a:ext cx="333133" cy="321037"/>
            <a:chOff x="2780301" y="1521896"/>
            <a:chExt cx="333133" cy="321037"/>
          </a:xfrm>
        </p:grpSpPr>
        <p:sp>
          <p:nvSpPr>
            <p:cNvPr id="16448" name="Google Shape;16448;p77"/>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77"/>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77"/>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77"/>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77"/>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77"/>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77"/>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77"/>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77"/>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77"/>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77"/>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77"/>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77"/>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77"/>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77"/>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77"/>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77"/>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77"/>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77"/>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77"/>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8" name="Google Shape;16468;p77"/>
          <p:cNvGrpSpPr/>
          <p:nvPr/>
        </p:nvGrpSpPr>
        <p:grpSpPr>
          <a:xfrm>
            <a:off x="3316159" y="1591285"/>
            <a:ext cx="211892" cy="339594"/>
            <a:chOff x="3316159" y="1515085"/>
            <a:chExt cx="211892" cy="339594"/>
          </a:xfrm>
        </p:grpSpPr>
        <p:sp>
          <p:nvSpPr>
            <p:cNvPr id="16469" name="Google Shape;16469;p77"/>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77"/>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77"/>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72" name="Google Shape;16472;p77"/>
            <p:cNvGrpSpPr/>
            <p:nvPr/>
          </p:nvGrpSpPr>
          <p:grpSpPr>
            <a:xfrm>
              <a:off x="3316159" y="1515085"/>
              <a:ext cx="211892" cy="339594"/>
              <a:chOff x="3316159" y="1515085"/>
              <a:chExt cx="211892" cy="339594"/>
            </a:xfrm>
          </p:grpSpPr>
          <p:sp>
            <p:nvSpPr>
              <p:cNvPr id="16473" name="Google Shape;16473;p77"/>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77"/>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77"/>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77"/>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77"/>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77"/>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79" name="Google Shape;16479;p77"/>
          <p:cNvGrpSpPr/>
          <p:nvPr/>
        </p:nvGrpSpPr>
        <p:grpSpPr>
          <a:xfrm>
            <a:off x="3716358" y="1620855"/>
            <a:ext cx="361971" cy="314958"/>
            <a:chOff x="3716358" y="1544655"/>
            <a:chExt cx="361971" cy="314958"/>
          </a:xfrm>
        </p:grpSpPr>
        <p:sp>
          <p:nvSpPr>
            <p:cNvPr id="16480" name="Google Shape;16480;p77"/>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77"/>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77"/>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77"/>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77"/>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85" name="Google Shape;16485;p77"/>
            <p:cNvGrpSpPr/>
            <p:nvPr/>
          </p:nvGrpSpPr>
          <p:grpSpPr>
            <a:xfrm>
              <a:off x="3716358" y="1544655"/>
              <a:ext cx="361971" cy="314958"/>
              <a:chOff x="3716358" y="1544655"/>
              <a:chExt cx="361971" cy="314958"/>
            </a:xfrm>
          </p:grpSpPr>
          <p:sp>
            <p:nvSpPr>
              <p:cNvPr id="16486" name="Google Shape;16486;p77"/>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77"/>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77"/>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77"/>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77"/>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91" name="Google Shape;16491;p77"/>
          <p:cNvGrpSpPr/>
          <p:nvPr/>
        </p:nvGrpSpPr>
        <p:grpSpPr>
          <a:xfrm>
            <a:off x="7011924" y="1633752"/>
            <a:ext cx="499533" cy="305136"/>
            <a:chOff x="7009649" y="1541981"/>
            <a:chExt cx="524940" cy="320655"/>
          </a:xfrm>
        </p:grpSpPr>
        <p:sp>
          <p:nvSpPr>
            <p:cNvPr id="16492" name="Google Shape;16492;p77"/>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77"/>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77"/>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77"/>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77"/>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77"/>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77"/>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77"/>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0" name="Google Shape;16500;p77"/>
          <p:cNvGrpSpPr/>
          <p:nvPr/>
        </p:nvGrpSpPr>
        <p:grpSpPr>
          <a:xfrm>
            <a:off x="8034034" y="1594309"/>
            <a:ext cx="282746" cy="340358"/>
            <a:chOff x="8034034" y="1518109"/>
            <a:chExt cx="282746" cy="340358"/>
          </a:xfrm>
        </p:grpSpPr>
        <p:sp>
          <p:nvSpPr>
            <p:cNvPr id="16501" name="Google Shape;16501;p77"/>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77"/>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77"/>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77"/>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5" name="Google Shape;16505;p77"/>
          <p:cNvGrpSpPr/>
          <p:nvPr/>
        </p:nvGrpSpPr>
        <p:grpSpPr>
          <a:xfrm>
            <a:off x="7582302" y="1576134"/>
            <a:ext cx="369133" cy="360411"/>
            <a:chOff x="7582302" y="1499934"/>
            <a:chExt cx="369133" cy="360411"/>
          </a:xfrm>
        </p:grpSpPr>
        <p:sp>
          <p:nvSpPr>
            <p:cNvPr id="16506" name="Google Shape;16506;p77"/>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77"/>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77"/>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77"/>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77"/>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1" name="Google Shape;16511;p77"/>
          <p:cNvGrpSpPr/>
          <p:nvPr/>
        </p:nvGrpSpPr>
        <p:grpSpPr>
          <a:xfrm>
            <a:off x="6196089" y="3893352"/>
            <a:ext cx="346056" cy="345674"/>
            <a:chOff x="2238181" y="4120624"/>
            <a:chExt cx="346056" cy="345674"/>
          </a:xfrm>
        </p:grpSpPr>
        <p:grpSp>
          <p:nvGrpSpPr>
            <p:cNvPr id="16512" name="Google Shape;16512;p77"/>
            <p:cNvGrpSpPr/>
            <p:nvPr/>
          </p:nvGrpSpPr>
          <p:grpSpPr>
            <a:xfrm>
              <a:off x="2309155" y="4177413"/>
              <a:ext cx="203862" cy="231903"/>
              <a:chOff x="1512725" y="258500"/>
              <a:chExt cx="4570900" cy="5199625"/>
            </a:xfrm>
          </p:grpSpPr>
          <p:sp>
            <p:nvSpPr>
              <p:cNvPr id="16513" name="Google Shape;16513;p77"/>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77"/>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15" name="Google Shape;16515;p77"/>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16" name="Google Shape;16516;p77"/>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520"/>
        <p:cNvGrpSpPr/>
        <p:nvPr/>
      </p:nvGrpSpPr>
      <p:grpSpPr>
        <a:xfrm>
          <a:off x="0" y="0"/>
          <a:ext cx="0" cy="0"/>
          <a:chOff x="0" y="0"/>
          <a:chExt cx="0" cy="0"/>
        </a:xfrm>
      </p:grpSpPr>
      <p:pic>
        <p:nvPicPr>
          <p:cNvPr id="16521" name="Google Shape;16521;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Online Shopping MK Plan by Slidesgo">
  <a:themeElements>
    <a:clrScheme name="Simple Light">
      <a:dk1>
        <a:srgbClr val="000000"/>
      </a:dk1>
      <a:lt1>
        <a:srgbClr val="FFFFFF"/>
      </a:lt1>
      <a:dk2>
        <a:srgbClr val="686868"/>
      </a:dk2>
      <a:lt2>
        <a:srgbClr val="EFE4C8"/>
      </a:lt2>
      <a:accent1>
        <a:srgbClr val="EFEFEF"/>
      </a:accent1>
      <a:accent2>
        <a:srgbClr val="D7E7E7"/>
      </a:accent2>
      <a:accent3>
        <a:srgbClr val="A3D6D7"/>
      </a:accent3>
      <a:accent4>
        <a:srgbClr val="EBB7B0"/>
      </a:accent4>
      <a:accent5>
        <a:srgbClr val="F19082"/>
      </a:accent5>
      <a:accent6>
        <a:srgbClr val="CD4A38"/>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16</TotalTime>
  <Words>2319</Words>
  <Application>Microsoft Office PowerPoint</Application>
  <PresentationFormat>On-screen Show (16:9)</PresentationFormat>
  <Paragraphs>388</Paragraphs>
  <Slides>53</Slides>
  <Notes>52</Notes>
  <HiddenSlides>0</HiddenSlides>
  <MMClips>0</MMClips>
  <ScaleCrop>false</ScaleCrop>
  <HeadingPairs>
    <vt:vector size="6" baseType="variant">
      <vt:variant>
        <vt:lpstr>Fonts Used</vt:lpstr>
      </vt:variant>
      <vt:variant>
        <vt:i4>11</vt:i4>
      </vt:variant>
      <vt:variant>
        <vt:lpstr>Theme</vt:lpstr>
      </vt:variant>
      <vt:variant>
        <vt:i4>2</vt:i4>
      </vt:variant>
      <vt:variant>
        <vt:lpstr>Slide Titles</vt:lpstr>
      </vt:variant>
      <vt:variant>
        <vt:i4>53</vt:i4>
      </vt:variant>
    </vt:vector>
  </HeadingPairs>
  <TitlesOfParts>
    <vt:vector size="66" baseType="lpstr">
      <vt:lpstr>Söhne</vt:lpstr>
      <vt:lpstr>Abel</vt:lpstr>
      <vt:lpstr>Proxima Nova</vt:lpstr>
      <vt:lpstr>Nunito Light</vt:lpstr>
      <vt:lpstr>Arial</vt:lpstr>
      <vt:lpstr>Roboto Medium</vt:lpstr>
      <vt:lpstr>Calibri</vt:lpstr>
      <vt:lpstr>Fira Sans Condensed Medium</vt:lpstr>
      <vt:lpstr>Questrial</vt:lpstr>
      <vt:lpstr>Fira Sans Extra Condensed Medium</vt:lpstr>
      <vt:lpstr>Amatic SC</vt:lpstr>
      <vt:lpstr>Online Shopping MK Plan by Slidesgo</vt:lpstr>
      <vt:lpstr>Slidesgo Final Pages</vt:lpstr>
      <vt:lpstr>"Navigating the Future: Predictive Analytics for Online Retail Sales  Trends"? </vt:lpstr>
      <vt:lpstr>INTRODUCTION</vt:lpstr>
      <vt:lpstr>PowerPoint Presentation</vt:lpstr>
      <vt:lpstr>PowerPoint Presentation</vt:lpstr>
      <vt:lpstr>PowerPoint Presentation</vt:lpstr>
      <vt:lpstr>Research Question</vt:lpstr>
      <vt:lpstr>CONTENTS OF THIS TEMPLATE</vt:lpstr>
      <vt:lpstr>MARKET ANALYSIS</vt:lpstr>
      <vt:lpstr>PowerPoint Presentation</vt:lpstr>
      <vt:lpstr>WE ARE CONFIDENT IN TEAMWORK!</vt:lpstr>
      <vt:lpstr>A PICTURE IS WORTH A THOUSAND WORDS</vt:lpstr>
      <vt:lpstr>OUR EVOLUTION</vt:lpstr>
      <vt:lpstr>OUR EVOLUTION</vt:lpstr>
      <vt:lpstr>WHAT SETS US APART?</vt:lpstr>
      <vt:lpstr>EFFECTIVE STRATEGIES</vt:lpstr>
      <vt:lpstr>GUIDING PRINCIPLES</vt:lpstr>
      <vt:lpstr>—SOMEONE FAMOUS</vt:lpstr>
      <vt:lpstr>MARKET SHARE</vt:lpstr>
      <vt:lpstr>BUYER PERSONA PROFILE</vt:lpstr>
      <vt:lpstr>BUYER JOURNEY</vt:lpstr>
      <vt:lpstr>SALES FUNNEL</vt:lpstr>
      <vt:lpstr>MERCURY</vt:lpstr>
      <vt:lpstr>SWOT ANALYSIS</vt:lpstr>
      <vt:lpstr>GOAL 3</vt:lpstr>
      <vt:lpstr>STRATEGY</vt:lpstr>
      <vt:lpstr>KEY ACTION ITEMS</vt:lpstr>
      <vt:lpstr>TIMELINE</vt:lpstr>
      <vt:lpstr>BUDGET</vt:lpstr>
      <vt:lpstr>KPI OVERVIEW</vt:lpstr>
      <vt:lpstr>SNEAK PEEK</vt:lpstr>
      <vt:lpstr>OUR TEAM</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"Navigating the Future: Predictive Analytics for Online Retail Sales  Trends"? </dc:title>
  <cp:lastModifiedBy>Trilok Dhanekula</cp:lastModifiedBy>
  <cp:revision>1</cp:revision>
  <dcterms:modified xsi:type="dcterms:W3CDTF">2024-05-01T03:02:52Z</dcterms:modified>
</cp:coreProperties>
</file>