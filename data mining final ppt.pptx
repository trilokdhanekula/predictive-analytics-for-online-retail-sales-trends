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6"/>
  </p:notesMasterIdLst>
  <p:sldIdLst>
    <p:sldId id="256" r:id="rId2"/>
    <p:sldId id="258" r:id="rId3"/>
    <p:sldId id="261" r:id="rId4"/>
    <p:sldId id="263" r:id="rId5"/>
    <p:sldId id="265" r:id="rId6"/>
    <p:sldId id="308" r:id="rId7"/>
    <p:sldId id="260" r:id="rId8"/>
    <p:sldId id="257" r:id="rId9"/>
    <p:sldId id="259" r:id="rId10"/>
    <p:sldId id="262" r:id="rId11"/>
    <p:sldId id="309" r:id="rId12"/>
    <p:sldId id="310" r:id="rId13"/>
    <p:sldId id="311" r:id="rId14"/>
    <p:sldId id="312" r:id="rId15"/>
    <p:sldId id="314" r:id="rId16"/>
    <p:sldId id="313" r:id="rId17"/>
    <p:sldId id="315" r:id="rId18"/>
    <p:sldId id="267" r:id="rId19"/>
    <p:sldId id="316" r:id="rId20"/>
    <p:sldId id="317" r:id="rId21"/>
    <p:sldId id="318" r:id="rId22"/>
    <p:sldId id="319" r:id="rId23"/>
    <p:sldId id="320" r:id="rId24"/>
    <p:sldId id="321" r:id="rId25"/>
  </p:sldIdLst>
  <p:sldSz cx="9144000" cy="5143500" type="screen16x9"/>
  <p:notesSz cx="6858000" cy="9144000"/>
  <p:embeddedFontLst>
    <p:embeddedFont>
      <p:font typeface="Abel" panose="02000506030000020004" pitchFamily="2" charset="0"/>
      <p:regular r:id="rId27"/>
    </p:embeddedFont>
    <p:embeddedFont>
      <p:font typeface="Fira Sans Extra Condensed Medium" panose="020B0604020202020204" charset="0"/>
      <p:regular r:id="rId28"/>
      <p:bold r:id="rId29"/>
      <p:italic r:id="rId30"/>
      <p:boldItalic r:id="rId31"/>
    </p:embeddedFont>
    <p:embeddedFont>
      <p:font typeface="Nunito Light" pitchFamily="2" charset="0"/>
      <p:regular r:id="rId32"/>
      <p:italic r:id="rId33"/>
    </p:embeddedFont>
    <p:embeddedFont>
      <p:font typeface="Questrial" pitchFamily="2"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23365D-2D8C-41E8-AB08-E5754EFEE760}">
  <a:tblStyle styleId="{5523365D-2D8C-41E8-AB08-E5754EFEE7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1112"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lok Dhanekula" userId="c22207417729a33b" providerId="LiveId" clId="{89E30480-CE26-4B2A-AE02-99BA60129C63}"/>
    <pc:docChg chg="modSld sldOrd">
      <pc:chgData name="Trilok Dhanekula" userId="c22207417729a33b" providerId="LiveId" clId="{89E30480-CE26-4B2A-AE02-99BA60129C63}" dt="2024-05-02T21:59:13.617" v="3" actId="1076"/>
      <pc:docMkLst>
        <pc:docMk/>
      </pc:docMkLst>
      <pc:sldChg chg="ord">
        <pc:chgData name="Trilok Dhanekula" userId="c22207417729a33b" providerId="LiveId" clId="{89E30480-CE26-4B2A-AE02-99BA60129C63}" dt="2024-05-01T15:39:30.315" v="1"/>
        <pc:sldMkLst>
          <pc:docMk/>
          <pc:sldMk cId="0" sldId="256"/>
        </pc:sldMkLst>
      </pc:sldChg>
      <pc:sldChg chg="modSp mod">
        <pc:chgData name="Trilok Dhanekula" userId="c22207417729a33b" providerId="LiveId" clId="{89E30480-CE26-4B2A-AE02-99BA60129C63}" dt="2024-05-02T21:59:13.617" v="3" actId="1076"/>
        <pc:sldMkLst>
          <pc:docMk/>
          <pc:sldMk cId="0" sldId="257"/>
        </pc:sldMkLst>
        <pc:graphicFrameChg chg="mod">
          <ac:chgData name="Trilok Dhanekula" userId="c22207417729a33b" providerId="LiveId" clId="{89E30480-CE26-4B2A-AE02-99BA60129C63}" dt="2024-05-02T21:59:13.617" v="3" actId="1076"/>
          <ac:graphicFrameMkLst>
            <pc:docMk/>
            <pc:sldMk cId="0" sldId="257"/>
            <ac:graphicFrameMk id="2209" creationId="{00000000-0000-0000-0000-000000000000}"/>
          </ac:graphicFrameMkLst>
        </pc:graphicFrameChg>
      </pc:sldChg>
      <pc:sldChg chg="modSp mod">
        <pc:chgData name="Trilok Dhanekula" userId="c22207417729a33b" providerId="LiveId" clId="{89E30480-CE26-4B2A-AE02-99BA60129C63}" dt="2024-05-02T21:57:54.765" v="2" actId="1076"/>
        <pc:sldMkLst>
          <pc:docMk/>
          <pc:sldMk cId="368078034" sldId="313"/>
        </pc:sldMkLst>
        <pc:graphicFrameChg chg="mod">
          <ac:chgData name="Trilok Dhanekula" userId="c22207417729a33b" providerId="LiveId" clId="{89E30480-CE26-4B2A-AE02-99BA60129C63}" dt="2024-05-02T21:57:54.765" v="2" actId="1076"/>
          <ac:graphicFrameMkLst>
            <pc:docMk/>
            <pc:sldMk cId="368078034" sldId="313"/>
            <ac:graphicFrameMk id="4" creationId="{8C0514C0-FE10-7F5B-F860-A6CF3449CDEF}"/>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4BEFA2-CA4D-4897-8242-81386CD2D8D7}" type="doc">
      <dgm:prSet loTypeId="urn:microsoft.com/office/officeart/2005/8/layout/pyramid3" loCatId="pyramid" qsTypeId="urn:microsoft.com/office/officeart/2005/8/quickstyle/simple1" qsCatId="simple" csTypeId="urn:microsoft.com/office/officeart/2005/8/colors/accent1_2" csCatId="accent1" phldr="1"/>
      <dgm:spPr/>
    </dgm:pt>
    <dgm:pt modelId="{5BBEEF2A-BFF9-4ABA-89C4-60AD330E3605}" type="pres">
      <dgm:prSet presAssocID="{E54BEFA2-CA4D-4897-8242-81386CD2D8D7}" presName="Name0" presStyleCnt="0">
        <dgm:presLayoutVars>
          <dgm:dir/>
          <dgm:animLvl val="lvl"/>
          <dgm:resizeHandles val="exact"/>
        </dgm:presLayoutVars>
      </dgm:prSet>
      <dgm:spPr/>
    </dgm:pt>
  </dgm:ptLst>
  <dgm:cxnLst>
    <dgm:cxn modelId="{4904F487-4034-426A-A920-5FB4AE48739A}" type="presOf" srcId="{E54BEFA2-CA4D-4897-8242-81386CD2D8D7}" destId="{5BBEEF2A-BFF9-4ABA-89C4-60AD330E3605}" srcOrd="0"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1"/>
        <p:cNvGrpSpPr/>
        <p:nvPr/>
      </p:nvGrpSpPr>
      <p:grpSpPr>
        <a:xfrm>
          <a:off x="0" y="0"/>
          <a:ext cx="0" cy="0"/>
          <a:chOff x="0" y="0"/>
          <a:chExt cx="0" cy="0"/>
        </a:xfrm>
      </p:grpSpPr>
      <p:sp>
        <p:nvSpPr>
          <p:cNvPr id="2102" name="Google Shape;2102;g12df2f0ffa6_1_40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3" name="Google Shape;2103;g12df2f0ffa6_1_40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3"/>
        <p:cNvGrpSpPr/>
        <p:nvPr/>
      </p:nvGrpSpPr>
      <p:grpSpPr>
        <a:xfrm>
          <a:off x="0" y="0"/>
          <a:ext cx="0" cy="0"/>
          <a:chOff x="0" y="0"/>
          <a:chExt cx="0" cy="0"/>
        </a:xfrm>
      </p:grpSpPr>
      <p:sp>
        <p:nvSpPr>
          <p:cNvPr id="2244" name="Google Shape;2244;g12de7a90d27_0_1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5" name="Google Shape;2245;g12de7a90d27_0_1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9"/>
        <p:cNvGrpSpPr/>
        <p:nvPr/>
      </p:nvGrpSpPr>
      <p:grpSpPr>
        <a:xfrm>
          <a:off x="0" y="0"/>
          <a:ext cx="0" cy="0"/>
          <a:chOff x="0" y="0"/>
          <a:chExt cx="0" cy="0"/>
        </a:xfrm>
      </p:grpSpPr>
      <p:sp>
        <p:nvSpPr>
          <p:cNvPr id="2300" name="Google Shape;2300;g12e5514972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1" name="Google Shape;2301;g12e5514972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7"/>
        <p:cNvGrpSpPr/>
        <p:nvPr/>
      </p:nvGrpSpPr>
      <p:grpSpPr>
        <a:xfrm>
          <a:off x="0" y="0"/>
          <a:ext cx="0" cy="0"/>
          <a:chOff x="0" y="0"/>
          <a:chExt cx="0" cy="0"/>
        </a:xfrm>
      </p:grpSpPr>
      <p:sp>
        <p:nvSpPr>
          <p:cNvPr id="2318" name="Google Shape;2318;g12e5514972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9" name="Google Shape;2319;g12e5514972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2"/>
        <p:cNvGrpSpPr/>
        <p:nvPr/>
      </p:nvGrpSpPr>
      <p:grpSpPr>
        <a:xfrm>
          <a:off x="0" y="0"/>
          <a:ext cx="0" cy="0"/>
          <a:chOff x="0" y="0"/>
          <a:chExt cx="0" cy="0"/>
        </a:xfrm>
      </p:grpSpPr>
      <p:sp>
        <p:nvSpPr>
          <p:cNvPr id="2393" name="Google Shape;2393;g12de7a90d27_0_1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4" name="Google Shape;2394;g12de7a90d27_0_1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1"/>
        <p:cNvGrpSpPr/>
        <p:nvPr/>
      </p:nvGrpSpPr>
      <p:grpSpPr>
        <a:xfrm>
          <a:off x="0" y="0"/>
          <a:ext cx="0" cy="0"/>
          <a:chOff x="0" y="0"/>
          <a:chExt cx="0" cy="0"/>
        </a:xfrm>
      </p:grpSpPr>
      <p:sp>
        <p:nvSpPr>
          <p:cNvPr id="2292" name="Google Shape;2292;g12e5514972d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3" name="Google Shape;2293;g12e5514972d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g12de7a90d27_0_17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4" name="Google Shape;2204;g12de7a90d27_0_1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3"/>
        <p:cNvGrpSpPr/>
        <p:nvPr/>
      </p:nvGrpSpPr>
      <p:grpSpPr>
        <a:xfrm>
          <a:off x="0" y="0"/>
          <a:ext cx="0" cy="0"/>
          <a:chOff x="0" y="0"/>
          <a:chExt cx="0" cy="0"/>
        </a:xfrm>
      </p:grpSpPr>
      <p:sp>
        <p:nvSpPr>
          <p:cNvPr id="2274" name="Google Shape;2274;g12e5514972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5" name="Google Shape;2275;g12e5514972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9703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4298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6843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851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661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2"/>
        <p:cNvGrpSpPr/>
        <p:nvPr/>
      </p:nvGrpSpPr>
      <p:grpSpPr>
        <a:xfrm>
          <a:off x="0" y="0"/>
          <a:ext cx="0" cy="0"/>
          <a:chOff x="0" y="0"/>
          <a:chExt cx="0" cy="0"/>
        </a:xfrm>
      </p:grpSpPr>
      <p:sp>
        <p:nvSpPr>
          <p:cNvPr id="2463" name="Google Shape;2463;gf4041860db_0_298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4" name="Google Shape;2464;gf4041860db_0_29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886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8476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9"/>
        <p:cNvGrpSpPr/>
        <p:nvPr/>
      </p:nvGrpSpPr>
      <p:grpSpPr>
        <a:xfrm>
          <a:off x="0" y="0"/>
          <a:ext cx="0" cy="0"/>
          <a:chOff x="0" y="0"/>
          <a:chExt cx="0" cy="0"/>
        </a:xfrm>
      </p:grpSpPr>
      <p:sp>
        <p:nvSpPr>
          <p:cNvPr id="2530" name="Google Shape;2530;gf4041860db_0_29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1" name="Google Shape;2531;gf4041860db_0_29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9413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3912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1390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6072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75189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p:cNvGrpSpPr/>
        <p:nvPr/>
      </p:nvGrpSpPr>
      <p:grpSpPr>
        <a:xfrm>
          <a:off x="0" y="0"/>
          <a:ext cx="0" cy="0"/>
          <a:chOff x="0" y="0"/>
          <a:chExt cx="0" cy="0"/>
        </a:xfrm>
      </p:grpSpPr>
      <p:sp>
        <p:nvSpPr>
          <p:cNvPr id="2309" name="Google Shape;2309;g12e5514972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12e551497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620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458461" y="-321271"/>
            <a:ext cx="10059175" cy="5791575"/>
            <a:chOff x="-458461" y="-321271"/>
            <a:chExt cx="10059175" cy="5791575"/>
          </a:xfrm>
        </p:grpSpPr>
        <p:grpSp>
          <p:nvGrpSpPr>
            <p:cNvPr id="10" name="Google Shape;10;p2"/>
            <p:cNvGrpSpPr/>
            <p:nvPr/>
          </p:nvGrpSpPr>
          <p:grpSpPr>
            <a:xfrm flipH="1">
              <a:off x="-458461" y="-245071"/>
              <a:ext cx="9830575" cy="5715375"/>
              <a:chOff x="-358925" y="-303650"/>
              <a:chExt cx="9830575" cy="5715375"/>
            </a:xfrm>
          </p:grpSpPr>
          <p:cxnSp>
            <p:nvCxnSpPr>
              <p:cNvPr id="11" name="Google Shape;11;p2"/>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12" name="Google Shape;12;p2"/>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13" name="Google Shape;13;p2"/>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14" name="Google Shape;14;p2"/>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15" name="Google Shape;15;p2"/>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16" name="Google Shape;16;p2"/>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7" name="Google Shape;17;p2"/>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8" name="Google Shape;18;p2"/>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9" name="Google Shape;19;p2"/>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20" name="Google Shape;20;p2"/>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21" name="Google Shape;21;p2"/>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22" name="Google Shape;22;p2"/>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23" name="Google Shape;23;p2"/>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24" name="Google Shape;24;p2"/>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25" name="Google Shape;25;p2"/>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26" name="Google Shape;26;p2"/>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27" name="Google Shape;27;p2"/>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28" name="Google Shape;28;p2"/>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29" name="Google Shape;29;p2"/>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30" name="Google Shape;30;p2"/>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31" name="Google Shape;31;p2"/>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32" name="Google Shape;32;p2"/>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33" name="Google Shape;33;p2"/>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34" name="Google Shape;34;p2"/>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35" name="Google Shape;35;p2"/>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36" name="Google Shape;36;p2"/>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37" name="Google Shape;37;p2"/>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38" name="Google Shape;38;p2"/>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39" name="Google Shape;39;p2"/>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40" name="Google Shape;40;p2"/>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41" name="Google Shape;41;p2"/>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42" name="Google Shape;42;p2"/>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43" name="Google Shape;43;p2"/>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44" name="Google Shape;44;p2"/>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45" name="Google Shape;45;p2"/>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46" name="Google Shape;46;p2"/>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47" name="Google Shape;47;p2"/>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48" name="Google Shape;48;p2"/>
            <p:cNvGrpSpPr/>
            <p:nvPr/>
          </p:nvGrpSpPr>
          <p:grpSpPr>
            <a:xfrm rot="10800000">
              <a:off x="-229861" y="-321271"/>
              <a:ext cx="9830575" cy="5715375"/>
              <a:chOff x="-358925" y="-303650"/>
              <a:chExt cx="9830575" cy="5715375"/>
            </a:xfrm>
          </p:grpSpPr>
          <p:cxnSp>
            <p:nvCxnSpPr>
              <p:cNvPr id="49" name="Google Shape;49;p2"/>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50" name="Google Shape;50;p2"/>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51" name="Google Shape;51;p2"/>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52" name="Google Shape;52;p2"/>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53" name="Google Shape;53;p2"/>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54" name="Google Shape;54;p2"/>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55" name="Google Shape;55;p2"/>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56" name="Google Shape;56;p2"/>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57" name="Google Shape;57;p2"/>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58" name="Google Shape;58;p2"/>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59" name="Google Shape;59;p2"/>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60" name="Google Shape;60;p2"/>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61" name="Google Shape;61;p2"/>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62" name="Google Shape;62;p2"/>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63" name="Google Shape;63;p2"/>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64" name="Google Shape;64;p2"/>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65" name="Google Shape;65;p2"/>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66" name="Google Shape;66;p2"/>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67" name="Google Shape;67;p2"/>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68" name="Google Shape;68;p2"/>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69" name="Google Shape;69;p2"/>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70" name="Google Shape;70;p2"/>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71" name="Google Shape;71;p2"/>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72" name="Google Shape;72;p2"/>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73" name="Google Shape;73;p2"/>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74" name="Google Shape;74;p2"/>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75" name="Google Shape;75;p2"/>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76" name="Google Shape;76;p2"/>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77" name="Google Shape;77;p2"/>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78" name="Google Shape;78;p2"/>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79" name="Google Shape;79;p2"/>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80" name="Google Shape;80;p2"/>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81" name="Google Shape;81;p2"/>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82" name="Google Shape;82;p2"/>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83" name="Google Shape;83;p2"/>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84" name="Google Shape;84;p2"/>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85" name="Google Shape;85;p2"/>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86" name="Google Shape;86;p2"/>
          <p:cNvSpPr txBox="1">
            <a:spLocks noGrp="1"/>
          </p:cNvSpPr>
          <p:nvPr>
            <p:ph type="ctrTitle"/>
          </p:nvPr>
        </p:nvSpPr>
        <p:spPr>
          <a:xfrm>
            <a:off x="2061092" y="1347675"/>
            <a:ext cx="6367800" cy="17070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000000"/>
              </a:buClr>
              <a:buSzPts val="6000"/>
              <a:buNone/>
              <a:defRPr sz="5000"/>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87" name="Google Shape;87;p2"/>
          <p:cNvSpPr txBox="1">
            <a:spLocks noGrp="1"/>
          </p:cNvSpPr>
          <p:nvPr>
            <p:ph type="subTitle" idx="1"/>
          </p:nvPr>
        </p:nvSpPr>
        <p:spPr>
          <a:xfrm>
            <a:off x="2061092" y="3065675"/>
            <a:ext cx="6367800" cy="418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00"/>
            </a:lvl1pPr>
            <a:lvl2pPr lvl="1" algn="ctr" rtl="0">
              <a:lnSpc>
                <a:spcPct val="100000"/>
              </a:lnSpc>
              <a:spcBef>
                <a:spcPts val="0"/>
              </a:spcBef>
              <a:spcAft>
                <a:spcPts val="0"/>
              </a:spcAft>
              <a:buClr>
                <a:srgbClr val="FFFFFF"/>
              </a:buClr>
              <a:buSzPts val="1400"/>
              <a:buNone/>
              <a:defRPr sz="1400">
                <a:solidFill>
                  <a:srgbClr val="FFFFFF"/>
                </a:solidFill>
              </a:defRPr>
            </a:lvl2pPr>
            <a:lvl3pPr lvl="2" algn="ctr" rtl="0">
              <a:lnSpc>
                <a:spcPct val="100000"/>
              </a:lnSpc>
              <a:spcBef>
                <a:spcPts val="0"/>
              </a:spcBef>
              <a:spcAft>
                <a:spcPts val="0"/>
              </a:spcAft>
              <a:buClr>
                <a:srgbClr val="FFFFFF"/>
              </a:buClr>
              <a:buSzPts val="1400"/>
              <a:buNone/>
              <a:defRPr sz="1400">
                <a:solidFill>
                  <a:srgbClr val="FFFFFF"/>
                </a:solidFill>
              </a:defRPr>
            </a:lvl3pPr>
            <a:lvl4pPr lvl="3" algn="ctr" rtl="0">
              <a:lnSpc>
                <a:spcPct val="100000"/>
              </a:lnSpc>
              <a:spcBef>
                <a:spcPts val="0"/>
              </a:spcBef>
              <a:spcAft>
                <a:spcPts val="0"/>
              </a:spcAft>
              <a:buClr>
                <a:srgbClr val="FFFFFF"/>
              </a:buClr>
              <a:buSzPts val="1400"/>
              <a:buNone/>
              <a:defRPr sz="1400">
                <a:solidFill>
                  <a:srgbClr val="FFFFFF"/>
                </a:solidFill>
              </a:defRPr>
            </a:lvl4pPr>
            <a:lvl5pPr lvl="4" algn="ctr" rtl="0">
              <a:lnSpc>
                <a:spcPct val="100000"/>
              </a:lnSpc>
              <a:spcBef>
                <a:spcPts val="0"/>
              </a:spcBef>
              <a:spcAft>
                <a:spcPts val="0"/>
              </a:spcAft>
              <a:buClr>
                <a:srgbClr val="FFFFFF"/>
              </a:buClr>
              <a:buSzPts val="1400"/>
              <a:buNone/>
              <a:defRPr sz="1400">
                <a:solidFill>
                  <a:srgbClr val="FFFFFF"/>
                </a:solidFill>
              </a:defRPr>
            </a:lvl5pPr>
            <a:lvl6pPr lvl="5" algn="ctr" rtl="0">
              <a:lnSpc>
                <a:spcPct val="100000"/>
              </a:lnSpc>
              <a:spcBef>
                <a:spcPts val="0"/>
              </a:spcBef>
              <a:spcAft>
                <a:spcPts val="0"/>
              </a:spcAft>
              <a:buClr>
                <a:srgbClr val="FFFFFF"/>
              </a:buClr>
              <a:buSzPts val="1400"/>
              <a:buNone/>
              <a:defRPr sz="1400">
                <a:solidFill>
                  <a:srgbClr val="FFFFFF"/>
                </a:solidFill>
              </a:defRPr>
            </a:lvl6pPr>
            <a:lvl7pPr lvl="6" algn="ctr" rtl="0">
              <a:lnSpc>
                <a:spcPct val="100000"/>
              </a:lnSpc>
              <a:spcBef>
                <a:spcPts val="0"/>
              </a:spcBef>
              <a:spcAft>
                <a:spcPts val="0"/>
              </a:spcAft>
              <a:buClr>
                <a:srgbClr val="FFFFFF"/>
              </a:buClr>
              <a:buSzPts val="1400"/>
              <a:buNone/>
              <a:defRPr sz="1400">
                <a:solidFill>
                  <a:srgbClr val="FFFFFF"/>
                </a:solidFill>
              </a:defRPr>
            </a:lvl7pPr>
            <a:lvl8pPr lvl="7" algn="ctr" rtl="0">
              <a:lnSpc>
                <a:spcPct val="100000"/>
              </a:lnSpc>
              <a:spcBef>
                <a:spcPts val="0"/>
              </a:spcBef>
              <a:spcAft>
                <a:spcPts val="0"/>
              </a:spcAft>
              <a:buClr>
                <a:srgbClr val="FFFFFF"/>
              </a:buClr>
              <a:buSzPts val="1400"/>
              <a:buNone/>
              <a:defRPr sz="1400">
                <a:solidFill>
                  <a:srgbClr val="FFFFFF"/>
                </a:solidFill>
              </a:defRPr>
            </a:lvl8pPr>
            <a:lvl9pPr lvl="8" algn="ctr" rtl="0">
              <a:lnSpc>
                <a:spcPct val="100000"/>
              </a:lnSpc>
              <a:spcBef>
                <a:spcPts val="0"/>
              </a:spcBef>
              <a:spcAft>
                <a:spcPts val="0"/>
              </a:spcAft>
              <a:buClr>
                <a:srgbClr val="FFFFFF"/>
              </a:buClr>
              <a:buSzPts val="1400"/>
              <a:buNone/>
              <a:defRPr sz="1400">
                <a:solidFill>
                  <a:srgbClr val="FFFFFF"/>
                </a:solidFill>
              </a:defRPr>
            </a:lvl9pPr>
          </a:lstStyle>
          <a:p>
            <a:endParaRPr/>
          </a:p>
        </p:txBody>
      </p:sp>
      <p:grpSp>
        <p:nvGrpSpPr>
          <p:cNvPr id="88" name="Google Shape;88;p2"/>
          <p:cNvGrpSpPr/>
          <p:nvPr/>
        </p:nvGrpSpPr>
        <p:grpSpPr>
          <a:xfrm flipH="1">
            <a:off x="246" y="1384364"/>
            <a:ext cx="3863499" cy="3798516"/>
            <a:chOff x="3133537" y="-308699"/>
            <a:chExt cx="6010422" cy="5452155"/>
          </a:xfrm>
        </p:grpSpPr>
        <p:sp>
          <p:nvSpPr>
            <p:cNvPr id="89" name="Google Shape;89;p2"/>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1"/>
        <p:cNvGrpSpPr/>
        <p:nvPr/>
      </p:nvGrpSpPr>
      <p:grpSpPr>
        <a:xfrm>
          <a:off x="0" y="0"/>
          <a:ext cx="0" cy="0"/>
          <a:chOff x="0" y="0"/>
          <a:chExt cx="0" cy="0"/>
        </a:xfrm>
      </p:grpSpPr>
      <p:grpSp>
        <p:nvGrpSpPr>
          <p:cNvPr id="92" name="Google Shape;92;p3"/>
          <p:cNvGrpSpPr/>
          <p:nvPr/>
        </p:nvGrpSpPr>
        <p:grpSpPr>
          <a:xfrm>
            <a:off x="-458461" y="-321271"/>
            <a:ext cx="10059175" cy="5791575"/>
            <a:chOff x="-458461" y="-321271"/>
            <a:chExt cx="10059175" cy="5791575"/>
          </a:xfrm>
        </p:grpSpPr>
        <p:grpSp>
          <p:nvGrpSpPr>
            <p:cNvPr id="93" name="Google Shape;93;p3"/>
            <p:cNvGrpSpPr/>
            <p:nvPr/>
          </p:nvGrpSpPr>
          <p:grpSpPr>
            <a:xfrm flipH="1">
              <a:off x="-458461" y="-245071"/>
              <a:ext cx="9830575" cy="5715375"/>
              <a:chOff x="-358925" y="-303650"/>
              <a:chExt cx="9830575" cy="5715375"/>
            </a:xfrm>
          </p:grpSpPr>
          <p:cxnSp>
            <p:nvCxnSpPr>
              <p:cNvPr id="94" name="Google Shape;94;p3"/>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95" name="Google Shape;95;p3"/>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96" name="Google Shape;96;p3"/>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97" name="Google Shape;97;p3"/>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98" name="Google Shape;98;p3"/>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99" name="Google Shape;99;p3"/>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00" name="Google Shape;100;p3"/>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01" name="Google Shape;101;p3"/>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02" name="Google Shape;102;p3"/>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103" name="Google Shape;103;p3"/>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04" name="Google Shape;104;p3"/>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05" name="Google Shape;105;p3"/>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06" name="Google Shape;106;p3"/>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07" name="Google Shape;107;p3"/>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08" name="Google Shape;108;p3"/>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09" name="Google Shape;109;p3"/>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10" name="Google Shape;110;p3"/>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11" name="Google Shape;111;p3"/>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12" name="Google Shape;112;p3"/>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113" name="Google Shape;113;p3"/>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114" name="Google Shape;114;p3"/>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115" name="Google Shape;115;p3"/>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116" name="Google Shape;116;p3"/>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117" name="Google Shape;117;p3"/>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118" name="Google Shape;118;p3"/>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119" name="Google Shape;119;p3"/>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120" name="Google Shape;120;p3"/>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121" name="Google Shape;121;p3"/>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122" name="Google Shape;122;p3"/>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123" name="Google Shape;123;p3"/>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124" name="Google Shape;124;p3"/>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125" name="Google Shape;125;p3"/>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126" name="Google Shape;126;p3"/>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127" name="Google Shape;127;p3"/>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128" name="Google Shape;128;p3"/>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129" name="Google Shape;129;p3"/>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130" name="Google Shape;130;p3"/>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131" name="Google Shape;131;p3"/>
            <p:cNvGrpSpPr/>
            <p:nvPr/>
          </p:nvGrpSpPr>
          <p:grpSpPr>
            <a:xfrm rot="10800000">
              <a:off x="-229861" y="-321271"/>
              <a:ext cx="9830575" cy="5715375"/>
              <a:chOff x="-358925" y="-303650"/>
              <a:chExt cx="9830575" cy="5715375"/>
            </a:xfrm>
          </p:grpSpPr>
          <p:cxnSp>
            <p:nvCxnSpPr>
              <p:cNvPr id="132" name="Google Shape;132;p3"/>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133" name="Google Shape;133;p3"/>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134" name="Google Shape;134;p3"/>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135" name="Google Shape;135;p3"/>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136" name="Google Shape;136;p3"/>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137" name="Google Shape;137;p3"/>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38" name="Google Shape;138;p3"/>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39" name="Google Shape;139;p3"/>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40" name="Google Shape;140;p3"/>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141" name="Google Shape;141;p3"/>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42" name="Google Shape;142;p3"/>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43" name="Google Shape;143;p3"/>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44" name="Google Shape;144;p3"/>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45" name="Google Shape;145;p3"/>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46" name="Google Shape;146;p3"/>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47" name="Google Shape;147;p3"/>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48" name="Google Shape;148;p3"/>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49" name="Google Shape;149;p3"/>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50" name="Google Shape;150;p3"/>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151" name="Google Shape;151;p3"/>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152" name="Google Shape;152;p3"/>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153" name="Google Shape;153;p3"/>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154" name="Google Shape;154;p3"/>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155" name="Google Shape;155;p3"/>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156" name="Google Shape;156;p3"/>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157" name="Google Shape;157;p3"/>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158" name="Google Shape;158;p3"/>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159" name="Google Shape;159;p3"/>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160" name="Google Shape;160;p3"/>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161" name="Google Shape;161;p3"/>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162" name="Google Shape;162;p3"/>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163" name="Google Shape;163;p3"/>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164" name="Google Shape;164;p3"/>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165" name="Google Shape;165;p3"/>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166" name="Google Shape;166;p3"/>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167" name="Google Shape;167;p3"/>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168" name="Google Shape;168;p3"/>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169" name="Google Shape;169;p3"/>
          <p:cNvSpPr txBox="1">
            <a:spLocks noGrp="1"/>
          </p:cNvSpPr>
          <p:nvPr>
            <p:ph type="title"/>
          </p:nvPr>
        </p:nvSpPr>
        <p:spPr>
          <a:xfrm>
            <a:off x="717600" y="2352150"/>
            <a:ext cx="40179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0" name="Google Shape;170;p3"/>
          <p:cNvSpPr txBox="1">
            <a:spLocks noGrp="1"/>
          </p:cNvSpPr>
          <p:nvPr>
            <p:ph type="title" idx="2" hasCustomPrompt="1"/>
          </p:nvPr>
        </p:nvSpPr>
        <p:spPr>
          <a:xfrm>
            <a:off x="717600" y="1528000"/>
            <a:ext cx="1535400" cy="6585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9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1" name="Google Shape;171;p3"/>
          <p:cNvSpPr txBox="1">
            <a:spLocks noGrp="1"/>
          </p:cNvSpPr>
          <p:nvPr>
            <p:ph type="subTitle" idx="1"/>
          </p:nvPr>
        </p:nvSpPr>
        <p:spPr>
          <a:xfrm>
            <a:off x="715100" y="3193950"/>
            <a:ext cx="4017900" cy="421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72" name="Google Shape;172;p3"/>
          <p:cNvGrpSpPr/>
          <p:nvPr/>
        </p:nvGrpSpPr>
        <p:grpSpPr>
          <a:xfrm flipH="1">
            <a:off x="-2208532" y="-1825065"/>
            <a:ext cx="4017967" cy="3644766"/>
            <a:chOff x="3166062" y="1034326"/>
            <a:chExt cx="6010422" cy="5452155"/>
          </a:xfrm>
        </p:grpSpPr>
        <p:sp>
          <p:nvSpPr>
            <p:cNvPr id="173" name="Google Shape;173;p3"/>
            <p:cNvSpPr/>
            <p:nvPr/>
          </p:nvSpPr>
          <p:spPr>
            <a:xfrm>
              <a:off x="3234090" y="1157235"/>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3166062" y="1034326"/>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3"/>
          <p:cNvGrpSpPr/>
          <p:nvPr/>
        </p:nvGrpSpPr>
        <p:grpSpPr>
          <a:xfrm>
            <a:off x="4497249" y="804357"/>
            <a:ext cx="5111263" cy="4704119"/>
            <a:chOff x="3133537" y="-308699"/>
            <a:chExt cx="6010422" cy="5452155"/>
          </a:xfrm>
        </p:grpSpPr>
        <p:sp>
          <p:nvSpPr>
            <p:cNvPr id="176" name="Google Shape;176;p3"/>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8"/>
        <p:cNvGrpSpPr/>
        <p:nvPr/>
      </p:nvGrpSpPr>
      <p:grpSpPr>
        <a:xfrm>
          <a:off x="0" y="0"/>
          <a:ext cx="0" cy="0"/>
          <a:chOff x="0" y="0"/>
          <a:chExt cx="0" cy="0"/>
        </a:xfrm>
      </p:grpSpPr>
      <p:grpSp>
        <p:nvGrpSpPr>
          <p:cNvPr id="179" name="Google Shape;179;p4"/>
          <p:cNvGrpSpPr/>
          <p:nvPr/>
        </p:nvGrpSpPr>
        <p:grpSpPr>
          <a:xfrm>
            <a:off x="-458461" y="-321271"/>
            <a:ext cx="10059175" cy="5791575"/>
            <a:chOff x="-458461" y="-321271"/>
            <a:chExt cx="10059175" cy="5791575"/>
          </a:xfrm>
        </p:grpSpPr>
        <p:grpSp>
          <p:nvGrpSpPr>
            <p:cNvPr id="180" name="Google Shape;180;p4"/>
            <p:cNvGrpSpPr/>
            <p:nvPr/>
          </p:nvGrpSpPr>
          <p:grpSpPr>
            <a:xfrm flipH="1">
              <a:off x="-458461" y="-245071"/>
              <a:ext cx="9830575" cy="5715375"/>
              <a:chOff x="-358925" y="-303650"/>
              <a:chExt cx="9830575" cy="5715375"/>
            </a:xfrm>
          </p:grpSpPr>
          <p:cxnSp>
            <p:nvCxnSpPr>
              <p:cNvPr id="181" name="Google Shape;181;p4"/>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182" name="Google Shape;182;p4"/>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183" name="Google Shape;183;p4"/>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184" name="Google Shape;184;p4"/>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185" name="Google Shape;185;p4"/>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186" name="Google Shape;186;p4"/>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87" name="Google Shape;187;p4"/>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88" name="Google Shape;188;p4"/>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89" name="Google Shape;189;p4"/>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190" name="Google Shape;190;p4"/>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91" name="Google Shape;191;p4"/>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92" name="Google Shape;192;p4"/>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93" name="Google Shape;193;p4"/>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94" name="Google Shape;194;p4"/>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95" name="Google Shape;195;p4"/>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96" name="Google Shape;196;p4"/>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97" name="Google Shape;197;p4"/>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98" name="Google Shape;198;p4"/>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99" name="Google Shape;199;p4"/>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200" name="Google Shape;200;p4"/>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201" name="Google Shape;201;p4"/>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202" name="Google Shape;202;p4"/>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203" name="Google Shape;203;p4"/>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204" name="Google Shape;204;p4"/>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205" name="Google Shape;205;p4"/>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206" name="Google Shape;206;p4"/>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207" name="Google Shape;207;p4"/>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208" name="Google Shape;208;p4"/>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209" name="Google Shape;209;p4"/>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210" name="Google Shape;210;p4"/>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211" name="Google Shape;211;p4"/>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212" name="Google Shape;212;p4"/>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4"/>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214" name="Google Shape;214;p4"/>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215" name="Google Shape;215;p4"/>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216" name="Google Shape;216;p4"/>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217" name="Google Shape;217;p4"/>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218" name="Google Shape;218;p4"/>
            <p:cNvGrpSpPr/>
            <p:nvPr/>
          </p:nvGrpSpPr>
          <p:grpSpPr>
            <a:xfrm rot="10800000">
              <a:off x="-229861" y="-321271"/>
              <a:ext cx="9830575" cy="5715375"/>
              <a:chOff x="-358925" y="-303650"/>
              <a:chExt cx="9830575" cy="5715375"/>
            </a:xfrm>
          </p:grpSpPr>
          <p:cxnSp>
            <p:nvCxnSpPr>
              <p:cNvPr id="219" name="Google Shape;219;p4"/>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220" name="Google Shape;220;p4"/>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221" name="Google Shape;221;p4"/>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222" name="Google Shape;222;p4"/>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223" name="Google Shape;223;p4"/>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224" name="Google Shape;224;p4"/>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225" name="Google Shape;225;p4"/>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226" name="Google Shape;226;p4"/>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227" name="Google Shape;227;p4"/>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228" name="Google Shape;228;p4"/>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229" name="Google Shape;229;p4"/>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230" name="Google Shape;230;p4"/>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231" name="Google Shape;231;p4"/>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232" name="Google Shape;232;p4"/>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233" name="Google Shape;233;p4"/>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234" name="Google Shape;234;p4"/>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235" name="Google Shape;235;p4"/>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236" name="Google Shape;236;p4"/>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237" name="Google Shape;237;p4"/>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238" name="Google Shape;238;p4"/>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239" name="Google Shape;239;p4"/>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240" name="Google Shape;240;p4"/>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241" name="Google Shape;241;p4"/>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242" name="Google Shape;242;p4"/>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243" name="Google Shape;243;p4"/>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244" name="Google Shape;244;p4"/>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245" name="Google Shape;245;p4"/>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246" name="Google Shape;246;p4"/>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247" name="Google Shape;247;p4"/>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248" name="Google Shape;248;p4"/>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249" name="Google Shape;249;p4"/>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250" name="Google Shape;250;p4"/>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251" name="Google Shape;251;p4"/>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252" name="Google Shape;252;p4"/>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253" name="Google Shape;253;p4"/>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254" name="Google Shape;254;p4"/>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255" name="Google Shape;255;p4"/>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256" name="Google Shape;256;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7" name="Google Shape;257;p4"/>
          <p:cNvSpPr txBox="1">
            <a:spLocks noGrp="1"/>
          </p:cNvSpPr>
          <p:nvPr>
            <p:ph type="body" idx="1"/>
          </p:nvPr>
        </p:nvSpPr>
        <p:spPr>
          <a:xfrm>
            <a:off x="720000" y="1152475"/>
            <a:ext cx="7704000" cy="6798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grpSp>
        <p:nvGrpSpPr>
          <p:cNvPr id="258" name="Google Shape;258;p4"/>
          <p:cNvGrpSpPr/>
          <p:nvPr/>
        </p:nvGrpSpPr>
        <p:grpSpPr>
          <a:xfrm>
            <a:off x="8148972" y="-1637511"/>
            <a:ext cx="3863499" cy="3798516"/>
            <a:chOff x="3133537" y="-308699"/>
            <a:chExt cx="6010422" cy="5452155"/>
          </a:xfrm>
        </p:grpSpPr>
        <p:sp>
          <p:nvSpPr>
            <p:cNvPr id="259" name="Google Shape;259;p4"/>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 name="Google Shape;261;p4"/>
          <p:cNvGrpSpPr/>
          <p:nvPr/>
        </p:nvGrpSpPr>
        <p:grpSpPr>
          <a:xfrm>
            <a:off x="7726703" y="-626164"/>
            <a:ext cx="593164" cy="1161172"/>
            <a:chOff x="4921825" y="870250"/>
            <a:chExt cx="407925" cy="798550"/>
          </a:xfrm>
        </p:grpSpPr>
        <p:sp>
          <p:nvSpPr>
            <p:cNvPr id="262" name="Google Shape;262;p4"/>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 name="Google Shape;292;p4"/>
          <p:cNvGrpSpPr/>
          <p:nvPr/>
        </p:nvGrpSpPr>
        <p:grpSpPr>
          <a:xfrm flipH="1">
            <a:off x="-2299857" y="-2697840"/>
            <a:ext cx="4017967" cy="3644766"/>
            <a:chOff x="3166062" y="1034326"/>
            <a:chExt cx="6010422" cy="5452155"/>
          </a:xfrm>
        </p:grpSpPr>
        <p:sp>
          <p:nvSpPr>
            <p:cNvPr id="293" name="Google Shape;293;p4"/>
            <p:cNvSpPr/>
            <p:nvPr/>
          </p:nvSpPr>
          <p:spPr>
            <a:xfrm>
              <a:off x="3234090" y="1157235"/>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3166062" y="1034326"/>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5"/>
        <p:cNvGrpSpPr/>
        <p:nvPr/>
      </p:nvGrpSpPr>
      <p:grpSpPr>
        <a:xfrm>
          <a:off x="0" y="0"/>
          <a:ext cx="0" cy="0"/>
          <a:chOff x="0" y="0"/>
          <a:chExt cx="0" cy="0"/>
        </a:xfrm>
      </p:grpSpPr>
      <p:grpSp>
        <p:nvGrpSpPr>
          <p:cNvPr id="296" name="Google Shape;296;p5"/>
          <p:cNvGrpSpPr/>
          <p:nvPr/>
        </p:nvGrpSpPr>
        <p:grpSpPr>
          <a:xfrm>
            <a:off x="-458461" y="-321271"/>
            <a:ext cx="10059175" cy="5791575"/>
            <a:chOff x="-458461" y="-321271"/>
            <a:chExt cx="10059175" cy="5791575"/>
          </a:xfrm>
        </p:grpSpPr>
        <p:grpSp>
          <p:nvGrpSpPr>
            <p:cNvPr id="297" name="Google Shape;297;p5"/>
            <p:cNvGrpSpPr/>
            <p:nvPr/>
          </p:nvGrpSpPr>
          <p:grpSpPr>
            <a:xfrm flipH="1">
              <a:off x="-458461" y="-245071"/>
              <a:ext cx="9830575" cy="5715375"/>
              <a:chOff x="-358925" y="-303650"/>
              <a:chExt cx="9830575" cy="5715375"/>
            </a:xfrm>
          </p:grpSpPr>
          <p:cxnSp>
            <p:nvCxnSpPr>
              <p:cNvPr id="298" name="Google Shape;298;p5"/>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299" name="Google Shape;299;p5"/>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300" name="Google Shape;300;p5"/>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301" name="Google Shape;301;p5"/>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302" name="Google Shape;302;p5"/>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303" name="Google Shape;303;p5"/>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304" name="Google Shape;304;p5"/>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305" name="Google Shape;305;p5"/>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306" name="Google Shape;306;p5"/>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307" name="Google Shape;307;p5"/>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308" name="Google Shape;308;p5"/>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309" name="Google Shape;309;p5"/>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310" name="Google Shape;310;p5"/>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311" name="Google Shape;311;p5"/>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312" name="Google Shape;312;p5"/>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313" name="Google Shape;313;p5"/>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314" name="Google Shape;314;p5"/>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315" name="Google Shape;315;p5"/>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316" name="Google Shape;316;p5"/>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317" name="Google Shape;317;p5"/>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318" name="Google Shape;318;p5"/>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319" name="Google Shape;319;p5"/>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320" name="Google Shape;320;p5"/>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321" name="Google Shape;321;p5"/>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322" name="Google Shape;322;p5"/>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323" name="Google Shape;323;p5"/>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324" name="Google Shape;324;p5"/>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325" name="Google Shape;325;p5"/>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326" name="Google Shape;326;p5"/>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327" name="Google Shape;327;p5"/>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328" name="Google Shape;328;p5"/>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329" name="Google Shape;329;p5"/>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330" name="Google Shape;330;p5"/>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331" name="Google Shape;331;p5"/>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332" name="Google Shape;332;p5"/>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333" name="Google Shape;333;p5"/>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334" name="Google Shape;334;p5"/>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335" name="Google Shape;335;p5"/>
            <p:cNvGrpSpPr/>
            <p:nvPr/>
          </p:nvGrpSpPr>
          <p:grpSpPr>
            <a:xfrm rot="10800000">
              <a:off x="-229861" y="-321271"/>
              <a:ext cx="9830575" cy="5715375"/>
              <a:chOff x="-358925" y="-303650"/>
              <a:chExt cx="9830575" cy="5715375"/>
            </a:xfrm>
          </p:grpSpPr>
          <p:cxnSp>
            <p:nvCxnSpPr>
              <p:cNvPr id="336" name="Google Shape;336;p5"/>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337" name="Google Shape;337;p5"/>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338" name="Google Shape;338;p5"/>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339" name="Google Shape;339;p5"/>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340" name="Google Shape;340;p5"/>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341" name="Google Shape;341;p5"/>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342" name="Google Shape;342;p5"/>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343" name="Google Shape;343;p5"/>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344" name="Google Shape;344;p5"/>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345" name="Google Shape;345;p5"/>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346" name="Google Shape;346;p5"/>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347" name="Google Shape;347;p5"/>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348" name="Google Shape;348;p5"/>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349" name="Google Shape;349;p5"/>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350" name="Google Shape;350;p5"/>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351" name="Google Shape;351;p5"/>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352" name="Google Shape;352;p5"/>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353" name="Google Shape;353;p5"/>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354" name="Google Shape;354;p5"/>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355" name="Google Shape;355;p5"/>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356" name="Google Shape;356;p5"/>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357" name="Google Shape;357;p5"/>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358" name="Google Shape;358;p5"/>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359" name="Google Shape;359;p5"/>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360" name="Google Shape;360;p5"/>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361" name="Google Shape;361;p5"/>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362" name="Google Shape;362;p5"/>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363" name="Google Shape;363;p5"/>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364" name="Google Shape;364;p5"/>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365" name="Google Shape;365;p5"/>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366" name="Google Shape;366;p5"/>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367" name="Google Shape;367;p5"/>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368" name="Google Shape;368;p5"/>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369" name="Google Shape;369;p5"/>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370" name="Google Shape;370;p5"/>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371" name="Google Shape;371;p5"/>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372" name="Google Shape;372;p5"/>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373" name="Google Shape;373;p5"/>
          <p:cNvSpPr txBox="1">
            <a:spLocks noGrp="1"/>
          </p:cNvSpPr>
          <p:nvPr>
            <p:ph type="subTitle" idx="1"/>
          </p:nvPr>
        </p:nvSpPr>
        <p:spPr>
          <a:xfrm>
            <a:off x="1007988" y="2537625"/>
            <a:ext cx="3271500" cy="347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800"/>
              <a:buFont typeface="Questrial"/>
              <a:buNone/>
              <a:defRPr sz="1600">
                <a:solidFill>
                  <a:schemeClr val="dk1"/>
                </a:solidFill>
                <a:latin typeface="Questrial"/>
                <a:ea typeface="Questrial"/>
                <a:cs typeface="Questrial"/>
                <a:sym typeface="Questrial"/>
              </a:defRPr>
            </a:lvl1pPr>
            <a:lvl2pPr lvl="1"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2pPr>
            <a:lvl3pPr lvl="2"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3pPr>
            <a:lvl4pPr lvl="3"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4pPr>
            <a:lvl5pPr lvl="4"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5pPr>
            <a:lvl6pPr lvl="5"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6pPr>
            <a:lvl7pPr lvl="6"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7pPr>
            <a:lvl8pPr lvl="7"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8pPr>
            <a:lvl9pPr lvl="8" algn="ctr">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9pPr>
          </a:lstStyle>
          <a:p>
            <a:endParaRPr/>
          </a:p>
        </p:txBody>
      </p:sp>
      <p:sp>
        <p:nvSpPr>
          <p:cNvPr id="374" name="Google Shape;374;p5"/>
          <p:cNvSpPr txBox="1">
            <a:spLocks noGrp="1"/>
          </p:cNvSpPr>
          <p:nvPr>
            <p:ph type="subTitle" idx="2"/>
          </p:nvPr>
        </p:nvSpPr>
        <p:spPr>
          <a:xfrm>
            <a:off x="4864519" y="2537625"/>
            <a:ext cx="3271500" cy="34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800"/>
              <a:buFont typeface="Questrial"/>
              <a:buNone/>
              <a:defRPr sz="1600">
                <a:solidFill>
                  <a:schemeClr val="dk1"/>
                </a:solidFill>
                <a:latin typeface="Questrial"/>
                <a:ea typeface="Questrial"/>
                <a:cs typeface="Questrial"/>
                <a:sym typeface="Questrial"/>
              </a:defRPr>
            </a:lvl1pPr>
            <a:lvl2pPr lvl="1"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2pPr>
            <a:lvl3pPr lvl="2"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3pPr>
            <a:lvl4pPr lvl="3"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4pPr>
            <a:lvl5pPr lvl="4"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5pPr>
            <a:lvl6pPr lvl="5"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6pPr>
            <a:lvl7pPr lvl="6"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7pPr>
            <a:lvl8pPr lvl="7"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8pPr>
            <a:lvl9pPr lvl="8" algn="ctr" rtl="0">
              <a:lnSpc>
                <a:spcPct val="100000"/>
              </a:lnSpc>
              <a:spcBef>
                <a:spcPts val="0"/>
              </a:spcBef>
              <a:spcAft>
                <a:spcPts val="0"/>
              </a:spcAft>
              <a:buClr>
                <a:schemeClr val="dk1"/>
              </a:buClr>
              <a:buSzPts val="1800"/>
              <a:buFont typeface="Questrial"/>
              <a:buNone/>
              <a:defRPr sz="1800">
                <a:solidFill>
                  <a:schemeClr val="dk1"/>
                </a:solidFill>
                <a:latin typeface="Questrial"/>
                <a:ea typeface="Questrial"/>
                <a:cs typeface="Questrial"/>
                <a:sym typeface="Questrial"/>
              </a:defRPr>
            </a:lvl9pPr>
          </a:lstStyle>
          <a:p>
            <a:endParaRPr/>
          </a:p>
        </p:txBody>
      </p:sp>
      <p:sp>
        <p:nvSpPr>
          <p:cNvPr id="375" name="Google Shape;375;p5"/>
          <p:cNvSpPr txBox="1">
            <a:spLocks noGrp="1"/>
          </p:cNvSpPr>
          <p:nvPr>
            <p:ph type="subTitle" idx="3"/>
          </p:nvPr>
        </p:nvSpPr>
        <p:spPr>
          <a:xfrm>
            <a:off x="1007988" y="3098150"/>
            <a:ext cx="32715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6" name="Google Shape;376;p5"/>
          <p:cNvSpPr txBox="1">
            <a:spLocks noGrp="1"/>
          </p:cNvSpPr>
          <p:nvPr>
            <p:ph type="subTitle" idx="4"/>
          </p:nvPr>
        </p:nvSpPr>
        <p:spPr>
          <a:xfrm>
            <a:off x="4864519" y="3098150"/>
            <a:ext cx="32715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7" name="Google Shape;377;p5"/>
          <p:cNvSpPr txBox="1">
            <a:spLocks noGrp="1"/>
          </p:cNvSpPr>
          <p:nvPr>
            <p:ph type="title"/>
          </p:nvPr>
        </p:nvSpPr>
        <p:spPr>
          <a:xfrm>
            <a:off x="720000" y="445025"/>
            <a:ext cx="7704000" cy="57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78" name="Google Shape;378;p5"/>
          <p:cNvGrpSpPr/>
          <p:nvPr/>
        </p:nvGrpSpPr>
        <p:grpSpPr>
          <a:xfrm>
            <a:off x="315016" y="3811561"/>
            <a:ext cx="593164" cy="1161172"/>
            <a:chOff x="4921825" y="870250"/>
            <a:chExt cx="407925" cy="798550"/>
          </a:xfrm>
        </p:grpSpPr>
        <p:sp>
          <p:nvSpPr>
            <p:cNvPr id="379" name="Google Shape;379;p5"/>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 name="Google Shape;409;p5"/>
          <p:cNvGrpSpPr/>
          <p:nvPr/>
        </p:nvGrpSpPr>
        <p:grpSpPr>
          <a:xfrm>
            <a:off x="7987641" y="204698"/>
            <a:ext cx="593164" cy="1161172"/>
            <a:chOff x="4921825" y="870250"/>
            <a:chExt cx="407925" cy="798550"/>
          </a:xfrm>
        </p:grpSpPr>
        <p:sp>
          <p:nvSpPr>
            <p:cNvPr id="410" name="Google Shape;410;p5"/>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 name="Google Shape;440;p5"/>
          <p:cNvSpPr/>
          <p:nvPr/>
        </p:nvSpPr>
        <p:spPr>
          <a:xfrm rot="10800000">
            <a:off x="-253" y="-93"/>
            <a:ext cx="2019852" cy="1148544"/>
          </a:xfrm>
          <a:custGeom>
            <a:avLst/>
            <a:gdLst/>
            <a:ahLst/>
            <a:cxnLst/>
            <a:rect l="l" t="t" r="r" b="b"/>
            <a:pathLst>
              <a:path w="116586" h="66294" extrusionOk="0">
                <a:moveTo>
                  <a:pt x="116586" y="0"/>
                </a:moveTo>
                <a:lnTo>
                  <a:pt x="0" y="66294"/>
                </a:lnTo>
                <a:lnTo>
                  <a:pt x="116586" y="66294"/>
                </a:lnTo>
                <a:close/>
              </a:path>
            </a:pathLst>
          </a:custGeom>
          <a:solidFill>
            <a:schemeClr val="lt2"/>
          </a:solidFill>
          <a:ln>
            <a:noFill/>
          </a:ln>
        </p:spPr>
      </p:sp>
      <p:grpSp>
        <p:nvGrpSpPr>
          <p:cNvPr id="441" name="Google Shape;441;p5"/>
          <p:cNvGrpSpPr/>
          <p:nvPr/>
        </p:nvGrpSpPr>
        <p:grpSpPr>
          <a:xfrm>
            <a:off x="7123447" y="2151889"/>
            <a:ext cx="3863499" cy="3798516"/>
            <a:chOff x="3133537" y="-308699"/>
            <a:chExt cx="6010422" cy="5452155"/>
          </a:xfrm>
        </p:grpSpPr>
        <p:sp>
          <p:nvSpPr>
            <p:cNvPr id="442" name="Google Shape;442;p5"/>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4"/>
        <p:cNvGrpSpPr/>
        <p:nvPr/>
      </p:nvGrpSpPr>
      <p:grpSpPr>
        <a:xfrm>
          <a:off x="0" y="0"/>
          <a:ext cx="0" cy="0"/>
          <a:chOff x="0" y="0"/>
          <a:chExt cx="0" cy="0"/>
        </a:xfrm>
      </p:grpSpPr>
      <p:grpSp>
        <p:nvGrpSpPr>
          <p:cNvPr id="445" name="Google Shape;445;p6"/>
          <p:cNvGrpSpPr/>
          <p:nvPr/>
        </p:nvGrpSpPr>
        <p:grpSpPr>
          <a:xfrm>
            <a:off x="-458461" y="-321271"/>
            <a:ext cx="10059175" cy="5791575"/>
            <a:chOff x="-458461" y="-321271"/>
            <a:chExt cx="10059175" cy="5791575"/>
          </a:xfrm>
        </p:grpSpPr>
        <p:grpSp>
          <p:nvGrpSpPr>
            <p:cNvPr id="446" name="Google Shape;446;p6"/>
            <p:cNvGrpSpPr/>
            <p:nvPr/>
          </p:nvGrpSpPr>
          <p:grpSpPr>
            <a:xfrm flipH="1">
              <a:off x="-458461" y="-245071"/>
              <a:ext cx="9830575" cy="5715375"/>
              <a:chOff x="-358925" y="-303650"/>
              <a:chExt cx="9830575" cy="5715375"/>
            </a:xfrm>
          </p:grpSpPr>
          <p:cxnSp>
            <p:nvCxnSpPr>
              <p:cNvPr id="447" name="Google Shape;447;p6"/>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448" name="Google Shape;448;p6"/>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449" name="Google Shape;449;p6"/>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450" name="Google Shape;450;p6"/>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451" name="Google Shape;451;p6"/>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452" name="Google Shape;452;p6"/>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453" name="Google Shape;453;p6"/>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454" name="Google Shape;454;p6"/>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455" name="Google Shape;455;p6"/>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456" name="Google Shape;456;p6"/>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457" name="Google Shape;457;p6"/>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458" name="Google Shape;458;p6"/>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459" name="Google Shape;459;p6"/>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460" name="Google Shape;460;p6"/>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461" name="Google Shape;461;p6"/>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462" name="Google Shape;462;p6"/>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463" name="Google Shape;463;p6"/>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464" name="Google Shape;464;p6"/>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465" name="Google Shape;465;p6"/>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466" name="Google Shape;466;p6"/>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467" name="Google Shape;467;p6"/>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468" name="Google Shape;468;p6"/>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469" name="Google Shape;469;p6"/>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470" name="Google Shape;470;p6"/>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471" name="Google Shape;471;p6"/>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472" name="Google Shape;472;p6"/>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473" name="Google Shape;473;p6"/>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474" name="Google Shape;474;p6"/>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475" name="Google Shape;475;p6"/>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476" name="Google Shape;476;p6"/>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477" name="Google Shape;477;p6"/>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478" name="Google Shape;478;p6"/>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479" name="Google Shape;479;p6"/>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480" name="Google Shape;480;p6"/>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481" name="Google Shape;481;p6"/>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482" name="Google Shape;482;p6"/>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483" name="Google Shape;483;p6"/>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484" name="Google Shape;484;p6"/>
            <p:cNvGrpSpPr/>
            <p:nvPr/>
          </p:nvGrpSpPr>
          <p:grpSpPr>
            <a:xfrm rot="10800000">
              <a:off x="-229861" y="-321271"/>
              <a:ext cx="9830575" cy="5715375"/>
              <a:chOff x="-358925" y="-303650"/>
              <a:chExt cx="9830575" cy="5715375"/>
            </a:xfrm>
          </p:grpSpPr>
          <p:cxnSp>
            <p:nvCxnSpPr>
              <p:cNvPr id="485" name="Google Shape;485;p6"/>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486" name="Google Shape;486;p6"/>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487" name="Google Shape;487;p6"/>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488" name="Google Shape;488;p6"/>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489" name="Google Shape;489;p6"/>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490" name="Google Shape;490;p6"/>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491" name="Google Shape;491;p6"/>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492" name="Google Shape;492;p6"/>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493" name="Google Shape;493;p6"/>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494" name="Google Shape;494;p6"/>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495" name="Google Shape;495;p6"/>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496" name="Google Shape;496;p6"/>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497" name="Google Shape;497;p6"/>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498" name="Google Shape;498;p6"/>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499" name="Google Shape;499;p6"/>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500" name="Google Shape;500;p6"/>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501" name="Google Shape;501;p6"/>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502" name="Google Shape;502;p6"/>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503" name="Google Shape;503;p6"/>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504" name="Google Shape;504;p6"/>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505" name="Google Shape;505;p6"/>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506" name="Google Shape;506;p6"/>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507" name="Google Shape;507;p6"/>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508" name="Google Shape;508;p6"/>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509" name="Google Shape;509;p6"/>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510" name="Google Shape;510;p6"/>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511" name="Google Shape;511;p6"/>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512" name="Google Shape;512;p6"/>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513" name="Google Shape;513;p6"/>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514" name="Google Shape;514;p6"/>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515" name="Google Shape;515;p6"/>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516" name="Google Shape;516;p6"/>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517" name="Google Shape;517;p6"/>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518" name="Google Shape;518;p6"/>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519" name="Google Shape;519;p6"/>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520" name="Google Shape;520;p6"/>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521" name="Google Shape;521;p6"/>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522" name="Google Shape;522;p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23"/>
        <p:cNvGrpSpPr/>
        <p:nvPr/>
      </p:nvGrpSpPr>
      <p:grpSpPr>
        <a:xfrm>
          <a:off x="0" y="0"/>
          <a:ext cx="0" cy="0"/>
          <a:chOff x="0" y="0"/>
          <a:chExt cx="0" cy="0"/>
        </a:xfrm>
      </p:grpSpPr>
      <p:grpSp>
        <p:nvGrpSpPr>
          <p:cNvPr id="524" name="Google Shape;524;p7"/>
          <p:cNvGrpSpPr/>
          <p:nvPr/>
        </p:nvGrpSpPr>
        <p:grpSpPr>
          <a:xfrm>
            <a:off x="-458461" y="-321271"/>
            <a:ext cx="10059175" cy="5791575"/>
            <a:chOff x="-458461" y="-321271"/>
            <a:chExt cx="10059175" cy="5791575"/>
          </a:xfrm>
        </p:grpSpPr>
        <p:grpSp>
          <p:nvGrpSpPr>
            <p:cNvPr id="525" name="Google Shape;525;p7"/>
            <p:cNvGrpSpPr/>
            <p:nvPr/>
          </p:nvGrpSpPr>
          <p:grpSpPr>
            <a:xfrm flipH="1">
              <a:off x="-458461" y="-245071"/>
              <a:ext cx="9830575" cy="5715375"/>
              <a:chOff x="-358925" y="-303650"/>
              <a:chExt cx="9830575" cy="5715375"/>
            </a:xfrm>
          </p:grpSpPr>
          <p:cxnSp>
            <p:nvCxnSpPr>
              <p:cNvPr id="526" name="Google Shape;526;p7"/>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527" name="Google Shape;527;p7"/>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528" name="Google Shape;528;p7"/>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529" name="Google Shape;529;p7"/>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530" name="Google Shape;530;p7"/>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531" name="Google Shape;531;p7"/>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532" name="Google Shape;532;p7"/>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533" name="Google Shape;533;p7"/>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534" name="Google Shape;534;p7"/>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535" name="Google Shape;535;p7"/>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536" name="Google Shape;536;p7"/>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537" name="Google Shape;537;p7"/>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538" name="Google Shape;538;p7"/>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539" name="Google Shape;539;p7"/>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540" name="Google Shape;540;p7"/>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541" name="Google Shape;541;p7"/>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542" name="Google Shape;542;p7"/>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543" name="Google Shape;543;p7"/>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544" name="Google Shape;544;p7"/>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545" name="Google Shape;545;p7"/>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546" name="Google Shape;546;p7"/>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547" name="Google Shape;547;p7"/>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548" name="Google Shape;548;p7"/>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549" name="Google Shape;549;p7"/>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550" name="Google Shape;550;p7"/>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551" name="Google Shape;551;p7"/>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552" name="Google Shape;552;p7"/>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553" name="Google Shape;553;p7"/>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554" name="Google Shape;554;p7"/>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555" name="Google Shape;555;p7"/>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556" name="Google Shape;556;p7"/>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557" name="Google Shape;557;p7"/>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558" name="Google Shape;558;p7"/>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559" name="Google Shape;559;p7"/>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560" name="Google Shape;560;p7"/>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561" name="Google Shape;561;p7"/>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562" name="Google Shape;562;p7"/>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563" name="Google Shape;563;p7"/>
            <p:cNvGrpSpPr/>
            <p:nvPr/>
          </p:nvGrpSpPr>
          <p:grpSpPr>
            <a:xfrm rot="10800000">
              <a:off x="-229861" y="-321271"/>
              <a:ext cx="9830575" cy="5715375"/>
              <a:chOff x="-358925" y="-303650"/>
              <a:chExt cx="9830575" cy="5715375"/>
            </a:xfrm>
          </p:grpSpPr>
          <p:cxnSp>
            <p:nvCxnSpPr>
              <p:cNvPr id="564" name="Google Shape;564;p7"/>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565" name="Google Shape;565;p7"/>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566" name="Google Shape;566;p7"/>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567" name="Google Shape;567;p7"/>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568" name="Google Shape;568;p7"/>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569" name="Google Shape;569;p7"/>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570" name="Google Shape;570;p7"/>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571" name="Google Shape;571;p7"/>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572" name="Google Shape;572;p7"/>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573" name="Google Shape;573;p7"/>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574" name="Google Shape;574;p7"/>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575" name="Google Shape;575;p7"/>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576" name="Google Shape;576;p7"/>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577" name="Google Shape;577;p7"/>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578" name="Google Shape;578;p7"/>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579" name="Google Shape;579;p7"/>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580" name="Google Shape;580;p7"/>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581" name="Google Shape;581;p7"/>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582" name="Google Shape;582;p7"/>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583" name="Google Shape;583;p7"/>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584" name="Google Shape;584;p7"/>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585" name="Google Shape;585;p7"/>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586" name="Google Shape;586;p7"/>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587" name="Google Shape;587;p7"/>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588" name="Google Shape;588;p7"/>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589" name="Google Shape;589;p7"/>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590" name="Google Shape;590;p7"/>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591" name="Google Shape;591;p7"/>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592" name="Google Shape;592;p7"/>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593" name="Google Shape;593;p7"/>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594" name="Google Shape;594;p7"/>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595" name="Google Shape;595;p7"/>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596" name="Google Shape;596;p7"/>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597" name="Google Shape;597;p7"/>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598" name="Google Shape;598;p7"/>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599" name="Google Shape;599;p7"/>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600" name="Google Shape;600;p7"/>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601" name="Google Shape;601;p7"/>
          <p:cNvSpPr txBox="1">
            <a:spLocks noGrp="1"/>
          </p:cNvSpPr>
          <p:nvPr>
            <p:ph type="title"/>
          </p:nvPr>
        </p:nvSpPr>
        <p:spPr>
          <a:xfrm>
            <a:off x="715100" y="855675"/>
            <a:ext cx="3842100" cy="12720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2" name="Google Shape;602;p7"/>
          <p:cNvSpPr txBox="1">
            <a:spLocks noGrp="1"/>
          </p:cNvSpPr>
          <p:nvPr>
            <p:ph type="body" idx="1"/>
          </p:nvPr>
        </p:nvSpPr>
        <p:spPr>
          <a:xfrm>
            <a:off x="715100" y="2257425"/>
            <a:ext cx="3842100" cy="20304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Font typeface="Nunito Light"/>
              <a:buChar char="●"/>
              <a:defRPr sz="1400"/>
            </a:lvl1pPr>
            <a:lvl2pPr marL="914400" lvl="1" indent="-330200" rtl="0">
              <a:lnSpc>
                <a:spcPct val="115000"/>
              </a:lnSpc>
              <a:spcBef>
                <a:spcPts val="0"/>
              </a:spcBef>
              <a:spcAft>
                <a:spcPts val="0"/>
              </a:spcAft>
              <a:buSzPts val="1600"/>
              <a:buFont typeface="Nunito Light"/>
              <a:buChar char="○"/>
              <a:defRPr/>
            </a:lvl2pPr>
            <a:lvl3pPr marL="1371600" lvl="2" indent="-323850" rtl="0">
              <a:lnSpc>
                <a:spcPct val="115000"/>
              </a:lnSpc>
              <a:spcBef>
                <a:spcPts val="0"/>
              </a:spcBef>
              <a:spcAft>
                <a:spcPts val="0"/>
              </a:spcAft>
              <a:buSzPts val="1500"/>
              <a:buFont typeface="Nunito Light"/>
              <a:buChar char="■"/>
              <a:defRPr/>
            </a:lvl3pPr>
            <a:lvl4pPr marL="1828800" lvl="3" indent="-323850" rtl="0">
              <a:lnSpc>
                <a:spcPct val="115000"/>
              </a:lnSpc>
              <a:spcBef>
                <a:spcPts val="0"/>
              </a:spcBef>
              <a:spcAft>
                <a:spcPts val="0"/>
              </a:spcAft>
              <a:buSzPts val="1500"/>
              <a:buFont typeface="Nunito Light"/>
              <a:buChar char="●"/>
              <a:defRPr/>
            </a:lvl4pPr>
            <a:lvl5pPr marL="2286000" lvl="4" indent="-317500" rtl="0">
              <a:lnSpc>
                <a:spcPct val="115000"/>
              </a:lnSpc>
              <a:spcBef>
                <a:spcPts val="0"/>
              </a:spcBef>
              <a:spcAft>
                <a:spcPts val="0"/>
              </a:spcAft>
              <a:buSzPts val="1400"/>
              <a:buFont typeface="Nunito Light"/>
              <a:buChar char="○"/>
              <a:defRPr/>
            </a:lvl5pPr>
            <a:lvl6pPr marL="2743200" lvl="5" indent="-317500" rtl="0">
              <a:lnSpc>
                <a:spcPct val="115000"/>
              </a:lnSpc>
              <a:spcBef>
                <a:spcPts val="0"/>
              </a:spcBef>
              <a:spcAft>
                <a:spcPts val="0"/>
              </a:spcAft>
              <a:buSzPts val="1400"/>
              <a:buFont typeface="Nunito Light"/>
              <a:buChar char="■"/>
              <a:defRPr/>
            </a:lvl6pPr>
            <a:lvl7pPr marL="3200400" lvl="6" indent="-311150" rtl="0">
              <a:lnSpc>
                <a:spcPct val="115000"/>
              </a:lnSpc>
              <a:spcBef>
                <a:spcPts val="0"/>
              </a:spcBef>
              <a:spcAft>
                <a:spcPts val="0"/>
              </a:spcAft>
              <a:buSzPts val="1300"/>
              <a:buFont typeface="Nunito Light"/>
              <a:buChar char="●"/>
              <a:defRPr/>
            </a:lvl7pPr>
            <a:lvl8pPr marL="3657600" lvl="7" indent="-311150" rtl="0">
              <a:lnSpc>
                <a:spcPct val="115000"/>
              </a:lnSpc>
              <a:spcBef>
                <a:spcPts val="0"/>
              </a:spcBef>
              <a:spcAft>
                <a:spcPts val="0"/>
              </a:spcAft>
              <a:buSzPts val="1300"/>
              <a:buFont typeface="Nunito Light"/>
              <a:buChar char="○"/>
              <a:defRPr/>
            </a:lvl8pPr>
            <a:lvl9pPr marL="4114800" lvl="8" indent="-317500" rtl="0">
              <a:lnSpc>
                <a:spcPct val="115000"/>
              </a:lnSpc>
              <a:spcBef>
                <a:spcPts val="0"/>
              </a:spcBef>
              <a:spcAft>
                <a:spcPts val="0"/>
              </a:spcAft>
              <a:buSzPts val="1400"/>
              <a:buFont typeface="Nunito Light"/>
              <a:buChar char="■"/>
              <a:defRPr/>
            </a:lvl9pPr>
          </a:lstStyle>
          <a:p>
            <a:endParaRPr/>
          </a:p>
        </p:txBody>
      </p:sp>
      <p:sp>
        <p:nvSpPr>
          <p:cNvPr id="603" name="Google Shape;603;p7"/>
          <p:cNvSpPr/>
          <p:nvPr/>
        </p:nvSpPr>
        <p:spPr>
          <a:xfrm flipH="1">
            <a:off x="110" y="4099029"/>
            <a:ext cx="1836812" cy="1044462"/>
          </a:xfrm>
          <a:custGeom>
            <a:avLst/>
            <a:gdLst/>
            <a:ahLst/>
            <a:cxnLst/>
            <a:rect l="l" t="t" r="r" b="b"/>
            <a:pathLst>
              <a:path w="116586" h="66294" extrusionOk="0">
                <a:moveTo>
                  <a:pt x="116586" y="0"/>
                </a:moveTo>
                <a:lnTo>
                  <a:pt x="0" y="66294"/>
                </a:lnTo>
                <a:lnTo>
                  <a:pt x="116586" y="66294"/>
                </a:lnTo>
                <a:close/>
              </a:path>
            </a:pathLst>
          </a:custGeom>
          <a:solidFill>
            <a:schemeClr val="accent4"/>
          </a:solidFill>
          <a:ln>
            <a:noFill/>
          </a:ln>
        </p:spPr>
      </p:sp>
      <p:grpSp>
        <p:nvGrpSpPr>
          <p:cNvPr id="604" name="Google Shape;604;p7"/>
          <p:cNvGrpSpPr/>
          <p:nvPr/>
        </p:nvGrpSpPr>
        <p:grpSpPr>
          <a:xfrm>
            <a:off x="8178341" y="619573"/>
            <a:ext cx="593164" cy="1161172"/>
            <a:chOff x="4921825" y="870250"/>
            <a:chExt cx="407925" cy="798550"/>
          </a:xfrm>
        </p:grpSpPr>
        <p:sp>
          <p:nvSpPr>
            <p:cNvPr id="605" name="Google Shape;605;p7"/>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7"/>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7"/>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7"/>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7"/>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7"/>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7"/>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7"/>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7"/>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7"/>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7"/>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7"/>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7"/>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7"/>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7"/>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7"/>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7"/>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7"/>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7"/>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7"/>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7"/>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7"/>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7"/>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7"/>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7"/>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7"/>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7"/>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7"/>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7"/>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7"/>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35"/>
        <p:cNvGrpSpPr/>
        <p:nvPr/>
      </p:nvGrpSpPr>
      <p:grpSpPr>
        <a:xfrm>
          <a:off x="0" y="0"/>
          <a:ext cx="0" cy="0"/>
          <a:chOff x="0" y="0"/>
          <a:chExt cx="0" cy="0"/>
        </a:xfrm>
      </p:grpSpPr>
      <p:grpSp>
        <p:nvGrpSpPr>
          <p:cNvPr id="636" name="Google Shape;636;p8"/>
          <p:cNvGrpSpPr/>
          <p:nvPr/>
        </p:nvGrpSpPr>
        <p:grpSpPr>
          <a:xfrm>
            <a:off x="-458461" y="-321271"/>
            <a:ext cx="10059175" cy="5791575"/>
            <a:chOff x="-458461" y="-321271"/>
            <a:chExt cx="10059175" cy="5791575"/>
          </a:xfrm>
        </p:grpSpPr>
        <p:grpSp>
          <p:nvGrpSpPr>
            <p:cNvPr id="637" name="Google Shape;637;p8"/>
            <p:cNvGrpSpPr/>
            <p:nvPr/>
          </p:nvGrpSpPr>
          <p:grpSpPr>
            <a:xfrm flipH="1">
              <a:off x="-458461" y="-245071"/>
              <a:ext cx="9830575" cy="5715375"/>
              <a:chOff x="-358925" y="-303650"/>
              <a:chExt cx="9830575" cy="5715375"/>
            </a:xfrm>
          </p:grpSpPr>
          <p:cxnSp>
            <p:nvCxnSpPr>
              <p:cNvPr id="638" name="Google Shape;638;p8"/>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639" name="Google Shape;639;p8"/>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640" name="Google Shape;640;p8"/>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641" name="Google Shape;641;p8"/>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642" name="Google Shape;642;p8"/>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643" name="Google Shape;643;p8"/>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644" name="Google Shape;644;p8"/>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645" name="Google Shape;645;p8"/>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646" name="Google Shape;646;p8"/>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647" name="Google Shape;647;p8"/>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648" name="Google Shape;648;p8"/>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649" name="Google Shape;649;p8"/>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650" name="Google Shape;650;p8"/>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651" name="Google Shape;651;p8"/>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652" name="Google Shape;652;p8"/>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653" name="Google Shape;653;p8"/>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654" name="Google Shape;654;p8"/>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655" name="Google Shape;655;p8"/>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656" name="Google Shape;656;p8"/>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657" name="Google Shape;657;p8"/>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658" name="Google Shape;658;p8"/>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659" name="Google Shape;659;p8"/>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660" name="Google Shape;660;p8"/>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661" name="Google Shape;661;p8"/>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662" name="Google Shape;662;p8"/>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663" name="Google Shape;663;p8"/>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664" name="Google Shape;664;p8"/>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665" name="Google Shape;665;p8"/>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666" name="Google Shape;666;p8"/>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667" name="Google Shape;667;p8"/>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668" name="Google Shape;668;p8"/>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669" name="Google Shape;669;p8"/>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670" name="Google Shape;670;p8"/>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671" name="Google Shape;671;p8"/>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672" name="Google Shape;672;p8"/>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673" name="Google Shape;673;p8"/>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674" name="Google Shape;674;p8"/>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675" name="Google Shape;675;p8"/>
            <p:cNvGrpSpPr/>
            <p:nvPr/>
          </p:nvGrpSpPr>
          <p:grpSpPr>
            <a:xfrm rot="10800000">
              <a:off x="-229861" y="-321271"/>
              <a:ext cx="9830575" cy="5715375"/>
              <a:chOff x="-358925" y="-303650"/>
              <a:chExt cx="9830575" cy="5715375"/>
            </a:xfrm>
          </p:grpSpPr>
          <p:cxnSp>
            <p:nvCxnSpPr>
              <p:cNvPr id="676" name="Google Shape;676;p8"/>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677" name="Google Shape;677;p8"/>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678" name="Google Shape;678;p8"/>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679" name="Google Shape;679;p8"/>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680" name="Google Shape;680;p8"/>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681" name="Google Shape;681;p8"/>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682" name="Google Shape;682;p8"/>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683" name="Google Shape;683;p8"/>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684" name="Google Shape;684;p8"/>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685" name="Google Shape;685;p8"/>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686" name="Google Shape;686;p8"/>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687" name="Google Shape;687;p8"/>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688" name="Google Shape;688;p8"/>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689" name="Google Shape;689;p8"/>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690" name="Google Shape;690;p8"/>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691" name="Google Shape;691;p8"/>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692" name="Google Shape;692;p8"/>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693" name="Google Shape;693;p8"/>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694" name="Google Shape;694;p8"/>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695" name="Google Shape;695;p8"/>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696" name="Google Shape;696;p8"/>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697" name="Google Shape;697;p8"/>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698" name="Google Shape;698;p8"/>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699" name="Google Shape;699;p8"/>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700" name="Google Shape;700;p8"/>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701" name="Google Shape;701;p8"/>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702" name="Google Shape;702;p8"/>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703" name="Google Shape;703;p8"/>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704" name="Google Shape;704;p8"/>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705" name="Google Shape;705;p8"/>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706" name="Google Shape;706;p8"/>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707" name="Google Shape;707;p8"/>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708" name="Google Shape;708;p8"/>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709" name="Google Shape;709;p8"/>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710" name="Google Shape;710;p8"/>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711" name="Google Shape;711;p8"/>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712" name="Google Shape;712;p8"/>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713" name="Google Shape;713;p8"/>
          <p:cNvSpPr txBox="1">
            <a:spLocks noGrp="1"/>
          </p:cNvSpPr>
          <p:nvPr>
            <p:ph type="title"/>
          </p:nvPr>
        </p:nvSpPr>
        <p:spPr>
          <a:xfrm>
            <a:off x="715100" y="1307100"/>
            <a:ext cx="61251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8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714" name="Google Shape;714;p8"/>
          <p:cNvGrpSpPr/>
          <p:nvPr/>
        </p:nvGrpSpPr>
        <p:grpSpPr>
          <a:xfrm>
            <a:off x="5735399" y="581245"/>
            <a:ext cx="5111263" cy="4704119"/>
            <a:chOff x="3133537" y="-308699"/>
            <a:chExt cx="6010422" cy="5452155"/>
          </a:xfrm>
        </p:grpSpPr>
        <p:sp>
          <p:nvSpPr>
            <p:cNvPr id="715" name="Google Shape;715;p8"/>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8"/>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17"/>
        <p:cNvGrpSpPr/>
        <p:nvPr/>
      </p:nvGrpSpPr>
      <p:grpSpPr>
        <a:xfrm>
          <a:off x="0" y="0"/>
          <a:ext cx="0" cy="0"/>
          <a:chOff x="0" y="0"/>
          <a:chExt cx="0" cy="0"/>
        </a:xfrm>
      </p:grpSpPr>
      <p:grpSp>
        <p:nvGrpSpPr>
          <p:cNvPr id="718" name="Google Shape;718;p9"/>
          <p:cNvGrpSpPr/>
          <p:nvPr/>
        </p:nvGrpSpPr>
        <p:grpSpPr>
          <a:xfrm>
            <a:off x="-458461" y="-321271"/>
            <a:ext cx="10059175" cy="5791575"/>
            <a:chOff x="-458461" y="-321271"/>
            <a:chExt cx="10059175" cy="5791575"/>
          </a:xfrm>
        </p:grpSpPr>
        <p:grpSp>
          <p:nvGrpSpPr>
            <p:cNvPr id="719" name="Google Shape;719;p9"/>
            <p:cNvGrpSpPr/>
            <p:nvPr/>
          </p:nvGrpSpPr>
          <p:grpSpPr>
            <a:xfrm flipH="1">
              <a:off x="-458461" y="-245071"/>
              <a:ext cx="9830575" cy="5715375"/>
              <a:chOff x="-358925" y="-303650"/>
              <a:chExt cx="9830575" cy="5715375"/>
            </a:xfrm>
          </p:grpSpPr>
          <p:cxnSp>
            <p:nvCxnSpPr>
              <p:cNvPr id="720" name="Google Shape;720;p9"/>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721" name="Google Shape;721;p9"/>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722" name="Google Shape;722;p9"/>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723" name="Google Shape;723;p9"/>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724" name="Google Shape;724;p9"/>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725" name="Google Shape;725;p9"/>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726" name="Google Shape;726;p9"/>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727" name="Google Shape;727;p9"/>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728" name="Google Shape;728;p9"/>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729" name="Google Shape;729;p9"/>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730" name="Google Shape;730;p9"/>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731" name="Google Shape;731;p9"/>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732" name="Google Shape;732;p9"/>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733" name="Google Shape;733;p9"/>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734" name="Google Shape;734;p9"/>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735" name="Google Shape;735;p9"/>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736" name="Google Shape;736;p9"/>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737" name="Google Shape;737;p9"/>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738" name="Google Shape;738;p9"/>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739" name="Google Shape;739;p9"/>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740" name="Google Shape;740;p9"/>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741" name="Google Shape;741;p9"/>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742" name="Google Shape;742;p9"/>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743" name="Google Shape;743;p9"/>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744" name="Google Shape;744;p9"/>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745" name="Google Shape;745;p9"/>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746" name="Google Shape;746;p9"/>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747" name="Google Shape;747;p9"/>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748" name="Google Shape;748;p9"/>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749" name="Google Shape;749;p9"/>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750" name="Google Shape;750;p9"/>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751" name="Google Shape;751;p9"/>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752" name="Google Shape;752;p9"/>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753" name="Google Shape;753;p9"/>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754" name="Google Shape;754;p9"/>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755" name="Google Shape;755;p9"/>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756" name="Google Shape;756;p9"/>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757" name="Google Shape;757;p9"/>
            <p:cNvGrpSpPr/>
            <p:nvPr/>
          </p:nvGrpSpPr>
          <p:grpSpPr>
            <a:xfrm rot="10800000">
              <a:off x="-229861" y="-321271"/>
              <a:ext cx="9830575" cy="5715375"/>
              <a:chOff x="-358925" y="-303650"/>
              <a:chExt cx="9830575" cy="5715375"/>
            </a:xfrm>
          </p:grpSpPr>
          <p:cxnSp>
            <p:nvCxnSpPr>
              <p:cNvPr id="758" name="Google Shape;758;p9"/>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759" name="Google Shape;759;p9"/>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760" name="Google Shape;760;p9"/>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761" name="Google Shape;761;p9"/>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762" name="Google Shape;762;p9"/>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763" name="Google Shape;763;p9"/>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764" name="Google Shape;764;p9"/>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765" name="Google Shape;765;p9"/>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766" name="Google Shape;766;p9"/>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767" name="Google Shape;767;p9"/>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768" name="Google Shape;768;p9"/>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769" name="Google Shape;769;p9"/>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770" name="Google Shape;770;p9"/>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771" name="Google Shape;771;p9"/>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772" name="Google Shape;772;p9"/>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773" name="Google Shape;773;p9"/>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774" name="Google Shape;774;p9"/>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775" name="Google Shape;775;p9"/>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776" name="Google Shape;776;p9"/>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777" name="Google Shape;777;p9"/>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778" name="Google Shape;778;p9"/>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779" name="Google Shape;779;p9"/>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780" name="Google Shape;780;p9"/>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781" name="Google Shape;781;p9"/>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782" name="Google Shape;782;p9"/>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783" name="Google Shape;783;p9"/>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784" name="Google Shape;784;p9"/>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785" name="Google Shape;785;p9"/>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786" name="Google Shape;786;p9"/>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787" name="Google Shape;787;p9"/>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788" name="Google Shape;788;p9"/>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789" name="Google Shape;789;p9"/>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790" name="Google Shape;790;p9"/>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791" name="Google Shape;791;p9"/>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792" name="Google Shape;792;p9"/>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793" name="Google Shape;793;p9"/>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794" name="Google Shape;794;p9"/>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795" name="Google Shape;795;p9"/>
          <p:cNvSpPr txBox="1">
            <a:spLocks noGrp="1"/>
          </p:cNvSpPr>
          <p:nvPr>
            <p:ph type="title"/>
          </p:nvPr>
        </p:nvSpPr>
        <p:spPr>
          <a:xfrm>
            <a:off x="3369100" y="1420725"/>
            <a:ext cx="5059800" cy="142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9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96" name="Google Shape;796;p9"/>
          <p:cNvSpPr txBox="1">
            <a:spLocks noGrp="1"/>
          </p:cNvSpPr>
          <p:nvPr>
            <p:ph type="subTitle" idx="1"/>
          </p:nvPr>
        </p:nvSpPr>
        <p:spPr>
          <a:xfrm>
            <a:off x="3369100" y="3036375"/>
            <a:ext cx="5059800" cy="686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solidFill>
                  <a:srgbClr val="666666"/>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797" name="Google Shape;797;p9"/>
          <p:cNvGrpSpPr/>
          <p:nvPr/>
        </p:nvGrpSpPr>
        <p:grpSpPr>
          <a:xfrm flipH="1">
            <a:off x="-2547989" y="60894"/>
            <a:ext cx="5703890" cy="5174095"/>
            <a:chOff x="3166062" y="1034326"/>
            <a:chExt cx="6010422" cy="5452155"/>
          </a:xfrm>
        </p:grpSpPr>
        <p:sp>
          <p:nvSpPr>
            <p:cNvPr id="798" name="Google Shape;798;p9"/>
            <p:cNvSpPr/>
            <p:nvPr/>
          </p:nvSpPr>
          <p:spPr>
            <a:xfrm>
              <a:off x="3234090" y="1157235"/>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9"/>
            <p:cNvSpPr/>
            <p:nvPr/>
          </p:nvSpPr>
          <p:spPr>
            <a:xfrm>
              <a:off x="3166062" y="1034326"/>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 name="Google Shape;800;p9"/>
          <p:cNvGrpSpPr/>
          <p:nvPr/>
        </p:nvGrpSpPr>
        <p:grpSpPr>
          <a:xfrm>
            <a:off x="875216" y="444723"/>
            <a:ext cx="593164" cy="1161172"/>
            <a:chOff x="4921825" y="870250"/>
            <a:chExt cx="407925" cy="798550"/>
          </a:xfrm>
        </p:grpSpPr>
        <p:sp>
          <p:nvSpPr>
            <p:cNvPr id="801" name="Google Shape;801;p9"/>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9"/>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9"/>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9"/>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9"/>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9"/>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9"/>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9"/>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9"/>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9"/>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9"/>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9"/>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9"/>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9"/>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9"/>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9"/>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9"/>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9"/>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9"/>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9"/>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9"/>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9"/>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9"/>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9"/>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9"/>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9"/>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9"/>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9"/>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9"/>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9"/>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 name="Google Shape;831;p9"/>
          <p:cNvGrpSpPr/>
          <p:nvPr/>
        </p:nvGrpSpPr>
        <p:grpSpPr>
          <a:xfrm>
            <a:off x="7835741" y="3803948"/>
            <a:ext cx="593164" cy="1161172"/>
            <a:chOff x="4921825" y="870250"/>
            <a:chExt cx="407925" cy="798550"/>
          </a:xfrm>
        </p:grpSpPr>
        <p:sp>
          <p:nvSpPr>
            <p:cNvPr id="832" name="Google Shape;832;p9"/>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9"/>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9"/>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9"/>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9"/>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9"/>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9"/>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9"/>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9"/>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9"/>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9"/>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9"/>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9"/>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9"/>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9"/>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9"/>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9"/>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9"/>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9"/>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9"/>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9"/>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9"/>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9"/>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9"/>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9"/>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9"/>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9"/>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9"/>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9"/>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9"/>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4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_1_1">
    <p:bg>
      <p:bgPr>
        <a:solidFill>
          <a:srgbClr val="FFFFFF"/>
        </a:solidFill>
        <a:effectLst/>
      </p:bgPr>
    </p:bg>
    <p:spTree>
      <p:nvGrpSpPr>
        <p:cNvPr id="1" name="Shape 949"/>
        <p:cNvGrpSpPr/>
        <p:nvPr/>
      </p:nvGrpSpPr>
      <p:grpSpPr>
        <a:xfrm>
          <a:off x="0" y="0"/>
          <a:ext cx="0" cy="0"/>
          <a:chOff x="0" y="0"/>
          <a:chExt cx="0" cy="0"/>
        </a:xfrm>
      </p:grpSpPr>
      <p:grpSp>
        <p:nvGrpSpPr>
          <p:cNvPr id="950" name="Google Shape;950;p13"/>
          <p:cNvGrpSpPr/>
          <p:nvPr/>
        </p:nvGrpSpPr>
        <p:grpSpPr>
          <a:xfrm>
            <a:off x="-458461" y="-321271"/>
            <a:ext cx="10059175" cy="5791575"/>
            <a:chOff x="-458461" y="-321271"/>
            <a:chExt cx="10059175" cy="5791575"/>
          </a:xfrm>
        </p:grpSpPr>
        <p:grpSp>
          <p:nvGrpSpPr>
            <p:cNvPr id="951" name="Google Shape;951;p13"/>
            <p:cNvGrpSpPr/>
            <p:nvPr/>
          </p:nvGrpSpPr>
          <p:grpSpPr>
            <a:xfrm flipH="1">
              <a:off x="-458461" y="-245071"/>
              <a:ext cx="9830575" cy="5715375"/>
              <a:chOff x="-358925" y="-303650"/>
              <a:chExt cx="9830575" cy="5715375"/>
            </a:xfrm>
          </p:grpSpPr>
          <p:cxnSp>
            <p:nvCxnSpPr>
              <p:cNvPr id="952" name="Google Shape;952;p13"/>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953" name="Google Shape;953;p13"/>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954" name="Google Shape;954;p13"/>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955" name="Google Shape;955;p13"/>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956" name="Google Shape;956;p13"/>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957" name="Google Shape;957;p13"/>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958" name="Google Shape;958;p13"/>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959" name="Google Shape;959;p13"/>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960" name="Google Shape;960;p13"/>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961" name="Google Shape;961;p13"/>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962" name="Google Shape;962;p13"/>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963" name="Google Shape;963;p13"/>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964" name="Google Shape;964;p13"/>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965" name="Google Shape;965;p13"/>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966" name="Google Shape;966;p13"/>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967" name="Google Shape;967;p13"/>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968" name="Google Shape;968;p13"/>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969" name="Google Shape;969;p13"/>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970" name="Google Shape;970;p13"/>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971" name="Google Shape;971;p13"/>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972" name="Google Shape;972;p13"/>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973" name="Google Shape;973;p13"/>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974" name="Google Shape;974;p13"/>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975" name="Google Shape;975;p13"/>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976" name="Google Shape;976;p13"/>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977" name="Google Shape;977;p13"/>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978" name="Google Shape;978;p13"/>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979" name="Google Shape;979;p13"/>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980" name="Google Shape;980;p13"/>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981" name="Google Shape;981;p13"/>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982" name="Google Shape;982;p13"/>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983" name="Google Shape;983;p13"/>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984" name="Google Shape;984;p13"/>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985" name="Google Shape;985;p13"/>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986" name="Google Shape;986;p13"/>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987" name="Google Shape;987;p13"/>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988" name="Google Shape;988;p13"/>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989" name="Google Shape;989;p13"/>
            <p:cNvGrpSpPr/>
            <p:nvPr/>
          </p:nvGrpSpPr>
          <p:grpSpPr>
            <a:xfrm rot="10800000">
              <a:off x="-229861" y="-321271"/>
              <a:ext cx="9830575" cy="5715375"/>
              <a:chOff x="-358925" y="-303650"/>
              <a:chExt cx="9830575" cy="5715375"/>
            </a:xfrm>
          </p:grpSpPr>
          <p:cxnSp>
            <p:nvCxnSpPr>
              <p:cNvPr id="990" name="Google Shape;990;p13"/>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991" name="Google Shape;991;p13"/>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992" name="Google Shape;992;p13"/>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993" name="Google Shape;993;p13"/>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994" name="Google Shape;994;p13"/>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995" name="Google Shape;995;p13"/>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996" name="Google Shape;996;p13"/>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997" name="Google Shape;997;p13"/>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998" name="Google Shape;998;p13"/>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999" name="Google Shape;999;p13"/>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000" name="Google Shape;1000;p13"/>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001" name="Google Shape;1001;p13"/>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002" name="Google Shape;1002;p13"/>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003" name="Google Shape;1003;p13"/>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004" name="Google Shape;1004;p13"/>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005" name="Google Shape;1005;p13"/>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006" name="Google Shape;1006;p13"/>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007" name="Google Shape;1007;p13"/>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008" name="Google Shape;1008;p13"/>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1009" name="Google Shape;1009;p13"/>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1010" name="Google Shape;1010;p13"/>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1011" name="Google Shape;1011;p13"/>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1012" name="Google Shape;1012;p13"/>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1013" name="Google Shape;1013;p13"/>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1014" name="Google Shape;1014;p13"/>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1015" name="Google Shape;1015;p13"/>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1016" name="Google Shape;1016;p13"/>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1017" name="Google Shape;1017;p13"/>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1018" name="Google Shape;1018;p13"/>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1019" name="Google Shape;1019;p13"/>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1020" name="Google Shape;1020;p13"/>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1021" name="Google Shape;1021;p13"/>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1022" name="Google Shape;1022;p13"/>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1023" name="Google Shape;1023;p13"/>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1024" name="Google Shape;1024;p13"/>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1025" name="Google Shape;1025;p13"/>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1026" name="Google Shape;1026;p13"/>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1027" name="Google Shape;1027;p13"/>
          <p:cNvSpPr txBox="1">
            <a:spLocks noGrp="1"/>
          </p:cNvSpPr>
          <p:nvPr>
            <p:ph type="ctrTitle"/>
          </p:nvPr>
        </p:nvSpPr>
        <p:spPr>
          <a:xfrm>
            <a:off x="3658660" y="1589224"/>
            <a:ext cx="2322900" cy="27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600"/>
              <a:buNone/>
              <a:defRPr sz="18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028" name="Google Shape;1028;p13"/>
          <p:cNvSpPr txBox="1">
            <a:spLocks noGrp="1"/>
          </p:cNvSpPr>
          <p:nvPr>
            <p:ph type="subTitle" idx="1"/>
          </p:nvPr>
        </p:nvSpPr>
        <p:spPr>
          <a:xfrm>
            <a:off x="3658661" y="1846527"/>
            <a:ext cx="2322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29" name="Google Shape;1029;p13"/>
          <p:cNvSpPr txBox="1">
            <a:spLocks noGrp="1"/>
          </p:cNvSpPr>
          <p:nvPr>
            <p:ph type="title" idx="2" hasCustomPrompt="1"/>
          </p:nvPr>
        </p:nvSpPr>
        <p:spPr>
          <a:xfrm>
            <a:off x="4269160" y="833125"/>
            <a:ext cx="11019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rgbClr val="000000"/>
              </a:buClr>
              <a:buSzPts val="6000"/>
              <a:buNone/>
              <a:defRPr sz="5000">
                <a:solidFill>
                  <a:srgbClr val="000000"/>
                </a:solidFill>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1030" name="Google Shape;1030;p13"/>
          <p:cNvSpPr txBox="1">
            <a:spLocks noGrp="1"/>
          </p:cNvSpPr>
          <p:nvPr>
            <p:ph type="ctrTitle" idx="3"/>
          </p:nvPr>
        </p:nvSpPr>
        <p:spPr>
          <a:xfrm>
            <a:off x="3658660" y="3722410"/>
            <a:ext cx="2322900" cy="269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600"/>
              <a:buNone/>
              <a:defRPr sz="18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031" name="Google Shape;1031;p13"/>
          <p:cNvSpPr txBox="1">
            <a:spLocks noGrp="1"/>
          </p:cNvSpPr>
          <p:nvPr>
            <p:ph type="subTitle" idx="4"/>
          </p:nvPr>
        </p:nvSpPr>
        <p:spPr>
          <a:xfrm>
            <a:off x="3658661" y="3992523"/>
            <a:ext cx="2322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2" name="Google Shape;1032;p13"/>
          <p:cNvSpPr txBox="1">
            <a:spLocks noGrp="1"/>
          </p:cNvSpPr>
          <p:nvPr>
            <p:ph type="title" idx="5" hasCustomPrompt="1"/>
          </p:nvPr>
        </p:nvSpPr>
        <p:spPr>
          <a:xfrm>
            <a:off x="4269160" y="2972134"/>
            <a:ext cx="11019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rgbClr val="000000"/>
              </a:buClr>
              <a:buSzPts val="6000"/>
              <a:buNone/>
              <a:defRPr sz="5000">
                <a:solidFill>
                  <a:srgbClr val="000000"/>
                </a:solidFill>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1033" name="Google Shape;1033;p13"/>
          <p:cNvSpPr txBox="1">
            <a:spLocks noGrp="1"/>
          </p:cNvSpPr>
          <p:nvPr>
            <p:ph type="ctrTitle" idx="6"/>
          </p:nvPr>
        </p:nvSpPr>
        <p:spPr>
          <a:xfrm>
            <a:off x="5974922" y="1589224"/>
            <a:ext cx="2322900" cy="27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600"/>
              <a:buNone/>
              <a:defRPr sz="18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034" name="Google Shape;1034;p13"/>
          <p:cNvSpPr txBox="1">
            <a:spLocks noGrp="1"/>
          </p:cNvSpPr>
          <p:nvPr>
            <p:ph type="subTitle" idx="7"/>
          </p:nvPr>
        </p:nvSpPr>
        <p:spPr>
          <a:xfrm>
            <a:off x="5974924" y="1846527"/>
            <a:ext cx="2322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5" name="Google Shape;1035;p13"/>
          <p:cNvSpPr txBox="1">
            <a:spLocks noGrp="1"/>
          </p:cNvSpPr>
          <p:nvPr>
            <p:ph type="title" idx="8" hasCustomPrompt="1"/>
          </p:nvPr>
        </p:nvSpPr>
        <p:spPr>
          <a:xfrm>
            <a:off x="6585422" y="833125"/>
            <a:ext cx="11019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rgbClr val="000000"/>
              </a:buClr>
              <a:buSzPts val="6000"/>
              <a:buNone/>
              <a:defRPr sz="5000">
                <a:solidFill>
                  <a:srgbClr val="000000"/>
                </a:solidFill>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1036" name="Google Shape;1036;p13"/>
          <p:cNvSpPr txBox="1">
            <a:spLocks noGrp="1"/>
          </p:cNvSpPr>
          <p:nvPr>
            <p:ph type="ctrTitle" idx="9"/>
          </p:nvPr>
        </p:nvSpPr>
        <p:spPr>
          <a:xfrm>
            <a:off x="5974922" y="3722410"/>
            <a:ext cx="2322900" cy="269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600"/>
              <a:buNone/>
              <a:defRPr sz="18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037" name="Google Shape;1037;p13"/>
          <p:cNvSpPr txBox="1">
            <a:spLocks noGrp="1"/>
          </p:cNvSpPr>
          <p:nvPr>
            <p:ph type="subTitle" idx="13"/>
          </p:nvPr>
        </p:nvSpPr>
        <p:spPr>
          <a:xfrm>
            <a:off x="5974924" y="3992523"/>
            <a:ext cx="2322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8" name="Google Shape;1038;p13"/>
          <p:cNvSpPr txBox="1">
            <a:spLocks noGrp="1"/>
          </p:cNvSpPr>
          <p:nvPr>
            <p:ph type="title" idx="14" hasCustomPrompt="1"/>
          </p:nvPr>
        </p:nvSpPr>
        <p:spPr>
          <a:xfrm>
            <a:off x="6585422" y="2972134"/>
            <a:ext cx="11019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rgbClr val="000000"/>
              </a:buClr>
              <a:buSzPts val="6000"/>
              <a:buNone/>
              <a:defRPr sz="5000">
                <a:solidFill>
                  <a:srgbClr val="000000"/>
                </a:solidFill>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1039" name="Google Shape;1039;p13"/>
          <p:cNvSpPr txBox="1">
            <a:spLocks noGrp="1"/>
          </p:cNvSpPr>
          <p:nvPr>
            <p:ph type="ctrTitle" idx="15"/>
          </p:nvPr>
        </p:nvSpPr>
        <p:spPr>
          <a:xfrm rot="-5400000">
            <a:off x="-1086025" y="2345625"/>
            <a:ext cx="4067100" cy="442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2400"/>
              <a:buNone/>
              <a:defRPr sz="3000">
                <a:solidFill>
                  <a:srgbClr val="000000"/>
                </a:solidFill>
              </a:defRPr>
            </a:lvl1pPr>
            <a:lvl2pPr lvl="1" algn="ctr" rtl="0">
              <a:spcBef>
                <a:spcPts val="0"/>
              </a:spcBef>
              <a:spcAft>
                <a:spcPts val="0"/>
              </a:spcAft>
              <a:buClr>
                <a:srgbClr val="000000"/>
              </a:buClr>
              <a:buSzPts val="1100"/>
              <a:buNone/>
              <a:defRPr sz="1100">
                <a:solidFill>
                  <a:srgbClr val="000000"/>
                </a:solidFill>
              </a:defRPr>
            </a:lvl2pPr>
            <a:lvl3pPr lvl="2" algn="ctr" rtl="0">
              <a:spcBef>
                <a:spcPts val="0"/>
              </a:spcBef>
              <a:spcAft>
                <a:spcPts val="0"/>
              </a:spcAft>
              <a:buClr>
                <a:srgbClr val="000000"/>
              </a:buClr>
              <a:buSzPts val="1100"/>
              <a:buNone/>
              <a:defRPr sz="1100">
                <a:solidFill>
                  <a:srgbClr val="000000"/>
                </a:solidFill>
              </a:defRPr>
            </a:lvl3pPr>
            <a:lvl4pPr lvl="3" algn="ctr" rtl="0">
              <a:spcBef>
                <a:spcPts val="0"/>
              </a:spcBef>
              <a:spcAft>
                <a:spcPts val="0"/>
              </a:spcAft>
              <a:buClr>
                <a:srgbClr val="000000"/>
              </a:buClr>
              <a:buSzPts val="1100"/>
              <a:buNone/>
              <a:defRPr sz="1100">
                <a:solidFill>
                  <a:srgbClr val="000000"/>
                </a:solidFill>
              </a:defRPr>
            </a:lvl4pPr>
            <a:lvl5pPr lvl="4" algn="ctr" rtl="0">
              <a:spcBef>
                <a:spcPts val="0"/>
              </a:spcBef>
              <a:spcAft>
                <a:spcPts val="0"/>
              </a:spcAft>
              <a:buClr>
                <a:srgbClr val="000000"/>
              </a:buClr>
              <a:buSzPts val="1100"/>
              <a:buNone/>
              <a:defRPr sz="1100">
                <a:solidFill>
                  <a:srgbClr val="000000"/>
                </a:solidFill>
              </a:defRPr>
            </a:lvl5pPr>
            <a:lvl6pPr lvl="5" algn="ctr" rtl="0">
              <a:spcBef>
                <a:spcPts val="0"/>
              </a:spcBef>
              <a:spcAft>
                <a:spcPts val="0"/>
              </a:spcAft>
              <a:buClr>
                <a:srgbClr val="000000"/>
              </a:buClr>
              <a:buSzPts val="1100"/>
              <a:buNone/>
              <a:defRPr sz="1100">
                <a:solidFill>
                  <a:srgbClr val="000000"/>
                </a:solidFill>
              </a:defRPr>
            </a:lvl6pPr>
            <a:lvl7pPr lvl="6" algn="ctr" rtl="0">
              <a:spcBef>
                <a:spcPts val="0"/>
              </a:spcBef>
              <a:spcAft>
                <a:spcPts val="0"/>
              </a:spcAft>
              <a:buClr>
                <a:srgbClr val="000000"/>
              </a:buClr>
              <a:buSzPts val="1100"/>
              <a:buNone/>
              <a:defRPr sz="1100">
                <a:solidFill>
                  <a:srgbClr val="000000"/>
                </a:solidFill>
              </a:defRPr>
            </a:lvl7pPr>
            <a:lvl8pPr lvl="7" algn="ctr" rtl="0">
              <a:spcBef>
                <a:spcPts val="0"/>
              </a:spcBef>
              <a:spcAft>
                <a:spcPts val="0"/>
              </a:spcAft>
              <a:buClr>
                <a:srgbClr val="000000"/>
              </a:buClr>
              <a:buSzPts val="1100"/>
              <a:buNone/>
              <a:defRPr sz="1100">
                <a:solidFill>
                  <a:srgbClr val="000000"/>
                </a:solidFill>
              </a:defRPr>
            </a:lvl8pPr>
            <a:lvl9pPr lvl="8" algn="ctr" rtl="0">
              <a:spcBef>
                <a:spcPts val="0"/>
              </a:spcBef>
              <a:spcAft>
                <a:spcPts val="0"/>
              </a:spcAft>
              <a:buClr>
                <a:srgbClr val="000000"/>
              </a:buClr>
              <a:buSzPts val="1100"/>
              <a:buNone/>
              <a:defRPr sz="1100">
                <a:solidFill>
                  <a:srgbClr val="000000"/>
                </a:solidFill>
              </a:defRPr>
            </a:lvl9pPr>
          </a:lstStyle>
          <a:p>
            <a:endParaRPr/>
          </a:p>
        </p:txBody>
      </p:sp>
      <p:sp>
        <p:nvSpPr>
          <p:cNvPr id="1040" name="Google Shape;1040;p13"/>
          <p:cNvSpPr txBox="1">
            <a:spLocks noGrp="1"/>
          </p:cNvSpPr>
          <p:nvPr>
            <p:ph type="ctrTitle" idx="16"/>
          </p:nvPr>
        </p:nvSpPr>
        <p:spPr>
          <a:xfrm>
            <a:off x="1329575" y="1589233"/>
            <a:ext cx="2322900" cy="27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600"/>
              <a:buNone/>
              <a:defRPr sz="18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041" name="Google Shape;1041;p13"/>
          <p:cNvSpPr txBox="1">
            <a:spLocks noGrp="1"/>
          </p:cNvSpPr>
          <p:nvPr>
            <p:ph type="subTitle" idx="17"/>
          </p:nvPr>
        </p:nvSpPr>
        <p:spPr>
          <a:xfrm>
            <a:off x="1329575" y="1846527"/>
            <a:ext cx="2322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2" name="Google Shape;1042;p13"/>
          <p:cNvSpPr txBox="1">
            <a:spLocks noGrp="1"/>
          </p:cNvSpPr>
          <p:nvPr>
            <p:ph type="title" idx="18" hasCustomPrompt="1"/>
          </p:nvPr>
        </p:nvSpPr>
        <p:spPr>
          <a:xfrm>
            <a:off x="1940075" y="833125"/>
            <a:ext cx="11019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rgbClr val="000000"/>
              </a:buClr>
              <a:buSzPts val="6000"/>
              <a:buNone/>
              <a:defRPr sz="5000">
                <a:solidFill>
                  <a:srgbClr val="000000"/>
                </a:solidFill>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1043" name="Google Shape;1043;p13"/>
          <p:cNvSpPr txBox="1">
            <a:spLocks noGrp="1"/>
          </p:cNvSpPr>
          <p:nvPr>
            <p:ph type="ctrTitle" idx="19"/>
          </p:nvPr>
        </p:nvSpPr>
        <p:spPr>
          <a:xfrm>
            <a:off x="1329575" y="3722410"/>
            <a:ext cx="2322900" cy="269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000000"/>
              </a:buClr>
              <a:buSzPts val="1600"/>
              <a:buNone/>
              <a:defRPr sz="18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044" name="Google Shape;1044;p13"/>
          <p:cNvSpPr txBox="1">
            <a:spLocks noGrp="1"/>
          </p:cNvSpPr>
          <p:nvPr>
            <p:ph type="subTitle" idx="20"/>
          </p:nvPr>
        </p:nvSpPr>
        <p:spPr>
          <a:xfrm>
            <a:off x="1329575" y="3992523"/>
            <a:ext cx="2322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5" name="Google Shape;1045;p13"/>
          <p:cNvSpPr txBox="1">
            <a:spLocks noGrp="1"/>
          </p:cNvSpPr>
          <p:nvPr>
            <p:ph type="title" idx="21" hasCustomPrompt="1"/>
          </p:nvPr>
        </p:nvSpPr>
        <p:spPr>
          <a:xfrm>
            <a:off x="1940075" y="2972134"/>
            <a:ext cx="11019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rgbClr val="000000"/>
              </a:buClr>
              <a:buSzPts val="6000"/>
              <a:buNone/>
              <a:defRPr sz="5000">
                <a:solidFill>
                  <a:srgbClr val="000000"/>
                </a:solidFill>
              </a:defRPr>
            </a:lvl1pPr>
            <a:lvl2pPr lvl="1"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000000"/>
              </a:buClr>
              <a:buSzPts val="6000"/>
              <a:buFont typeface="Fira Sans Extra Condensed Medium"/>
              <a:buNone/>
              <a:defRPr sz="60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grpSp>
        <p:nvGrpSpPr>
          <p:cNvPr id="1046" name="Google Shape;1046;p13"/>
          <p:cNvGrpSpPr/>
          <p:nvPr/>
        </p:nvGrpSpPr>
        <p:grpSpPr>
          <a:xfrm>
            <a:off x="8158897" y="1101339"/>
            <a:ext cx="3863499" cy="3798516"/>
            <a:chOff x="3133537" y="-308699"/>
            <a:chExt cx="6010422" cy="5452155"/>
          </a:xfrm>
        </p:grpSpPr>
        <p:sp>
          <p:nvSpPr>
            <p:cNvPr id="1047" name="Google Shape;1047;p13"/>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3"/>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9" name="Google Shape;1049;p13"/>
          <p:cNvGrpSpPr/>
          <p:nvPr/>
        </p:nvGrpSpPr>
        <p:grpSpPr>
          <a:xfrm flipH="1">
            <a:off x="-2735682" y="-2543415"/>
            <a:ext cx="4017967" cy="3644766"/>
            <a:chOff x="3166062" y="1034326"/>
            <a:chExt cx="6010422" cy="5452155"/>
          </a:xfrm>
        </p:grpSpPr>
        <p:sp>
          <p:nvSpPr>
            <p:cNvPr id="1050" name="Google Shape;1050;p13"/>
            <p:cNvSpPr/>
            <p:nvPr/>
          </p:nvSpPr>
          <p:spPr>
            <a:xfrm>
              <a:off x="3234090" y="1157235"/>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3"/>
            <p:cNvSpPr/>
            <p:nvPr/>
          </p:nvSpPr>
          <p:spPr>
            <a:xfrm>
              <a:off x="3166062" y="1034326"/>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2" name="Google Shape;1052;p13"/>
          <p:cNvGrpSpPr/>
          <p:nvPr/>
        </p:nvGrpSpPr>
        <p:grpSpPr>
          <a:xfrm>
            <a:off x="8356066" y="1991161"/>
            <a:ext cx="593164" cy="1161172"/>
            <a:chOff x="4921825" y="870250"/>
            <a:chExt cx="407925" cy="798550"/>
          </a:xfrm>
        </p:grpSpPr>
        <p:sp>
          <p:nvSpPr>
            <p:cNvPr id="1053" name="Google Shape;1053;p13"/>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3"/>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3"/>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3"/>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3"/>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3"/>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3"/>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3"/>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3"/>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3"/>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3"/>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3"/>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3"/>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3"/>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3"/>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3"/>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3"/>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3"/>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3"/>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3"/>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3"/>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3"/>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3"/>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3"/>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3"/>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3"/>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3"/>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66"/>
        <p:cNvGrpSpPr/>
        <p:nvPr/>
      </p:nvGrpSpPr>
      <p:grpSpPr>
        <a:xfrm>
          <a:off x="0" y="0"/>
          <a:ext cx="0" cy="0"/>
          <a:chOff x="0" y="0"/>
          <a:chExt cx="0" cy="0"/>
        </a:xfrm>
      </p:grpSpPr>
      <p:grpSp>
        <p:nvGrpSpPr>
          <p:cNvPr id="1167" name="Google Shape;1167;p15"/>
          <p:cNvGrpSpPr/>
          <p:nvPr/>
        </p:nvGrpSpPr>
        <p:grpSpPr>
          <a:xfrm>
            <a:off x="-458461" y="-321271"/>
            <a:ext cx="10059175" cy="5791575"/>
            <a:chOff x="-458461" y="-321271"/>
            <a:chExt cx="10059175" cy="5791575"/>
          </a:xfrm>
        </p:grpSpPr>
        <p:grpSp>
          <p:nvGrpSpPr>
            <p:cNvPr id="1168" name="Google Shape;1168;p15"/>
            <p:cNvGrpSpPr/>
            <p:nvPr/>
          </p:nvGrpSpPr>
          <p:grpSpPr>
            <a:xfrm flipH="1">
              <a:off x="-458461" y="-245071"/>
              <a:ext cx="9830575" cy="5715375"/>
              <a:chOff x="-358925" y="-303650"/>
              <a:chExt cx="9830575" cy="5715375"/>
            </a:xfrm>
          </p:grpSpPr>
          <p:cxnSp>
            <p:nvCxnSpPr>
              <p:cNvPr id="1169" name="Google Shape;1169;p15"/>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1170" name="Google Shape;1170;p15"/>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1171" name="Google Shape;1171;p15"/>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1172" name="Google Shape;1172;p15"/>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1173" name="Google Shape;1173;p15"/>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1174" name="Google Shape;1174;p15"/>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175" name="Google Shape;1175;p15"/>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176" name="Google Shape;1176;p15"/>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177" name="Google Shape;1177;p15"/>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1178" name="Google Shape;1178;p15"/>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179" name="Google Shape;1179;p15"/>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180" name="Google Shape;1180;p15"/>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181" name="Google Shape;1181;p15"/>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182" name="Google Shape;1182;p15"/>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183" name="Google Shape;1183;p15"/>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184" name="Google Shape;1184;p15"/>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185" name="Google Shape;1185;p15"/>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186" name="Google Shape;1186;p15"/>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187" name="Google Shape;1187;p15"/>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1188" name="Google Shape;1188;p15"/>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1189" name="Google Shape;1189;p15"/>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1190" name="Google Shape;1190;p15"/>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1191" name="Google Shape;1191;p15"/>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1192" name="Google Shape;1192;p15"/>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1193" name="Google Shape;1193;p15"/>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1194" name="Google Shape;1194;p15"/>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1195" name="Google Shape;1195;p15"/>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1196" name="Google Shape;1196;p15"/>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1197" name="Google Shape;1197;p15"/>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1198" name="Google Shape;1198;p15"/>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1199" name="Google Shape;1199;p15"/>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1200" name="Google Shape;1200;p15"/>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1201" name="Google Shape;1201;p15"/>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1202" name="Google Shape;1202;p15"/>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1203" name="Google Shape;1203;p15"/>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1204" name="Google Shape;1204;p15"/>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1205" name="Google Shape;1205;p15"/>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1206" name="Google Shape;1206;p15"/>
            <p:cNvGrpSpPr/>
            <p:nvPr/>
          </p:nvGrpSpPr>
          <p:grpSpPr>
            <a:xfrm rot="10800000">
              <a:off x="-229861" y="-321271"/>
              <a:ext cx="9830575" cy="5715375"/>
              <a:chOff x="-358925" y="-303650"/>
              <a:chExt cx="9830575" cy="5715375"/>
            </a:xfrm>
          </p:grpSpPr>
          <p:cxnSp>
            <p:nvCxnSpPr>
              <p:cNvPr id="1207" name="Google Shape;1207;p15"/>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1208" name="Google Shape;1208;p15"/>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1209" name="Google Shape;1209;p15"/>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1210" name="Google Shape;1210;p15"/>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1211" name="Google Shape;1211;p15"/>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1212" name="Google Shape;1212;p15"/>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213" name="Google Shape;1213;p15"/>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214" name="Google Shape;1214;p15"/>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215" name="Google Shape;1215;p15"/>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1216" name="Google Shape;1216;p15"/>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217" name="Google Shape;1217;p15"/>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218" name="Google Shape;1218;p15"/>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219" name="Google Shape;1219;p15"/>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220" name="Google Shape;1220;p15"/>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221" name="Google Shape;1221;p15"/>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222" name="Google Shape;1222;p15"/>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223" name="Google Shape;1223;p15"/>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224" name="Google Shape;1224;p15"/>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225" name="Google Shape;1225;p15"/>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1226" name="Google Shape;1226;p15"/>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1227" name="Google Shape;1227;p15"/>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1228" name="Google Shape;1228;p15"/>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1229" name="Google Shape;1229;p15"/>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1230" name="Google Shape;1230;p15"/>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1231" name="Google Shape;1231;p15"/>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1232" name="Google Shape;1232;p15"/>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1233" name="Google Shape;1233;p15"/>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1234" name="Google Shape;1234;p15"/>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1235" name="Google Shape;1235;p15"/>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1236" name="Google Shape;1236;p15"/>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1237" name="Google Shape;1237;p15"/>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1238" name="Google Shape;1238;p15"/>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1239" name="Google Shape;1239;p15"/>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1240" name="Google Shape;1240;p15"/>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1241" name="Google Shape;1241;p15"/>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1242" name="Google Shape;1242;p15"/>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1243" name="Google Shape;1243;p15"/>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1244" name="Google Shape;1244;p15"/>
          <p:cNvSpPr txBox="1">
            <a:spLocks noGrp="1"/>
          </p:cNvSpPr>
          <p:nvPr>
            <p:ph type="ctrTitle"/>
          </p:nvPr>
        </p:nvSpPr>
        <p:spPr>
          <a:xfrm>
            <a:off x="713225" y="1735900"/>
            <a:ext cx="3858900" cy="628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2800"/>
              <a:buNone/>
              <a:defRPr sz="3000">
                <a:solidFill>
                  <a:srgbClr val="212121"/>
                </a:solidFill>
              </a:defRPr>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1245" name="Google Shape;1245;p15"/>
          <p:cNvSpPr txBox="1">
            <a:spLocks noGrp="1"/>
          </p:cNvSpPr>
          <p:nvPr>
            <p:ph type="subTitle" idx="1"/>
          </p:nvPr>
        </p:nvSpPr>
        <p:spPr>
          <a:xfrm>
            <a:off x="713225" y="2364200"/>
            <a:ext cx="3858900" cy="104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Clr>
                <a:srgbClr val="000000"/>
              </a:buClr>
              <a:buSzPts val="1400"/>
              <a:buNone/>
              <a:defRPr>
                <a:solidFill>
                  <a:srgbClr val="000000"/>
                </a:solidFill>
              </a:defRPr>
            </a:lvl2pPr>
            <a:lvl3pPr lvl="2" rtl="0">
              <a:lnSpc>
                <a:spcPct val="100000"/>
              </a:lnSpc>
              <a:spcBef>
                <a:spcPts val="0"/>
              </a:spcBef>
              <a:spcAft>
                <a:spcPts val="0"/>
              </a:spcAft>
              <a:buClr>
                <a:srgbClr val="000000"/>
              </a:buClr>
              <a:buSzPts val="1400"/>
              <a:buNone/>
              <a:defRPr>
                <a:solidFill>
                  <a:srgbClr val="000000"/>
                </a:solidFill>
              </a:defRPr>
            </a:lvl3pPr>
            <a:lvl4pPr lvl="3" rtl="0">
              <a:lnSpc>
                <a:spcPct val="100000"/>
              </a:lnSpc>
              <a:spcBef>
                <a:spcPts val="0"/>
              </a:spcBef>
              <a:spcAft>
                <a:spcPts val="0"/>
              </a:spcAft>
              <a:buClr>
                <a:srgbClr val="000000"/>
              </a:buClr>
              <a:buSzPts val="1400"/>
              <a:buNone/>
              <a:defRPr>
                <a:solidFill>
                  <a:srgbClr val="000000"/>
                </a:solidFill>
              </a:defRPr>
            </a:lvl4pPr>
            <a:lvl5pPr lvl="4" rtl="0">
              <a:lnSpc>
                <a:spcPct val="100000"/>
              </a:lnSpc>
              <a:spcBef>
                <a:spcPts val="0"/>
              </a:spcBef>
              <a:spcAft>
                <a:spcPts val="0"/>
              </a:spcAft>
              <a:buClr>
                <a:srgbClr val="000000"/>
              </a:buClr>
              <a:buSzPts val="1400"/>
              <a:buNone/>
              <a:defRPr>
                <a:solidFill>
                  <a:srgbClr val="000000"/>
                </a:solidFill>
              </a:defRPr>
            </a:lvl5pPr>
            <a:lvl6pPr lvl="5" rtl="0">
              <a:lnSpc>
                <a:spcPct val="100000"/>
              </a:lnSpc>
              <a:spcBef>
                <a:spcPts val="0"/>
              </a:spcBef>
              <a:spcAft>
                <a:spcPts val="0"/>
              </a:spcAft>
              <a:buClr>
                <a:srgbClr val="000000"/>
              </a:buClr>
              <a:buSzPts val="1400"/>
              <a:buNone/>
              <a:defRPr>
                <a:solidFill>
                  <a:srgbClr val="000000"/>
                </a:solidFill>
              </a:defRPr>
            </a:lvl6pPr>
            <a:lvl7pPr lvl="6" rtl="0">
              <a:lnSpc>
                <a:spcPct val="100000"/>
              </a:lnSpc>
              <a:spcBef>
                <a:spcPts val="0"/>
              </a:spcBef>
              <a:spcAft>
                <a:spcPts val="0"/>
              </a:spcAft>
              <a:buClr>
                <a:srgbClr val="000000"/>
              </a:buClr>
              <a:buSzPts val="1400"/>
              <a:buNone/>
              <a:defRPr>
                <a:solidFill>
                  <a:srgbClr val="000000"/>
                </a:solidFill>
              </a:defRPr>
            </a:lvl7pPr>
            <a:lvl8pPr lvl="7" rtl="0">
              <a:lnSpc>
                <a:spcPct val="100000"/>
              </a:lnSpc>
              <a:spcBef>
                <a:spcPts val="0"/>
              </a:spcBef>
              <a:spcAft>
                <a:spcPts val="0"/>
              </a:spcAft>
              <a:buClr>
                <a:srgbClr val="000000"/>
              </a:buClr>
              <a:buSzPts val="1400"/>
              <a:buNone/>
              <a:defRPr>
                <a:solidFill>
                  <a:srgbClr val="000000"/>
                </a:solidFill>
              </a:defRPr>
            </a:lvl8pPr>
            <a:lvl9pPr lvl="8" rtl="0">
              <a:lnSpc>
                <a:spcPct val="100000"/>
              </a:lnSpc>
              <a:spcBef>
                <a:spcPts val="0"/>
              </a:spcBef>
              <a:spcAft>
                <a:spcPts val="0"/>
              </a:spcAft>
              <a:buClr>
                <a:srgbClr val="000000"/>
              </a:buClr>
              <a:buSzPts val="1400"/>
              <a:buNone/>
              <a:defRPr>
                <a:solidFill>
                  <a:srgbClr val="000000"/>
                </a:solidFill>
              </a:defRPr>
            </a:lvl9pPr>
          </a:lstStyle>
          <a:p>
            <a:endParaRPr/>
          </a:p>
        </p:txBody>
      </p:sp>
      <p:grpSp>
        <p:nvGrpSpPr>
          <p:cNvPr id="1246" name="Google Shape;1246;p15"/>
          <p:cNvGrpSpPr/>
          <p:nvPr/>
        </p:nvGrpSpPr>
        <p:grpSpPr>
          <a:xfrm>
            <a:off x="4091299" y="804357"/>
            <a:ext cx="5111263" cy="4704119"/>
            <a:chOff x="3133537" y="-308699"/>
            <a:chExt cx="6010422" cy="5452155"/>
          </a:xfrm>
        </p:grpSpPr>
        <p:sp>
          <p:nvSpPr>
            <p:cNvPr id="1247" name="Google Shape;1247;p15"/>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5"/>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9" name="Google Shape;1249;p15"/>
          <p:cNvSpPr/>
          <p:nvPr/>
        </p:nvSpPr>
        <p:spPr>
          <a:xfrm flipH="1">
            <a:off x="-262" y="4291845"/>
            <a:ext cx="1497839" cy="851712"/>
          </a:xfrm>
          <a:custGeom>
            <a:avLst/>
            <a:gdLst/>
            <a:ahLst/>
            <a:cxnLst/>
            <a:rect l="l" t="t" r="r" b="b"/>
            <a:pathLst>
              <a:path w="116586" h="66294" extrusionOk="0">
                <a:moveTo>
                  <a:pt x="116586" y="0"/>
                </a:moveTo>
                <a:lnTo>
                  <a:pt x="0" y="66294"/>
                </a:lnTo>
                <a:lnTo>
                  <a:pt x="116586" y="66294"/>
                </a:lnTo>
                <a:close/>
              </a:path>
            </a:pathLst>
          </a:custGeom>
          <a:solidFill>
            <a:schemeClr val="accent4"/>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900"/>
        <p:cNvGrpSpPr/>
        <p:nvPr/>
      </p:nvGrpSpPr>
      <p:grpSpPr>
        <a:xfrm>
          <a:off x="0" y="0"/>
          <a:ext cx="0" cy="0"/>
          <a:chOff x="0" y="0"/>
          <a:chExt cx="0" cy="0"/>
        </a:xfrm>
      </p:grpSpPr>
      <p:grpSp>
        <p:nvGrpSpPr>
          <p:cNvPr id="1901" name="Google Shape;1901;p22"/>
          <p:cNvGrpSpPr/>
          <p:nvPr/>
        </p:nvGrpSpPr>
        <p:grpSpPr>
          <a:xfrm>
            <a:off x="-458461" y="-321271"/>
            <a:ext cx="10059175" cy="5791575"/>
            <a:chOff x="-458461" y="-321271"/>
            <a:chExt cx="10059175" cy="5791575"/>
          </a:xfrm>
        </p:grpSpPr>
        <p:grpSp>
          <p:nvGrpSpPr>
            <p:cNvPr id="1902" name="Google Shape;1902;p22"/>
            <p:cNvGrpSpPr/>
            <p:nvPr/>
          </p:nvGrpSpPr>
          <p:grpSpPr>
            <a:xfrm flipH="1">
              <a:off x="-458461" y="-245071"/>
              <a:ext cx="9830575" cy="5715375"/>
              <a:chOff x="-358925" y="-303650"/>
              <a:chExt cx="9830575" cy="5715375"/>
            </a:xfrm>
          </p:grpSpPr>
          <p:cxnSp>
            <p:nvCxnSpPr>
              <p:cNvPr id="1903" name="Google Shape;1903;p22"/>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1904" name="Google Shape;1904;p22"/>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1905" name="Google Shape;1905;p22"/>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1906" name="Google Shape;1906;p22"/>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1907" name="Google Shape;1907;p22"/>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1908" name="Google Shape;1908;p22"/>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909" name="Google Shape;1909;p22"/>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910" name="Google Shape;1910;p22"/>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911" name="Google Shape;1911;p22"/>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1912" name="Google Shape;1912;p22"/>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913" name="Google Shape;1913;p22"/>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914" name="Google Shape;1914;p22"/>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915" name="Google Shape;1915;p22"/>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916" name="Google Shape;1916;p22"/>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917" name="Google Shape;1917;p22"/>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918" name="Google Shape;1918;p22"/>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919" name="Google Shape;1919;p22"/>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920" name="Google Shape;1920;p22"/>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921" name="Google Shape;1921;p22"/>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1922" name="Google Shape;1922;p22"/>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1923" name="Google Shape;1923;p22"/>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1924" name="Google Shape;1924;p22"/>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1925" name="Google Shape;1925;p22"/>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1926" name="Google Shape;1926;p22"/>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1927" name="Google Shape;1927;p22"/>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1928" name="Google Shape;1928;p22"/>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1929" name="Google Shape;1929;p22"/>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1930" name="Google Shape;1930;p22"/>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1931" name="Google Shape;1931;p22"/>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1932" name="Google Shape;1932;p22"/>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1933" name="Google Shape;1933;p22"/>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1934" name="Google Shape;1934;p22"/>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1935" name="Google Shape;1935;p22"/>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1936" name="Google Shape;1936;p22"/>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1937" name="Google Shape;1937;p22"/>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1938" name="Google Shape;1938;p22"/>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1939" name="Google Shape;1939;p22"/>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1940" name="Google Shape;1940;p22"/>
            <p:cNvGrpSpPr/>
            <p:nvPr/>
          </p:nvGrpSpPr>
          <p:grpSpPr>
            <a:xfrm rot="10800000">
              <a:off x="-229861" y="-321271"/>
              <a:ext cx="9830575" cy="5715375"/>
              <a:chOff x="-358925" y="-303650"/>
              <a:chExt cx="9830575" cy="5715375"/>
            </a:xfrm>
          </p:grpSpPr>
          <p:cxnSp>
            <p:nvCxnSpPr>
              <p:cNvPr id="1941" name="Google Shape;1941;p22"/>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1942" name="Google Shape;1942;p22"/>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1943" name="Google Shape;1943;p22"/>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1944" name="Google Shape;1944;p22"/>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1945" name="Google Shape;1945;p22"/>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1946" name="Google Shape;1946;p22"/>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1947" name="Google Shape;1947;p22"/>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1948" name="Google Shape;1948;p22"/>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1949" name="Google Shape;1949;p22"/>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1950" name="Google Shape;1950;p22"/>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1951" name="Google Shape;1951;p22"/>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1952" name="Google Shape;1952;p22"/>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1953" name="Google Shape;1953;p22"/>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1954" name="Google Shape;1954;p22"/>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1955" name="Google Shape;1955;p22"/>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1956" name="Google Shape;1956;p22"/>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1957" name="Google Shape;1957;p22"/>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1958" name="Google Shape;1958;p22"/>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1959" name="Google Shape;1959;p22"/>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1960" name="Google Shape;1960;p22"/>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1961" name="Google Shape;1961;p22"/>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1962" name="Google Shape;1962;p22"/>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1963" name="Google Shape;1963;p22"/>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1964" name="Google Shape;1964;p22"/>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1965" name="Google Shape;1965;p22"/>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1966" name="Google Shape;1966;p22"/>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1967" name="Google Shape;1967;p22"/>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1968" name="Google Shape;1968;p22"/>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1969" name="Google Shape;1969;p22"/>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1970" name="Google Shape;1970;p22"/>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1971" name="Google Shape;1971;p22"/>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1972" name="Google Shape;1972;p22"/>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1973" name="Google Shape;1973;p22"/>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1974" name="Google Shape;1974;p22"/>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1975" name="Google Shape;1975;p22"/>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1976" name="Google Shape;1976;p22"/>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1977" name="Google Shape;1977;p22"/>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978" name="Google Shape;1978;p22"/>
          <p:cNvGrpSpPr/>
          <p:nvPr/>
        </p:nvGrpSpPr>
        <p:grpSpPr>
          <a:xfrm flipH="1">
            <a:off x="-2299857" y="-2697840"/>
            <a:ext cx="4017967" cy="3644766"/>
            <a:chOff x="3166062" y="1034326"/>
            <a:chExt cx="6010422" cy="5452155"/>
          </a:xfrm>
        </p:grpSpPr>
        <p:sp>
          <p:nvSpPr>
            <p:cNvPr id="1979" name="Google Shape;1979;p22"/>
            <p:cNvSpPr/>
            <p:nvPr/>
          </p:nvSpPr>
          <p:spPr>
            <a:xfrm>
              <a:off x="3234090" y="1157235"/>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22"/>
            <p:cNvSpPr/>
            <p:nvPr/>
          </p:nvSpPr>
          <p:spPr>
            <a:xfrm>
              <a:off x="3166062" y="1034326"/>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1" name="Google Shape;1981;p22"/>
          <p:cNvGrpSpPr/>
          <p:nvPr/>
        </p:nvGrpSpPr>
        <p:grpSpPr>
          <a:xfrm>
            <a:off x="7540747" y="-598211"/>
            <a:ext cx="3863499" cy="3798516"/>
            <a:chOff x="3133537" y="-308699"/>
            <a:chExt cx="6010422" cy="5452155"/>
          </a:xfrm>
        </p:grpSpPr>
        <p:sp>
          <p:nvSpPr>
            <p:cNvPr id="1982" name="Google Shape;1982;p22"/>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22"/>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4" name="Google Shape;1984;p22"/>
          <p:cNvGrpSpPr/>
          <p:nvPr/>
        </p:nvGrpSpPr>
        <p:grpSpPr>
          <a:xfrm>
            <a:off x="7540741" y="371486"/>
            <a:ext cx="593164" cy="1161172"/>
            <a:chOff x="4921825" y="870250"/>
            <a:chExt cx="407925" cy="798550"/>
          </a:xfrm>
        </p:grpSpPr>
        <p:sp>
          <p:nvSpPr>
            <p:cNvPr id="1985" name="Google Shape;1985;p22"/>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2"/>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22"/>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22"/>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22"/>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22"/>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2"/>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2"/>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2"/>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22"/>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22"/>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2"/>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2"/>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2"/>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22"/>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22"/>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22"/>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2"/>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2"/>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2"/>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22"/>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22"/>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22"/>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22"/>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2"/>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22"/>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22"/>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22"/>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22"/>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22"/>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1">
  <p:cSld name="BLANK_1_1_1_1_1_1_1_1_1">
    <p:spTree>
      <p:nvGrpSpPr>
        <p:cNvPr id="1" name="Shape 2015"/>
        <p:cNvGrpSpPr/>
        <p:nvPr/>
      </p:nvGrpSpPr>
      <p:grpSpPr>
        <a:xfrm>
          <a:off x="0" y="0"/>
          <a:ext cx="0" cy="0"/>
          <a:chOff x="0" y="0"/>
          <a:chExt cx="0" cy="0"/>
        </a:xfrm>
      </p:grpSpPr>
      <p:grpSp>
        <p:nvGrpSpPr>
          <p:cNvPr id="2016" name="Google Shape;2016;p23"/>
          <p:cNvGrpSpPr/>
          <p:nvPr/>
        </p:nvGrpSpPr>
        <p:grpSpPr>
          <a:xfrm>
            <a:off x="-458461" y="-321271"/>
            <a:ext cx="10059175" cy="5791575"/>
            <a:chOff x="-458461" y="-321271"/>
            <a:chExt cx="10059175" cy="5791575"/>
          </a:xfrm>
        </p:grpSpPr>
        <p:grpSp>
          <p:nvGrpSpPr>
            <p:cNvPr id="2017" name="Google Shape;2017;p23"/>
            <p:cNvGrpSpPr/>
            <p:nvPr/>
          </p:nvGrpSpPr>
          <p:grpSpPr>
            <a:xfrm flipH="1">
              <a:off x="-458461" y="-245071"/>
              <a:ext cx="9830575" cy="5715375"/>
              <a:chOff x="-358925" y="-303650"/>
              <a:chExt cx="9830575" cy="5715375"/>
            </a:xfrm>
          </p:grpSpPr>
          <p:cxnSp>
            <p:nvCxnSpPr>
              <p:cNvPr id="2018" name="Google Shape;2018;p23"/>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2019" name="Google Shape;2019;p23"/>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2020" name="Google Shape;2020;p23"/>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2021" name="Google Shape;2021;p23"/>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2022" name="Google Shape;2022;p23"/>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2023" name="Google Shape;2023;p23"/>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2024" name="Google Shape;2024;p23"/>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2025" name="Google Shape;2025;p23"/>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2026" name="Google Shape;2026;p23"/>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2027" name="Google Shape;2027;p23"/>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2028" name="Google Shape;2028;p23"/>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2029" name="Google Shape;2029;p23"/>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2030" name="Google Shape;2030;p23"/>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2031" name="Google Shape;2031;p23"/>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2032" name="Google Shape;2032;p23"/>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2033" name="Google Shape;2033;p23"/>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2034" name="Google Shape;2034;p23"/>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2035" name="Google Shape;2035;p23"/>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2036" name="Google Shape;2036;p23"/>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2037" name="Google Shape;2037;p23"/>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2038" name="Google Shape;2038;p23"/>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2039" name="Google Shape;2039;p23"/>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2040" name="Google Shape;2040;p23"/>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2041" name="Google Shape;2041;p23"/>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2042" name="Google Shape;2042;p23"/>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2043" name="Google Shape;2043;p23"/>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2044" name="Google Shape;2044;p23"/>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2045" name="Google Shape;2045;p23"/>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2046" name="Google Shape;2046;p23"/>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2047" name="Google Shape;2047;p23"/>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2048" name="Google Shape;2048;p23"/>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2049" name="Google Shape;2049;p23"/>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2050" name="Google Shape;2050;p23"/>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2051" name="Google Shape;2051;p23"/>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2052" name="Google Shape;2052;p23"/>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2053" name="Google Shape;2053;p23"/>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2054" name="Google Shape;2054;p23"/>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nvGrpSpPr>
            <p:cNvPr id="2055" name="Google Shape;2055;p23"/>
            <p:cNvGrpSpPr/>
            <p:nvPr/>
          </p:nvGrpSpPr>
          <p:grpSpPr>
            <a:xfrm rot="10800000">
              <a:off x="-229861" y="-321271"/>
              <a:ext cx="9830575" cy="5715375"/>
              <a:chOff x="-358925" y="-303650"/>
              <a:chExt cx="9830575" cy="5715375"/>
            </a:xfrm>
          </p:grpSpPr>
          <p:cxnSp>
            <p:nvCxnSpPr>
              <p:cNvPr id="2056" name="Google Shape;2056;p23"/>
              <p:cNvCxnSpPr/>
              <p:nvPr/>
            </p:nvCxnSpPr>
            <p:spPr>
              <a:xfrm rot="10800000" flipH="1">
                <a:off x="-282200" y="-303650"/>
                <a:ext cx="1052400" cy="607500"/>
              </a:xfrm>
              <a:prstGeom prst="straightConnector1">
                <a:avLst/>
              </a:prstGeom>
              <a:noFill/>
              <a:ln w="9525" cap="flat" cmpd="sng">
                <a:solidFill>
                  <a:schemeClr val="accent1"/>
                </a:solidFill>
                <a:prstDash val="solid"/>
                <a:round/>
                <a:headEnd type="none" w="med" len="med"/>
                <a:tailEnd type="none" w="med" len="med"/>
              </a:ln>
            </p:spPr>
          </p:cxnSp>
          <p:cxnSp>
            <p:nvCxnSpPr>
              <p:cNvPr id="2057" name="Google Shape;2057;p23"/>
              <p:cNvCxnSpPr/>
              <p:nvPr/>
            </p:nvCxnSpPr>
            <p:spPr>
              <a:xfrm rot="10800000" flipH="1">
                <a:off x="-281950" y="-236675"/>
                <a:ext cx="1425600" cy="822900"/>
              </a:xfrm>
              <a:prstGeom prst="straightConnector1">
                <a:avLst/>
              </a:prstGeom>
              <a:noFill/>
              <a:ln w="9525" cap="flat" cmpd="sng">
                <a:solidFill>
                  <a:schemeClr val="accent1"/>
                </a:solidFill>
                <a:prstDash val="solid"/>
                <a:round/>
                <a:headEnd type="none" w="med" len="med"/>
                <a:tailEnd type="none" w="med" len="med"/>
              </a:ln>
            </p:spPr>
          </p:cxnSp>
          <p:cxnSp>
            <p:nvCxnSpPr>
              <p:cNvPr id="2058" name="Google Shape;2058;p23"/>
              <p:cNvCxnSpPr/>
              <p:nvPr/>
            </p:nvCxnSpPr>
            <p:spPr>
              <a:xfrm rot="10800000" flipH="1">
                <a:off x="-358925" y="-155350"/>
                <a:ext cx="1851000" cy="1068600"/>
              </a:xfrm>
              <a:prstGeom prst="straightConnector1">
                <a:avLst/>
              </a:prstGeom>
              <a:noFill/>
              <a:ln w="9525" cap="flat" cmpd="sng">
                <a:solidFill>
                  <a:schemeClr val="accent1"/>
                </a:solidFill>
                <a:prstDash val="solid"/>
                <a:round/>
                <a:headEnd type="none" w="med" len="med"/>
                <a:tailEnd type="none" w="med" len="med"/>
              </a:ln>
            </p:spPr>
          </p:cxnSp>
          <p:cxnSp>
            <p:nvCxnSpPr>
              <p:cNvPr id="2059" name="Google Shape;2059;p23"/>
              <p:cNvCxnSpPr/>
              <p:nvPr/>
            </p:nvCxnSpPr>
            <p:spPr>
              <a:xfrm rot="10800000" flipH="1">
                <a:off x="-267650" y="-115750"/>
                <a:ext cx="2180400" cy="1258800"/>
              </a:xfrm>
              <a:prstGeom prst="straightConnector1">
                <a:avLst/>
              </a:prstGeom>
              <a:noFill/>
              <a:ln w="9525" cap="flat" cmpd="sng">
                <a:solidFill>
                  <a:schemeClr val="accent1"/>
                </a:solidFill>
                <a:prstDash val="solid"/>
                <a:round/>
                <a:headEnd type="none" w="med" len="med"/>
                <a:tailEnd type="none" w="med" len="med"/>
              </a:ln>
            </p:spPr>
          </p:cxnSp>
          <p:cxnSp>
            <p:nvCxnSpPr>
              <p:cNvPr id="2060" name="Google Shape;2060;p23"/>
              <p:cNvCxnSpPr/>
              <p:nvPr/>
            </p:nvCxnSpPr>
            <p:spPr>
              <a:xfrm rot="10800000" flipH="1">
                <a:off x="-229800" y="-86050"/>
                <a:ext cx="2580300" cy="1489800"/>
              </a:xfrm>
              <a:prstGeom prst="straightConnector1">
                <a:avLst/>
              </a:prstGeom>
              <a:noFill/>
              <a:ln w="9525" cap="flat" cmpd="sng">
                <a:solidFill>
                  <a:schemeClr val="accent1"/>
                </a:solidFill>
                <a:prstDash val="solid"/>
                <a:round/>
                <a:headEnd type="none" w="med" len="med"/>
                <a:tailEnd type="none" w="med" len="med"/>
              </a:ln>
            </p:spPr>
          </p:cxnSp>
          <p:cxnSp>
            <p:nvCxnSpPr>
              <p:cNvPr id="2061" name="Google Shape;2061;p23"/>
              <p:cNvCxnSpPr/>
              <p:nvPr/>
            </p:nvCxnSpPr>
            <p:spPr>
              <a:xfrm rot="10800000" flipH="1">
                <a:off x="-212775" y="-127750"/>
                <a:ext cx="3125100" cy="1804200"/>
              </a:xfrm>
              <a:prstGeom prst="straightConnector1">
                <a:avLst/>
              </a:prstGeom>
              <a:noFill/>
              <a:ln w="9525" cap="flat" cmpd="sng">
                <a:solidFill>
                  <a:schemeClr val="accent1"/>
                </a:solidFill>
                <a:prstDash val="solid"/>
                <a:round/>
                <a:headEnd type="none" w="med" len="med"/>
                <a:tailEnd type="none" w="med" len="med"/>
              </a:ln>
            </p:spPr>
          </p:cxnSp>
          <p:cxnSp>
            <p:nvCxnSpPr>
              <p:cNvPr id="2062" name="Google Shape;2062;p23"/>
              <p:cNvCxnSpPr/>
              <p:nvPr/>
            </p:nvCxnSpPr>
            <p:spPr>
              <a:xfrm rot="10800000" flipH="1">
                <a:off x="-180475" y="-165575"/>
                <a:ext cx="3648000" cy="2106000"/>
              </a:xfrm>
              <a:prstGeom prst="straightConnector1">
                <a:avLst/>
              </a:prstGeom>
              <a:noFill/>
              <a:ln w="9525" cap="flat" cmpd="sng">
                <a:solidFill>
                  <a:schemeClr val="accent1"/>
                </a:solidFill>
                <a:prstDash val="solid"/>
                <a:round/>
                <a:headEnd type="none" w="med" len="med"/>
                <a:tailEnd type="none" w="med" len="med"/>
              </a:ln>
            </p:spPr>
          </p:cxnSp>
          <p:cxnSp>
            <p:nvCxnSpPr>
              <p:cNvPr id="2063" name="Google Shape;2063;p23"/>
              <p:cNvCxnSpPr/>
              <p:nvPr/>
            </p:nvCxnSpPr>
            <p:spPr>
              <a:xfrm rot="10800000" flipH="1">
                <a:off x="-227000" y="-146700"/>
                <a:ext cx="4150500" cy="2396400"/>
              </a:xfrm>
              <a:prstGeom prst="straightConnector1">
                <a:avLst/>
              </a:prstGeom>
              <a:noFill/>
              <a:ln w="9525" cap="flat" cmpd="sng">
                <a:solidFill>
                  <a:schemeClr val="accent1"/>
                </a:solidFill>
                <a:prstDash val="solid"/>
                <a:round/>
                <a:headEnd type="none" w="med" len="med"/>
                <a:tailEnd type="none" w="med" len="med"/>
              </a:ln>
            </p:spPr>
          </p:cxnSp>
          <p:cxnSp>
            <p:nvCxnSpPr>
              <p:cNvPr id="2064" name="Google Shape;2064;p23"/>
              <p:cNvCxnSpPr/>
              <p:nvPr/>
            </p:nvCxnSpPr>
            <p:spPr>
              <a:xfrm rot="10800000" flipH="1">
                <a:off x="-285775" y="-133000"/>
                <a:ext cx="4675200" cy="2699100"/>
              </a:xfrm>
              <a:prstGeom prst="straightConnector1">
                <a:avLst/>
              </a:prstGeom>
              <a:noFill/>
              <a:ln w="9525" cap="flat" cmpd="sng">
                <a:solidFill>
                  <a:schemeClr val="accent1"/>
                </a:solidFill>
                <a:prstDash val="solid"/>
                <a:round/>
                <a:headEnd type="none" w="med" len="med"/>
                <a:tailEnd type="none" w="med" len="med"/>
              </a:ln>
            </p:spPr>
          </p:cxnSp>
          <p:cxnSp>
            <p:nvCxnSpPr>
              <p:cNvPr id="2065" name="Google Shape;2065;p23"/>
              <p:cNvCxnSpPr/>
              <p:nvPr/>
            </p:nvCxnSpPr>
            <p:spPr>
              <a:xfrm rot="10800000" flipH="1">
                <a:off x="-254975" y="-209000"/>
                <a:ext cx="5265600" cy="3039900"/>
              </a:xfrm>
              <a:prstGeom prst="straightConnector1">
                <a:avLst/>
              </a:prstGeom>
              <a:noFill/>
              <a:ln w="9525" cap="flat" cmpd="sng">
                <a:solidFill>
                  <a:schemeClr val="accent1"/>
                </a:solidFill>
                <a:prstDash val="solid"/>
                <a:round/>
                <a:headEnd type="none" w="med" len="med"/>
                <a:tailEnd type="none" w="med" len="med"/>
              </a:ln>
            </p:spPr>
          </p:cxnSp>
          <p:cxnSp>
            <p:nvCxnSpPr>
              <p:cNvPr id="2066" name="Google Shape;2066;p23"/>
              <p:cNvCxnSpPr/>
              <p:nvPr/>
            </p:nvCxnSpPr>
            <p:spPr>
              <a:xfrm rot="10800000" flipH="1">
                <a:off x="-230325" y="-171400"/>
                <a:ext cx="5665200" cy="3270600"/>
              </a:xfrm>
              <a:prstGeom prst="straightConnector1">
                <a:avLst/>
              </a:prstGeom>
              <a:noFill/>
              <a:ln w="9525" cap="flat" cmpd="sng">
                <a:solidFill>
                  <a:schemeClr val="accent1"/>
                </a:solidFill>
                <a:prstDash val="solid"/>
                <a:round/>
                <a:headEnd type="none" w="med" len="med"/>
                <a:tailEnd type="none" w="med" len="med"/>
              </a:ln>
            </p:spPr>
          </p:cxnSp>
          <p:cxnSp>
            <p:nvCxnSpPr>
              <p:cNvPr id="2067" name="Google Shape;2067;p23"/>
              <p:cNvCxnSpPr/>
              <p:nvPr/>
            </p:nvCxnSpPr>
            <p:spPr>
              <a:xfrm rot="10800000" flipH="1">
                <a:off x="-203625" y="-162575"/>
                <a:ext cx="6111900" cy="3528900"/>
              </a:xfrm>
              <a:prstGeom prst="straightConnector1">
                <a:avLst/>
              </a:prstGeom>
              <a:noFill/>
              <a:ln w="9525" cap="flat" cmpd="sng">
                <a:solidFill>
                  <a:schemeClr val="accent1"/>
                </a:solidFill>
                <a:prstDash val="solid"/>
                <a:round/>
                <a:headEnd type="none" w="med" len="med"/>
                <a:tailEnd type="none" w="med" len="med"/>
              </a:ln>
            </p:spPr>
          </p:cxnSp>
          <p:cxnSp>
            <p:nvCxnSpPr>
              <p:cNvPr id="2068" name="Google Shape;2068;p23"/>
              <p:cNvCxnSpPr/>
              <p:nvPr/>
            </p:nvCxnSpPr>
            <p:spPr>
              <a:xfrm rot="10800000" flipH="1">
                <a:off x="-212500" y="-179425"/>
                <a:ext cx="6639600" cy="3833400"/>
              </a:xfrm>
              <a:prstGeom prst="straightConnector1">
                <a:avLst/>
              </a:prstGeom>
              <a:noFill/>
              <a:ln w="9525" cap="flat" cmpd="sng">
                <a:solidFill>
                  <a:schemeClr val="accent1"/>
                </a:solidFill>
                <a:prstDash val="solid"/>
                <a:round/>
                <a:headEnd type="none" w="med" len="med"/>
                <a:tailEnd type="none" w="med" len="med"/>
              </a:ln>
            </p:spPr>
          </p:cxnSp>
          <p:cxnSp>
            <p:nvCxnSpPr>
              <p:cNvPr id="2069" name="Google Shape;2069;p23"/>
              <p:cNvCxnSpPr/>
              <p:nvPr/>
            </p:nvCxnSpPr>
            <p:spPr>
              <a:xfrm rot="10800000" flipH="1">
                <a:off x="-237200" y="-171550"/>
                <a:ext cx="7140000" cy="4122300"/>
              </a:xfrm>
              <a:prstGeom prst="straightConnector1">
                <a:avLst/>
              </a:prstGeom>
              <a:noFill/>
              <a:ln w="9525" cap="flat" cmpd="sng">
                <a:solidFill>
                  <a:schemeClr val="accent1"/>
                </a:solidFill>
                <a:prstDash val="solid"/>
                <a:round/>
                <a:headEnd type="none" w="med" len="med"/>
                <a:tailEnd type="none" w="med" len="med"/>
              </a:ln>
            </p:spPr>
          </p:cxnSp>
          <p:cxnSp>
            <p:nvCxnSpPr>
              <p:cNvPr id="2070" name="Google Shape;2070;p23"/>
              <p:cNvCxnSpPr/>
              <p:nvPr/>
            </p:nvCxnSpPr>
            <p:spPr>
              <a:xfrm rot="10800000" flipH="1">
                <a:off x="-208450" y="-169925"/>
                <a:ext cx="7598100" cy="4386600"/>
              </a:xfrm>
              <a:prstGeom prst="straightConnector1">
                <a:avLst/>
              </a:prstGeom>
              <a:noFill/>
              <a:ln w="9525" cap="flat" cmpd="sng">
                <a:solidFill>
                  <a:schemeClr val="accent1"/>
                </a:solidFill>
                <a:prstDash val="solid"/>
                <a:round/>
                <a:headEnd type="none" w="med" len="med"/>
                <a:tailEnd type="none" w="med" len="med"/>
              </a:ln>
            </p:spPr>
          </p:cxnSp>
          <p:cxnSp>
            <p:nvCxnSpPr>
              <p:cNvPr id="2071" name="Google Shape;2071;p23"/>
              <p:cNvCxnSpPr/>
              <p:nvPr/>
            </p:nvCxnSpPr>
            <p:spPr>
              <a:xfrm rot="10800000" flipH="1">
                <a:off x="-126875" y="-166100"/>
                <a:ext cx="7999200" cy="4618200"/>
              </a:xfrm>
              <a:prstGeom prst="straightConnector1">
                <a:avLst/>
              </a:prstGeom>
              <a:noFill/>
              <a:ln w="9525" cap="flat" cmpd="sng">
                <a:solidFill>
                  <a:schemeClr val="accent1"/>
                </a:solidFill>
                <a:prstDash val="solid"/>
                <a:round/>
                <a:headEnd type="none" w="med" len="med"/>
                <a:tailEnd type="none" w="med" len="med"/>
              </a:ln>
            </p:spPr>
          </p:cxnSp>
          <p:cxnSp>
            <p:nvCxnSpPr>
              <p:cNvPr id="2072" name="Google Shape;2072;p23"/>
              <p:cNvCxnSpPr/>
              <p:nvPr/>
            </p:nvCxnSpPr>
            <p:spPr>
              <a:xfrm rot="10800000" flipH="1">
                <a:off x="-175950" y="-237725"/>
                <a:ext cx="8661600" cy="5000700"/>
              </a:xfrm>
              <a:prstGeom prst="straightConnector1">
                <a:avLst/>
              </a:prstGeom>
              <a:noFill/>
              <a:ln w="9525" cap="flat" cmpd="sng">
                <a:solidFill>
                  <a:schemeClr val="accent1"/>
                </a:solidFill>
                <a:prstDash val="solid"/>
                <a:round/>
                <a:headEnd type="none" w="med" len="med"/>
                <a:tailEnd type="none" w="med" len="med"/>
              </a:ln>
            </p:spPr>
          </p:cxnSp>
          <p:cxnSp>
            <p:nvCxnSpPr>
              <p:cNvPr id="2073" name="Google Shape;2073;p23"/>
              <p:cNvCxnSpPr/>
              <p:nvPr/>
            </p:nvCxnSpPr>
            <p:spPr>
              <a:xfrm rot="10800000" flipH="1">
                <a:off x="-230050" y="-244075"/>
                <a:ext cx="9215700" cy="5320800"/>
              </a:xfrm>
              <a:prstGeom prst="straightConnector1">
                <a:avLst/>
              </a:prstGeom>
              <a:noFill/>
              <a:ln w="9525" cap="flat" cmpd="sng">
                <a:solidFill>
                  <a:schemeClr val="accent1"/>
                </a:solidFill>
                <a:prstDash val="solid"/>
                <a:round/>
                <a:headEnd type="none" w="med" len="med"/>
                <a:tailEnd type="none" w="med" len="med"/>
              </a:ln>
            </p:spPr>
          </p:cxnSp>
          <p:cxnSp>
            <p:nvCxnSpPr>
              <p:cNvPr id="2074" name="Google Shape;2074;p23"/>
              <p:cNvCxnSpPr/>
              <p:nvPr/>
            </p:nvCxnSpPr>
            <p:spPr>
              <a:xfrm rot="10800000" flipH="1">
                <a:off x="-150500" y="-149375"/>
                <a:ext cx="9462000" cy="5462700"/>
              </a:xfrm>
              <a:prstGeom prst="straightConnector1">
                <a:avLst/>
              </a:prstGeom>
              <a:noFill/>
              <a:ln w="9525" cap="flat" cmpd="sng">
                <a:solidFill>
                  <a:schemeClr val="accent1"/>
                </a:solidFill>
                <a:prstDash val="solid"/>
                <a:round/>
                <a:headEnd type="none" w="med" len="med"/>
                <a:tailEnd type="none" w="med" len="med"/>
              </a:ln>
            </p:spPr>
          </p:cxnSp>
          <p:cxnSp>
            <p:nvCxnSpPr>
              <p:cNvPr id="2075" name="Google Shape;2075;p23"/>
              <p:cNvCxnSpPr/>
              <p:nvPr/>
            </p:nvCxnSpPr>
            <p:spPr>
              <a:xfrm rot="10800000" flipH="1">
                <a:off x="277300" y="105750"/>
                <a:ext cx="9081600" cy="5243100"/>
              </a:xfrm>
              <a:prstGeom prst="straightConnector1">
                <a:avLst/>
              </a:prstGeom>
              <a:noFill/>
              <a:ln w="9525" cap="flat" cmpd="sng">
                <a:solidFill>
                  <a:schemeClr val="accent1"/>
                </a:solidFill>
                <a:prstDash val="solid"/>
                <a:round/>
                <a:headEnd type="none" w="med" len="med"/>
                <a:tailEnd type="none" w="med" len="med"/>
              </a:ln>
            </p:spPr>
          </p:cxnSp>
          <p:cxnSp>
            <p:nvCxnSpPr>
              <p:cNvPr id="2076" name="Google Shape;2076;p23"/>
              <p:cNvCxnSpPr/>
              <p:nvPr/>
            </p:nvCxnSpPr>
            <p:spPr>
              <a:xfrm rot="10800000" flipH="1">
                <a:off x="846950" y="376800"/>
                <a:ext cx="8531400" cy="4925700"/>
              </a:xfrm>
              <a:prstGeom prst="straightConnector1">
                <a:avLst/>
              </a:prstGeom>
              <a:noFill/>
              <a:ln w="9525" cap="flat" cmpd="sng">
                <a:solidFill>
                  <a:schemeClr val="accent1"/>
                </a:solidFill>
                <a:prstDash val="solid"/>
                <a:round/>
                <a:headEnd type="none" w="med" len="med"/>
                <a:tailEnd type="none" w="med" len="med"/>
              </a:ln>
            </p:spPr>
          </p:cxnSp>
          <p:cxnSp>
            <p:nvCxnSpPr>
              <p:cNvPr id="2077" name="Google Shape;2077;p23"/>
              <p:cNvCxnSpPr/>
              <p:nvPr/>
            </p:nvCxnSpPr>
            <p:spPr>
              <a:xfrm rot="10800000" flipH="1">
                <a:off x="1349000" y="635275"/>
                <a:ext cx="8071500" cy="4659900"/>
              </a:xfrm>
              <a:prstGeom prst="straightConnector1">
                <a:avLst/>
              </a:prstGeom>
              <a:noFill/>
              <a:ln w="9525" cap="flat" cmpd="sng">
                <a:solidFill>
                  <a:schemeClr val="accent1"/>
                </a:solidFill>
                <a:prstDash val="solid"/>
                <a:round/>
                <a:headEnd type="none" w="med" len="med"/>
                <a:tailEnd type="none" w="med" len="med"/>
              </a:ln>
            </p:spPr>
          </p:cxnSp>
          <p:cxnSp>
            <p:nvCxnSpPr>
              <p:cNvPr id="2078" name="Google Shape;2078;p23"/>
              <p:cNvCxnSpPr/>
              <p:nvPr/>
            </p:nvCxnSpPr>
            <p:spPr>
              <a:xfrm rot="10800000" flipH="1">
                <a:off x="1864375" y="918950"/>
                <a:ext cx="7554300" cy="4361400"/>
              </a:xfrm>
              <a:prstGeom prst="straightConnector1">
                <a:avLst/>
              </a:prstGeom>
              <a:noFill/>
              <a:ln w="9525" cap="flat" cmpd="sng">
                <a:solidFill>
                  <a:schemeClr val="accent1"/>
                </a:solidFill>
                <a:prstDash val="solid"/>
                <a:round/>
                <a:headEnd type="none" w="med" len="med"/>
                <a:tailEnd type="none" w="med" len="med"/>
              </a:ln>
            </p:spPr>
          </p:cxnSp>
          <p:cxnSp>
            <p:nvCxnSpPr>
              <p:cNvPr id="2079" name="Google Shape;2079;p23"/>
              <p:cNvCxnSpPr/>
              <p:nvPr/>
            </p:nvCxnSpPr>
            <p:spPr>
              <a:xfrm rot="10800000" flipH="1">
                <a:off x="2403950" y="1170550"/>
                <a:ext cx="7067700" cy="4080600"/>
              </a:xfrm>
              <a:prstGeom prst="straightConnector1">
                <a:avLst/>
              </a:prstGeom>
              <a:noFill/>
              <a:ln w="9525" cap="flat" cmpd="sng">
                <a:solidFill>
                  <a:schemeClr val="accent1"/>
                </a:solidFill>
                <a:prstDash val="solid"/>
                <a:round/>
                <a:headEnd type="none" w="med" len="med"/>
                <a:tailEnd type="none" w="med" len="med"/>
              </a:ln>
            </p:spPr>
          </p:cxnSp>
          <p:cxnSp>
            <p:nvCxnSpPr>
              <p:cNvPr id="2080" name="Google Shape;2080;p23"/>
              <p:cNvCxnSpPr/>
              <p:nvPr/>
            </p:nvCxnSpPr>
            <p:spPr>
              <a:xfrm rot="10800000" flipH="1">
                <a:off x="2718375" y="1495625"/>
                <a:ext cx="6679800" cy="3856500"/>
              </a:xfrm>
              <a:prstGeom prst="straightConnector1">
                <a:avLst/>
              </a:prstGeom>
              <a:noFill/>
              <a:ln w="9525" cap="flat" cmpd="sng">
                <a:solidFill>
                  <a:schemeClr val="accent1"/>
                </a:solidFill>
                <a:prstDash val="solid"/>
                <a:round/>
                <a:headEnd type="none" w="med" len="med"/>
                <a:tailEnd type="none" w="med" len="med"/>
              </a:ln>
            </p:spPr>
          </p:cxnSp>
          <p:cxnSp>
            <p:nvCxnSpPr>
              <p:cNvPr id="2081" name="Google Shape;2081;p23"/>
              <p:cNvCxnSpPr/>
              <p:nvPr/>
            </p:nvCxnSpPr>
            <p:spPr>
              <a:xfrm rot="10800000" flipH="1">
                <a:off x="3297700" y="1822900"/>
                <a:ext cx="6023100" cy="3477300"/>
              </a:xfrm>
              <a:prstGeom prst="straightConnector1">
                <a:avLst/>
              </a:prstGeom>
              <a:noFill/>
              <a:ln w="9525" cap="flat" cmpd="sng">
                <a:solidFill>
                  <a:schemeClr val="accent1"/>
                </a:solidFill>
                <a:prstDash val="solid"/>
                <a:round/>
                <a:headEnd type="none" w="med" len="med"/>
                <a:tailEnd type="none" w="med" len="med"/>
              </a:ln>
            </p:spPr>
          </p:cxnSp>
          <p:cxnSp>
            <p:nvCxnSpPr>
              <p:cNvPr id="2082" name="Google Shape;2082;p23"/>
              <p:cNvCxnSpPr/>
              <p:nvPr/>
            </p:nvCxnSpPr>
            <p:spPr>
              <a:xfrm rot="10800000" flipH="1">
                <a:off x="3726050" y="2104125"/>
                <a:ext cx="5597100" cy="3231300"/>
              </a:xfrm>
              <a:prstGeom prst="straightConnector1">
                <a:avLst/>
              </a:prstGeom>
              <a:noFill/>
              <a:ln w="9525" cap="flat" cmpd="sng">
                <a:solidFill>
                  <a:schemeClr val="accent1"/>
                </a:solidFill>
                <a:prstDash val="solid"/>
                <a:round/>
                <a:headEnd type="none" w="med" len="med"/>
                <a:tailEnd type="none" w="med" len="med"/>
              </a:ln>
            </p:spPr>
          </p:cxnSp>
          <p:cxnSp>
            <p:nvCxnSpPr>
              <p:cNvPr id="2083" name="Google Shape;2083;p23"/>
              <p:cNvCxnSpPr/>
              <p:nvPr/>
            </p:nvCxnSpPr>
            <p:spPr>
              <a:xfrm rot="10800000" flipH="1">
                <a:off x="4244875" y="2361600"/>
                <a:ext cx="5121600" cy="2956800"/>
              </a:xfrm>
              <a:prstGeom prst="straightConnector1">
                <a:avLst/>
              </a:prstGeom>
              <a:noFill/>
              <a:ln w="9525" cap="flat" cmpd="sng">
                <a:solidFill>
                  <a:schemeClr val="accent1"/>
                </a:solidFill>
                <a:prstDash val="solid"/>
                <a:round/>
                <a:headEnd type="none" w="med" len="med"/>
                <a:tailEnd type="none" w="med" len="med"/>
              </a:ln>
            </p:spPr>
          </p:cxnSp>
          <p:cxnSp>
            <p:nvCxnSpPr>
              <p:cNvPr id="2084" name="Google Shape;2084;p23"/>
              <p:cNvCxnSpPr/>
              <p:nvPr/>
            </p:nvCxnSpPr>
            <p:spPr>
              <a:xfrm rot="10800000" flipH="1">
                <a:off x="4742850" y="2657525"/>
                <a:ext cx="4600200" cy="2655900"/>
              </a:xfrm>
              <a:prstGeom prst="straightConnector1">
                <a:avLst/>
              </a:prstGeom>
              <a:noFill/>
              <a:ln w="9525" cap="flat" cmpd="sng">
                <a:solidFill>
                  <a:schemeClr val="accent1"/>
                </a:solidFill>
                <a:prstDash val="solid"/>
                <a:round/>
                <a:headEnd type="none" w="med" len="med"/>
                <a:tailEnd type="none" w="med" len="med"/>
              </a:ln>
            </p:spPr>
          </p:cxnSp>
          <p:cxnSp>
            <p:nvCxnSpPr>
              <p:cNvPr id="2085" name="Google Shape;2085;p23"/>
              <p:cNvCxnSpPr/>
              <p:nvPr/>
            </p:nvCxnSpPr>
            <p:spPr>
              <a:xfrm rot="10800000" flipH="1">
                <a:off x="5210850" y="2937150"/>
                <a:ext cx="4137300" cy="2388600"/>
              </a:xfrm>
              <a:prstGeom prst="straightConnector1">
                <a:avLst/>
              </a:prstGeom>
              <a:noFill/>
              <a:ln w="9525" cap="flat" cmpd="sng">
                <a:solidFill>
                  <a:schemeClr val="accent1"/>
                </a:solidFill>
                <a:prstDash val="solid"/>
                <a:round/>
                <a:headEnd type="none" w="med" len="med"/>
                <a:tailEnd type="none" w="med" len="med"/>
              </a:ln>
            </p:spPr>
          </p:cxnSp>
          <p:cxnSp>
            <p:nvCxnSpPr>
              <p:cNvPr id="2086" name="Google Shape;2086;p23"/>
              <p:cNvCxnSpPr/>
              <p:nvPr/>
            </p:nvCxnSpPr>
            <p:spPr>
              <a:xfrm rot="10800000" flipH="1">
                <a:off x="5725550" y="3223700"/>
                <a:ext cx="3615300" cy="2087400"/>
              </a:xfrm>
              <a:prstGeom prst="straightConnector1">
                <a:avLst/>
              </a:prstGeom>
              <a:noFill/>
              <a:ln w="9525" cap="flat" cmpd="sng">
                <a:solidFill>
                  <a:schemeClr val="accent1"/>
                </a:solidFill>
                <a:prstDash val="solid"/>
                <a:round/>
                <a:headEnd type="none" w="med" len="med"/>
                <a:tailEnd type="none" w="med" len="med"/>
              </a:ln>
            </p:spPr>
          </p:cxnSp>
          <p:cxnSp>
            <p:nvCxnSpPr>
              <p:cNvPr id="2087" name="Google Shape;2087;p23"/>
              <p:cNvCxnSpPr/>
              <p:nvPr/>
            </p:nvCxnSpPr>
            <p:spPr>
              <a:xfrm rot="10800000" flipH="1">
                <a:off x="6217950" y="3515950"/>
                <a:ext cx="3106500" cy="1793400"/>
              </a:xfrm>
              <a:prstGeom prst="straightConnector1">
                <a:avLst/>
              </a:prstGeom>
              <a:noFill/>
              <a:ln w="9525" cap="flat" cmpd="sng">
                <a:solidFill>
                  <a:schemeClr val="accent1"/>
                </a:solidFill>
                <a:prstDash val="solid"/>
                <a:round/>
                <a:headEnd type="none" w="med" len="med"/>
                <a:tailEnd type="none" w="med" len="med"/>
              </a:ln>
            </p:spPr>
          </p:cxnSp>
          <p:cxnSp>
            <p:nvCxnSpPr>
              <p:cNvPr id="2088" name="Google Shape;2088;p23"/>
              <p:cNvCxnSpPr/>
              <p:nvPr/>
            </p:nvCxnSpPr>
            <p:spPr>
              <a:xfrm rot="10800000" flipH="1">
                <a:off x="6716500" y="3797450"/>
                <a:ext cx="2609700" cy="1506600"/>
              </a:xfrm>
              <a:prstGeom prst="straightConnector1">
                <a:avLst/>
              </a:prstGeom>
              <a:noFill/>
              <a:ln w="9525" cap="flat" cmpd="sng">
                <a:solidFill>
                  <a:schemeClr val="accent1"/>
                </a:solidFill>
                <a:prstDash val="solid"/>
                <a:round/>
                <a:headEnd type="none" w="med" len="med"/>
                <a:tailEnd type="none" w="med" len="med"/>
              </a:ln>
            </p:spPr>
          </p:cxnSp>
          <p:cxnSp>
            <p:nvCxnSpPr>
              <p:cNvPr id="2089" name="Google Shape;2089;p23"/>
              <p:cNvCxnSpPr/>
              <p:nvPr/>
            </p:nvCxnSpPr>
            <p:spPr>
              <a:xfrm rot="10800000" flipH="1">
                <a:off x="7199175" y="4100700"/>
                <a:ext cx="2091000" cy="1207200"/>
              </a:xfrm>
              <a:prstGeom prst="straightConnector1">
                <a:avLst/>
              </a:prstGeom>
              <a:noFill/>
              <a:ln w="9525" cap="flat" cmpd="sng">
                <a:solidFill>
                  <a:schemeClr val="accent1"/>
                </a:solidFill>
                <a:prstDash val="solid"/>
                <a:round/>
                <a:headEnd type="none" w="med" len="med"/>
                <a:tailEnd type="none" w="med" len="med"/>
              </a:ln>
            </p:spPr>
          </p:cxnSp>
          <p:cxnSp>
            <p:nvCxnSpPr>
              <p:cNvPr id="2090" name="Google Shape;2090;p23"/>
              <p:cNvCxnSpPr/>
              <p:nvPr/>
            </p:nvCxnSpPr>
            <p:spPr>
              <a:xfrm rot="10800000" flipH="1">
                <a:off x="7718000" y="4338975"/>
                <a:ext cx="1648800" cy="951900"/>
              </a:xfrm>
              <a:prstGeom prst="straightConnector1">
                <a:avLst/>
              </a:prstGeom>
              <a:noFill/>
              <a:ln w="9525" cap="flat" cmpd="sng">
                <a:solidFill>
                  <a:schemeClr val="accent1"/>
                </a:solidFill>
                <a:prstDash val="solid"/>
                <a:round/>
                <a:headEnd type="none" w="med" len="med"/>
                <a:tailEnd type="none" w="med" len="med"/>
              </a:ln>
            </p:spPr>
          </p:cxnSp>
          <p:cxnSp>
            <p:nvCxnSpPr>
              <p:cNvPr id="2091" name="Google Shape;2091;p23"/>
              <p:cNvCxnSpPr/>
              <p:nvPr/>
            </p:nvCxnSpPr>
            <p:spPr>
              <a:xfrm rot="10800000" flipH="1">
                <a:off x="8129050" y="4607075"/>
                <a:ext cx="1263000" cy="729000"/>
              </a:xfrm>
              <a:prstGeom prst="straightConnector1">
                <a:avLst/>
              </a:prstGeom>
              <a:noFill/>
              <a:ln w="9525" cap="flat" cmpd="sng">
                <a:solidFill>
                  <a:schemeClr val="accent1"/>
                </a:solidFill>
                <a:prstDash val="solid"/>
                <a:round/>
                <a:headEnd type="none" w="med" len="med"/>
                <a:tailEnd type="none" w="med" len="med"/>
              </a:ln>
            </p:spPr>
          </p:cxnSp>
          <p:cxnSp>
            <p:nvCxnSpPr>
              <p:cNvPr id="2092" name="Google Shape;2092;p23"/>
              <p:cNvCxnSpPr/>
              <p:nvPr/>
            </p:nvCxnSpPr>
            <p:spPr>
              <a:xfrm rot="10800000" flipH="1">
                <a:off x="8487200" y="4879525"/>
                <a:ext cx="921600" cy="532200"/>
              </a:xfrm>
              <a:prstGeom prst="straightConnector1">
                <a:avLst/>
              </a:prstGeom>
              <a:noFill/>
              <a:ln w="9525" cap="flat" cmpd="sng">
                <a:solidFill>
                  <a:schemeClr val="accent1"/>
                </a:solidFill>
                <a:prstDash val="solid"/>
                <a:round/>
                <a:headEnd type="none" w="med" len="med"/>
                <a:tailEnd type="none" w="med" len="med"/>
              </a:ln>
            </p:spPr>
          </p:cxnSp>
        </p:grpSp>
      </p:grpSp>
      <p:sp>
        <p:nvSpPr>
          <p:cNvPr id="2093" name="Google Shape;2093;p23"/>
          <p:cNvSpPr/>
          <p:nvPr/>
        </p:nvSpPr>
        <p:spPr>
          <a:xfrm rot="10800000" flipH="1">
            <a:off x="7981930" y="18"/>
            <a:ext cx="1162071" cy="660785"/>
          </a:xfrm>
          <a:custGeom>
            <a:avLst/>
            <a:gdLst/>
            <a:ahLst/>
            <a:cxnLst/>
            <a:rect l="l" t="t" r="r" b="b"/>
            <a:pathLst>
              <a:path w="116586" h="66294" extrusionOk="0">
                <a:moveTo>
                  <a:pt x="116586" y="0"/>
                </a:moveTo>
                <a:lnTo>
                  <a:pt x="0" y="66294"/>
                </a:lnTo>
                <a:lnTo>
                  <a:pt x="116586" y="66294"/>
                </a:lnTo>
                <a:close/>
              </a:path>
            </a:pathLst>
          </a:custGeom>
          <a:solidFill>
            <a:schemeClr val="accent1"/>
          </a:solidFill>
          <a:ln>
            <a:noFill/>
          </a:ln>
        </p:spPr>
      </p:sp>
      <p:sp>
        <p:nvSpPr>
          <p:cNvPr id="2094" name="Google Shape;2094;p23"/>
          <p:cNvSpPr/>
          <p:nvPr/>
        </p:nvSpPr>
        <p:spPr>
          <a:xfrm flipH="1">
            <a:off x="-20" y="4482718"/>
            <a:ext cx="1162071" cy="660785"/>
          </a:xfrm>
          <a:custGeom>
            <a:avLst/>
            <a:gdLst/>
            <a:ahLst/>
            <a:cxnLst/>
            <a:rect l="l" t="t" r="r" b="b"/>
            <a:pathLst>
              <a:path w="116586" h="66294" extrusionOk="0">
                <a:moveTo>
                  <a:pt x="116586" y="0"/>
                </a:moveTo>
                <a:lnTo>
                  <a:pt x="0" y="66294"/>
                </a:lnTo>
                <a:lnTo>
                  <a:pt x="116586" y="66294"/>
                </a:lnTo>
                <a:close/>
              </a:path>
            </a:pathLst>
          </a:custGeom>
          <a:solidFill>
            <a:schemeClr val="lt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Questrial"/>
              <a:buNone/>
              <a:defRPr sz="2800">
                <a:solidFill>
                  <a:schemeClr val="dk1"/>
                </a:solidFill>
                <a:latin typeface="Questrial"/>
                <a:ea typeface="Questrial"/>
                <a:cs typeface="Questrial"/>
                <a:sym typeface="Questrial"/>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Abel"/>
              <a:buChar char="●"/>
              <a:defRPr>
                <a:solidFill>
                  <a:schemeClr val="dk2"/>
                </a:solidFill>
                <a:latin typeface="Abel"/>
                <a:ea typeface="Abel"/>
                <a:cs typeface="Abel"/>
                <a:sym typeface="Abel"/>
              </a:defRPr>
            </a:lvl1pPr>
            <a:lvl2pPr marL="914400" lvl="1" indent="-317500">
              <a:lnSpc>
                <a:spcPct val="100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2pPr>
            <a:lvl3pPr marL="1371600" lvl="2" indent="-317500">
              <a:lnSpc>
                <a:spcPct val="100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3pPr>
            <a:lvl4pPr marL="1828800" lvl="3" indent="-317500">
              <a:lnSpc>
                <a:spcPct val="100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4pPr>
            <a:lvl5pPr marL="2286000" lvl="4" indent="-317500">
              <a:lnSpc>
                <a:spcPct val="100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5pPr>
            <a:lvl6pPr marL="2743200" lvl="5" indent="-317500">
              <a:lnSpc>
                <a:spcPct val="100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6pPr>
            <a:lvl7pPr marL="3200400" lvl="6" indent="-317500">
              <a:lnSpc>
                <a:spcPct val="100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7pPr>
            <a:lvl8pPr marL="3657600" lvl="7" indent="-317500">
              <a:lnSpc>
                <a:spcPct val="100000"/>
              </a:lnSpc>
              <a:spcBef>
                <a:spcPts val="1600"/>
              </a:spcBef>
              <a:spcAft>
                <a:spcPts val="0"/>
              </a:spcAft>
              <a:buClr>
                <a:schemeClr val="dk2"/>
              </a:buClr>
              <a:buSzPts val="1400"/>
              <a:buFont typeface="Abel"/>
              <a:buChar char="○"/>
              <a:defRPr>
                <a:solidFill>
                  <a:schemeClr val="dk2"/>
                </a:solidFill>
                <a:latin typeface="Abel"/>
                <a:ea typeface="Abel"/>
                <a:cs typeface="Abel"/>
                <a:sym typeface="Abel"/>
              </a:defRPr>
            </a:lvl8pPr>
            <a:lvl9pPr marL="4114800" lvl="8" indent="-317500">
              <a:lnSpc>
                <a:spcPct val="100000"/>
              </a:lnSpc>
              <a:spcBef>
                <a:spcPts val="1600"/>
              </a:spcBef>
              <a:spcAft>
                <a:spcPts val="1600"/>
              </a:spcAft>
              <a:buClr>
                <a:schemeClr val="dk2"/>
              </a:buClr>
              <a:buSzPts val="1400"/>
              <a:buFont typeface="Abel"/>
              <a:buChar char="■"/>
              <a:defRPr>
                <a:solidFill>
                  <a:schemeClr val="dk2"/>
                </a:solidFill>
                <a:latin typeface="Abel"/>
                <a:ea typeface="Abel"/>
                <a:cs typeface="Abel"/>
                <a:sym typeface="Abe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8" r:id="rId9"/>
    <p:sldLayoutId id="2147483659" r:id="rId10"/>
    <p:sldLayoutId id="2147483661" r:id="rId11"/>
    <p:sldLayoutId id="2147483668" r:id="rId12"/>
    <p:sldLayoutId id="214748366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04"/>
        <p:cNvGrpSpPr/>
        <p:nvPr/>
      </p:nvGrpSpPr>
      <p:grpSpPr>
        <a:xfrm>
          <a:off x="0" y="0"/>
          <a:ext cx="0" cy="0"/>
          <a:chOff x="0" y="0"/>
          <a:chExt cx="0" cy="0"/>
        </a:xfrm>
      </p:grpSpPr>
      <p:pic>
        <p:nvPicPr>
          <p:cNvPr id="2105" name="Google Shape;2105;p27"/>
          <p:cNvPicPr preferRelativeResize="0"/>
          <p:nvPr/>
        </p:nvPicPr>
        <p:blipFill rotWithShape="1">
          <a:blip r:embed="rId3">
            <a:alphaModFix/>
          </a:blip>
          <a:srcRect l="11582" r="19924"/>
          <a:stretch/>
        </p:blipFill>
        <p:spPr>
          <a:xfrm>
            <a:off x="323850" y="811650"/>
            <a:ext cx="2619374" cy="4025576"/>
          </a:xfrm>
          <a:prstGeom prst="rect">
            <a:avLst/>
          </a:prstGeom>
          <a:noFill/>
          <a:ln>
            <a:noFill/>
          </a:ln>
        </p:spPr>
      </p:pic>
      <p:grpSp>
        <p:nvGrpSpPr>
          <p:cNvPr id="2106" name="Google Shape;2106;p27"/>
          <p:cNvGrpSpPr/>
          <p:nvPr/>
        </p:nvGrpSpPr>
        <p:grpSpPr>
          <a:xfrm flipH="1">
            <a:off x="4539677" y="3559026"/>
            <a:ext cx="579743" cy="1134819"/>
            <a:chOff x="4921825" y="870250"/>
            <a:chExt cx="407925" cy="798550"/>
          </a:xfrm>
        </p:grpSpPr>
        <p:sp>
          <p:nvSpPr>
            <p:cNvPr id="2107" name="Google Shape;2107;p27"/>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27"/>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7"/>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27"/>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7"/>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27"/>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27"/>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7"/>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7"/>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7"/>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7"/>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7"/>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7"/>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7"/>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7"/>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7"/>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7"/>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7"/>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7"/>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7"/>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7"/>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7"/>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7"/>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7"/>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27"/>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7"/>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7"/>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7"/>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27"/>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27"/>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8" name="Google Shape;2138;p27"/>
          <p:cNvGrpSpPr/>
          <p:nvPr/>
        </p:nvGrpSpPr>
        <p:grpSpPr>
          <a:xfrm flipH="1">
            <a:off x="2061092" y="346326"/>
            <a:ext cx="593164" cy="1161172"/>
            <a:chOff x="4921825" y="870250"/>
            <a:chExt cx="407925" cy="798550"/>
          </a:xfrm>
        </p:grpSpPr>
        <p:sp>
          <p:nvSpPr>
            <p:cNvPr id="2139" name="Google Shape;2139;p27"/>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7"/>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7"/>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7"/>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7"/>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7"/>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7"/>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7"/>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7"/>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7"/>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7"/>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7"/>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7"/>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7"/>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7"/>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7"/>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7"/>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7"/>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7"/>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27"/>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27"/>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7"/>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7"/>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7"/>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27"/>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27"/>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27"/>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27"/>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27"/>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7"/>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9" name="Google Shape;2169;p27"/>
          <p:cNvGrpSpPr/>
          <p:nvPr/>
        </p:nvGrpSpPr>
        <p:grpSpPr>
          <a:xfrm flipH="1">
            <a:off x="7601956" y="310954"/>
            <a:ext cx="579743" cy="1134819"/>
            <a:chOff x="4921825" y="870250"/>
            <a:chExt cx="407925" cy="798550"/>
          </a:xfrm>
        </p:grpSpPr>
        <p:sp>
          <p:nvSpPr>
            <p:cNvPr id="2170" name="Google Shape;2170;p27"/>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7"/>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7"/>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7"/>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7"/>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7"/>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7"/>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7"/>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7"/>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7"/>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7"/>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27"/>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27"/>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7"/>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7"/>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7"/>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7"/>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7"/>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7"/>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7"/>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7"/>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7"/>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7"/>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7"/>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7"/>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7"/>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27"/>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7"/>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7"/>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7"/>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0" name="Google Shape;2200;p27"/>
          <p:cNvSpPr/>
          <p:nvPr/>
        </p:nvSpPr>
        <p:spPr>
          <a:xfrm flipH="1">
            <a:off x="2736492" y="2528550"/>
            <a:ext cx="5610600" cy="318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7"/>
          <p:cNvSpPr txBox="1">
            <a:spLocks noGrp="1"/>
          </p:cNvSpPr>
          <p:nvPr>
            <p:ph type="ctrTitle"/>
          </p:nvPr>
        </p:nvSpPr>
        <p:spPr>
          <a:xfrm>
            <a:off x="2410578" y="1804372"/>
            <a:ext cx="6367800" cy="1707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b="0" i="0" dirty="0">
                <a:solidFill>
                  <a:srgbClr val="0D0D0D"/>
                </a:solidFill>
                <a:effectLst/>
                <a:highlight>
                  <a:srgbClr val="FFFFFF"/>
                </a:highlight>
                <a:latin typeface="Söhne"/>
              </a:rPr>
              <a:t>Predictive Analytics for Online Retail Sales  Trends? </a:t>
            </a:r>
            <a:endParaRPr dirty="0">
              <a:solidFill>
                <a:srgbClr val="212121"/>
              </a:solidFill>
            </a:endParaRPr>
          </a:p>
        </p:txBody>
      </p:sp>
      <p:sp>
        <p:nvSpPr>
          <p:cNvPr id="4" name="TextBox 3">
            <a:extLst>
              <a:ext uri="{FF2B5EF4-FFF2-40B4-BE49-F238E27FC236}">
                <a16:creationId xmlns:a16="http://schemas.microsoft.com/office/drawing/2014/main" id="{2D496FB7-CA80-246B-D332-58449988B04D}"/>
              </a:ext>
            </a:extLst>
          </p:cNvPr>
          <p:cNvSpPr txBox="1"/>
          <p:nvPr/>
        </p:nvSpPr>
        <p:spPr>
          <a:xfrm>
            <a:off x="5200650" y="3511373"/>
            <a:ext cx="3730777" cy="954107"/>
          </a:xfrm>
          <a:prstGeom prst="rect">
            <a:avLst/>
          </a:prstGeom>
          <a:noFill/>
        </p:spPr>
        <p:txBody>
          <a:bodyPr wrap="square" rtlCol="0">
            <a:spAutoFit/>
          </a:bodyPr>
          <a:lstStyle/>
          <a:p>
            <a:pPr algn="ctr"/>
            <a:r>
              <a:rPr lang="en-US" dirty="0"/>
              <a:t>PROJECT BY: </a:t>
            </a:r>
          </a:p>
          <a:p>
            <a:pPr algn="ctr"/>
            <a:r>
              <a:rPr lang="en-US" dirty="0"/>
              <a:t>SRI NIKITA DESETTY</a:t>
            </a:r>
          </a:p>
          <a:p>
            <a:pPr algn="ctr"/>
            <a:r>
              <a:rPr lang="en-US" dirty="0"/>
              <a:t>TRILOK DHANEKULA</a:t>
            </a:r>
          </a:p>
          <a:p>
            <a:pPr algn="ctr"/>
            <a:r>
              <a:rPr lang="en-US" dirty="0"/>
              <a:t>HEMANTH KUMAR KOTHAPALLI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46"/>
        <p:cNvGrpSpPr/>
        <p:nvPr/>
      </p:nvGrpSpPr>
      <p:grpSpPr>
        <a:xfrm>
          <a:off x="0" y="0"/>
          <a:ext cx="0" cy="0"/>
          <a:chOff x="0" y="0"/>
          <a:chExt cx="0" cy="0"/>
        </a:xfrm>
      </p:grpSpPr>
      <p:sp>
        <p:nvSpPr>
          <p:cNvPr id="2247" name="Google Shape;2247;p29"/>
          <p:cNvSpPr/>
          <p:nvPr/>
        </p:nvSpPr>
        <p:spPr>
          <a:xfrm rot="5400000">
            <a:off x="-968075" y="2409225"/>
            <a:ext cx="3810000" cy="22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9"/>
          <p:cNvSpPr/>
          <p:nvPr/>
        </p:nvSpPr>
        <p:spPr>
          <a:xfrm rot="10800000" flipH="1">
            <a:off x="2032625" y="1071829"/>
            <a:ext cx="916800" cy="38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29"/>
          <p:cNvSpPr/>
          <p:nvPr/>
        </p:nvSpPr>
        <p:spPr>
          <a:xfrm rot="10800000" flipH="1">
            <a:off x="6679172" y="1071799"/>
            <a:ext cx="914400" cy="38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29"/>
          <p:cNvSpPr/>
          <p:nvPr/>
        </p:nvSpPr>
        <p:spPr>
          <a:xfrm rot="10800000" flipH="1">
            <a:off x="4361710" y="1071787"/>
            <a:ext cx="916800" cy="384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29"/>
          <p:cNvSpPr/>
          <p:nvPr/>
        </p:nvSpPr>
        <p:spPr>
          <a:xfrm rot="10800000" flipH="1">
            <a:off x="2032625" y="3254125"/>
            <a:ext cx="916800" cy="339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29"/>
          <p:cNvSpPr/>
          <p:nvPr/>
        </p:nvSpPr>
        <p:spPr>
          <a:xfrm rot="10800000" flipH="1">
            <a:off x="6679172" y="3254075"/>
            <a:ext cx="914400" cy="339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29"/>
          <p:cNvSpPr/>
          <p:nvPr/>
        </p:nvSpPr>
        <p:spPr>
          <a:xfrm rot="10800000" flipH="1">
            <a:off x="4361710" y="3254088"/>
            <a:ext cx="916800" cy="339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29"/>
          <p:cNvSpPr txBox="1">
            <a:spLocks noGrp="1"/>
          </p:cNvSpPr>
          <p:nvPr>
            <p:ph type="ctrTitle"/>
          </p:nvPr>
        </p:nvSpPr>
        <p:spPr>
          <a:xfrm>
            <a:off x="3658660" y="1589224"/>
            <a:ext cx="2322900" cy="27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Research Question</a:t>
            </a:r>
            <a:endParaRPr dirty="0"/>
          </a:p>
        </p:txBody>
      </p:sp>
      <p:sp>
        <p:nvSpPr>
          <p:cNvPr id="2256" name="Google Shape;2256;p29"/>
          <p:cNvSpPr txBox="1">
            <a:spLocks noGrp="1"/>
          </p:cNvSpPr>
          <p:nvPr>
            <p:ph type="title" idx="2"/>
          </p:nvPr>
        </p:nvSpPr>
        <p:spPr>
          <a:xfrm>
            <a:off x="4269160" y="833125"/>
            <a:ext cx="11019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257" name="Google Shape;2257;p29"/>
          <p:cNvSpPr txBox="1">
            <a:spLocks noGrp="1"/>
          </p:cNvSpPr>
          <p:nvPr>
            <p:ph type="ctrTitle" idx="3"/>
          </p:nvPr>
        </p:nvSpPr>
        <p:spPr>
          <a:xfrm>
            <a:off x="3658660" y="3722410"/>
            <a:ext cx="2322900" cy="26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Conclusion</a:t>
            </a:r>
            <a:endParaRPr dirty="0"/>
          </a:p>
        </p:txBody>
      </p:sp>
      <p:sp>
        <p:nvSpPr>
          <p:cNvPr id="2259" name="Google Shape;2259;p29"/>
          <p:cNvSpPr txBox="1">
            <a:spLocks noGrp="1"/>
          </p:cNvSpPr>
          <p:nvPr>
            <p:ph type="title" idx="5"/>
          </p:nvPr>
        </p:nvSpPr>
        <p:spPr>
          <a:xfrm>
            <a:off x="4269160" y="2972134"/>
            <a:ext cx="11019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260" name="Google Shape;2260;p29"/>
          <p:cNvSpPr txBox="1">
            <a:spLocks noGrp="1"/>
          </p:cNvSpPr>
          <p:nvPr>
            <p:ph type="ctrTitle" idx="6"/>
          </p:nvPr>
        </p:nvSpPr>
        <p:spPr>
          <a:xfrm>
            <a:off x="5974922" y="1589224"/>
            <a:ext cx="2322900" cy="27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Exploratory Data Analysis</a:t>
            </a:r>
            <a:endParaRPr dirty="0"/>
          </a:p>
        </p:txBody>
      </p:sp>
      <p:sp>
        <p:nvSpPr>
          <p:cNvPr id="2262" name="Google Shape;2262;p29"/>
          <p:cNvSpPr txBox="1">
            <a:spLocks noGrp="1"/>
          </p:cNvSpPr>
          <p:nvPr>
            <p:ph type="title" idx="8"/>
          </p:nvPr>
        </p:nvSpPr>
        <p:spPr>
          <a:xfrm>
            <a:off x="6585422" y="833125"/>
            <a:ext cx="11019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263" name="Google Shape;2263;p29"/>
          <p:cNvSpPr txBox="1">
            <a:spLocks noGrp="1"/>
          </p:cNvSpPr>
          <p:nvPr>
            <p:ph type="ctrTitle" idx="9"/>
          </p:nvPr>
        </p:nvSpPr>
        <p:spPr>
          <a:xfrm>
            <a:off x="5974922" y="3722410"/>
            <a:ext cx="2322900" cy="26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Appendix</a:t>
            </a:r>
            <a:endParaRPr dirty="0"/>
          </a:p>
        </p:txBody>
      </p:sp>
      <p:sp>
        <p:nvSpPr>
          <p:cNvPr id="2265" name="Google Shape;2265;p29"/>
          <p:cNvSpPr txBox="1">
            <a:spLocks noGrp="1"/>
          </p:cNvSpPr>
          <p:nvPr>
            <p:ph type="title" idx="14"/>
          </p:nvPr>
        </p:nvSpPr>
        <p:spPr>
          <a:xfrm>
            <a:off x="6585422" y="2972134"/>
            <a:ext cx="11019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266" name="Google Shape;2266;p29"/>
          <p:cNvSpPr txBox="1">
            <a:spLocks noGrp="1"/>
          </p:cNvSpPr>
          <p:nvPr>
            <p:ph type="ctrTitle" idx="15"/>
          </p:nvPr>
        </p:nvSpPr>
        <p:spPr>
          <a:xfrm rot="-5400000">
            <a:off x="-1086025" y="2345625"/>
            <a:ext cx="4067100" cy="44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TABLE OF CONTENTS</a:t>
            </a:r>
            <a:endParaRPr/>
          </a:p>
        </p:txBody>
      </p:sp>
      <p:sp>
        <p:nvSpPr>
          <p:cNvPr id="2267" name="Google Shape;2267;p29"/>
          <p:cNvSpPr txBox="1">
            <a:spLocks noGrp="1"/>
          </p:cNvSpPr>
          <p:nvPr>
            <p:ph type="ctrTitle" idx="16"/>
          </p:nvPr>
        </p:nvSpPr>
        <p:spPr>
          <a:xfrm>
            <a:off x="1329575" y="1589233"/>
            <a:ext cx="2322900" cy="27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sp>
        <p:nvSpPr>
          <p:cNvPr id="2269" name="Google Shape;2269;p29"/>
          <p:cNvSpPr txBox="1">
            <a:spLocks noGrp="1"/>
          </p:cNvSpPr>
          <p:nvPr>
            <p:ph type="title" idx="18"/>
          </p:nvPr>
        </p:nvSpPr>
        <p:spPr>
          <a:xfrm>
            <a:off x="1940075" y="833125"/>
            <a:ext cx="11019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270" name="Google Shape;2270;p29"/>
          <p:cNvSpPr txBox="1">
            <a:spLocks noGrp="1"/>
          </p:cNvSpPr>
          <p:nvPr>
            <p:ph type="ctrTitle" idx="19"/>
          </p:nvPr>
        </p:nvSpPr>
        <p:spPr>
          <a:xfrm>
            <a:off x="1329575" y="3722410"/>
            <a:ext cx="2322900" cy="26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Data Mining Models</a:t>
            </a:r>
            <a:endParaRPr dirty="0"/>
          </a:p>
        </p:txBody>
      </p:sp>
      <p:sp>
        <p:nvSpPr>
          <p:cNvPr id="2272" name="Google Shape;2272;p29"/>
          <p:cNvSpPr txBox="1">
            <a:spLocks noGrp="1"/>
          </p:cNvSpPr>
          <p:nvPr>
            <p:ph type="title" idx="21"/>
          </p:nvPr>
        </p:nvSpPr>
        <p:spPr>
          <a:xfrm>
            <a:off x="1940075" y="2972134"/>
            <a:ext cx="11019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02"/>
        <p:cNvGrpSpPr/>
        <p:nvPr/>
      </p:nvGrpSpPr>
      <p:grpSpPr>
        <a:xfrm>
          <a:off x="0" y="0"/>
          <a:ext cx="0" cy="0"/>
          <a:chOff x="0" y="0"/>
          <a:chExt cx="0" cy="0"/>
        </a:xfrm>
      </p:grpSpPr>
      <p:sp>
        <p:nvSpPr>
          <p:cNvPr id="2303" name="Google Shape;2303;p32"/>
          <p:cNvSpPr/>
          <p:nvPr/>
        </p:nvSpPr>
        <p:spPr>
          <a:xfrm rot="10800000" flipH="1">
            <a:off x="717599" y="1741900"/>
            <a:ext cx="1313700" cy="579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2"/>
          <p:cNvSpPr txBox="1">
            <a:spLocks noGrp="1"/>
          </p:cNvSpPr>
          <p:nvPr>
            <p:ph type="title"/>
          </p:nvPr>
        </p:nvSpPr>
        <p:spPr>
          <a:xfrm>
            <a:off x="717599" y="2352150"/>
            <a:ext cx="5862815"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t>Introduction</a:t>
            </a:r>
            <a:endParaRPr sz="2800" dirty="0"/>
          </a:p>
        </p:txBody>
      </p:sp>
      <p:sp>
        <p:nvSpPr>
          <p:cNvPr id="2305" name="Google Shape;2305;p32"/>
          <p:cNvSpPr txBox="1">
            <a:spLocks noGrp="1"/>
          </p:cNvSpPr>
          <p:nvPr>
            <p:ph type="title" idx="2"/>
          </p:nvPr>
        </p:nvSpPr>
        <p:spPr>
          <a:xfrm>
            <a:off x="715100" y="1608716"/>
            <a:ext cx="1535400" cy="658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pic>
        <p:nvPicPr>
          <p:cNvPr id="2307" name="Google Shape;2307;p32"/>
          <p:cNvPicPr preferRelativeResize="0"/>
          <p:nvPr/>
        </p:nvPicPr>
        <p:blipFill>
          <a:blip r:embed="rId3">
            <a:alphaModFix/>
          </a:blip>
          <a:stretch>
            <a:fillRect/>
          </a:stretch>
        </p:blipFill>
        <p:spPr>
          <a:xfrm>
            <a:off x="5808141" y="1288198"/>
            <a:ext cx="2489475" cy="3116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0"/>
        <p:cNvGrpSpPr/>
        <p:nvPr/>
      </p:nvGrpSpPr>
      <p:grpSpPr>
        <a:xfrm>
          <a:off x="0" y="0"/>
          <a:ext cx="0" cy="0"/>
          <a:chOff x="0" y="0"/>
          <a:chExt cx="0" cy="0"/>
        </a:xfrm>
      </p:grpSpPr>
      <p:sp>
        <p:nvSpPr>
          <p:cNvPr id="2321" name="Google Shape;2321;p34"/>
          <p:cNvSpPr/>
          <p:nvPr/>
        </p:nvSpPr>
        <p:spPr>
          <a:xfrm>
            <a:off x="1229450" y="101114"/>
            <a:ext cx="4389600" cy="603300"/>
          </a:xfrm>
          <a:prstGeom prst="rect">
            <a:avLst/>
          </a:prstGeom>
          <a:solidFill>
            <a:schemeClr val="accent2"/>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dirty="0"/>
          </a:p>
        </p:txBody>
      </p:sp>
      <p:pic>
        <p:nvPicPr>
          <p:cNvPr id="2323" name="Google Shape;2323;p34"/>
          <p:cNvPicPr preferRelativeResize="0"/>
          <p:nvPr/>
        </p:nvPicPr>
        <p:blipFill>
          <a:blip r:embed="rId3">
            <a:alphaModFix/>
          </a:blip>
          <a:stretch>
            <a:fillRect/>
          </a:stretch>
        </p:blipFill>
        <p:spPr>
          <a:xfrm>
            <a:off x="6586825" y="1080675"/>
            <a:ext cx="2147700" cy="3241650"/>
          </a:xfrm>
          <a:prstGeom prst="rect">
            <a:avLst/>
          </a:prstGeom>
          <a:noFill/>
          <a:ln>
            <a:noFill/>
          </a:ln>
        </p:spPr>
      </p:pic>
      <p:grpSp>
        <p:nvGrpSpPr>
          <p:cNvPr id="2324" name="Google Shape;2324;p34"/>
          <p:cNvGrpSpPr/>
          <p:nvPr/>
        </p:nvGrpSpPr>
        <p:grpSpPr>
          <a:xfrm>
            <a:off x="343817" y="128279"/>
            <a:ext cx="579743" cy="1134819"/>
            <a:chOff x="4921825" y="870250"/>
            <a:chExt cx="407925" cy="798550"/>
          </a:xfrm>
        </p:grpSpPr>
        <p:sp>
          <p:nvSpPr>
            <p:cNvPr id="2325" name="Google Shape;2325;p34"/>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4"/>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4"/>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4"/>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4"/>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4"/>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4"/>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4"/>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4"/>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4"/>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4"/>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4"/>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4"/>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4"/>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4"/>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4"/>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4"/>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4"/>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4"/>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4"/>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34"/>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4"/>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4"/>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4"/>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4"/>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4"/>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4"/>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4"/>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4"/>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4"/>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5" name="Google Shape;2355;p34"/>
          <p:cNvGrpSpPr/>
          <p:nvPr/>
        </p:nvGrpSpPr>
        <p:grpSpPr>
          <a:xfrm>
            <a:off x="4667342" y="3792129"/>
            <a:ext cx="579743" cy="1134819"/>
            <a:chOff x="4921825" y="870250"/>
            <a:chExt cx="407925" cy="798550"/>
          </a:xfrm>
        </p:grpSpPr>
        <p:sp>
          <p:nvSpPr>
            <p:cNvPr id="2356" name="Google Shape;2356;p34"/>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4"/>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4"/>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4"/>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4"/>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4"/>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4"/>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4"/>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4"/>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4"/>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4"/>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4"/>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4"/>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4"/>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4"/>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4"/>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4"/>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4"/>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4"/>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4"/>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4"/>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4"/>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4"/>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4"/>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4"/>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4"/>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4"/>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4"/>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4"/>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4"/>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C1B02657-3C82-A44E-A58E-972FAE400E66}"/>
              </a:ext>
            </a:extLst>
          </p:cNvPr>
          <p:cNvSpPr txBox="1"/>
          <p:nvPr/>
        </p:nvSpPr>
        <p:spPr>
          <a:xfrm>
            <a:off x="1025033" y="965497"/>
            <a:ext cx="4596493" cy="2462213"/>
          </a:xfrm>
          <a:prstGeom prst="rect">
            <a:avLst/>
          </a:prstGeom>
          <a:noFill/>
        </p:spPr>
        <p:txBody>
          <a:bodyPr wrap="square" rtlCol="0">
            <a:spAutoFit/>
          </a:bodyPr>
          <a:lstStyle/>
          <a:p>
            <a:r>
              <a:rPr lang="en-US" b="0" i="0" dirty="0">
                <a:solidFill>
                  <a:srgbClr val="0D0D0D"/>
                </a:solidFill>
                <a:effectLst/>
                <a:highlight>
                  <a:srgbClr val="FFFFFF"/>
                </a:highlight>
                <a:latin typeface="+mj-lt"/>
              </a:rPr>
              <a:t> In today's competitive market landscape, businesses must excel in managing sales, inventory, and overall operations. Our project leverages advanced data mining techniques to delve into sales trends, forecast future demands, and enhance operational efficiencies. By understanding the dynamics of sales and minimizing product returns, we aim to boost customer satisfaction and streamline business processes. This presentation will explore key relationships within a comprehensive dataset to tackle these pressing business challenges effectively.</a:t>
            </a:r>
            <a:endParaRPr lang="en-US" dirty="0">
              <a:latin typeface="+mj-lt"/>
            </a:endParaRPr>
          </a:p>
        </p:txBody>
      </p:sp>
      <p:sp>
        <p:nvSpPr>
          <p:cNvPr id="5" name="TextBox 4">
            <a:extLst>
              <a:ext uri="{FF2B5EF4-FFF2-40B4-BE49-F238E27FC236}">
                <a16:creationId xmlns:a16="http://schemas.microsoft.com/office/drawing/2014/main" id="{105CFBA7-1735-7015-74EE-3FE38450B0DF}"/>
              </a:ext>
            </a:extLst>
          </p:cNvPr>
          <p:cNvSpPr txBox="1"/>
          <p:nvPr/>
        </p:nvSpPr>
        <p:spPr>
          <a:xfrm>
            <a:off x="1454345" y="234219"/>
            <a:ext cx="4164705" cy="400110"/>
          </a:xfrm>
          <a:prstGeom prst="rect">
            <a:avLst/>
          </a:prstGeom>
          <a:noFill/>
        </p:spPr>
        <p:txBody>
          <a:bodyPr wrap="square" rtlCol="0">
            <a:spAutoFit/>
          </a:bodyPr>
          <a:lstStyle/>
          <a:p>
            <a:r>
              <a:rPr lang="en-US" sz="2000" b="1" dirty="0"/>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5"/>
        <p:cNvGrpSpPr/>
        <p:nvPr/>
      </p:nvGrpSpPr>
      <p:grpSpPr>
        <a:xfrm>
          <a:off x="0" y="0"/>
          <a:ext cx="0" cy="0"/>
          <a:chOff x="0" y="0"/>
          <a:chExt cx="0" cy="0"/>
        </a:xfrm>
      </p:grpSpPr>
      <p:sp>
        <p:nvSpPr>
          <p:cNvPr id="2396" name="Google Shape;2396;p36"/>
          <p:cNvSpPr/>
          <p:nvPr/>
        </p:nvSpPr>
        <p:spPr>
          <a:xfrm>
            <a:off x="713225" y="1994325"/>
            <a:ext cx="3087300" cy="22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6"/>
          <p:cNvSpPr txBox="1">
            <a:spLocks noGrp="1"/>
          </p:cNvSpPr>
          <p:nvPr>
            <p:ph type="subTitle" idx="1"/>
          </p:nvPr>
        </p:nvSpPr>
        <p:spPr>
          <a:xfrm>
            <a:off x="373082" y="1258360"/>
            <a:ext cx="4198918" cy="2248445"/>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600" b="1" i="0" dirty="0">
                <a:solidFill>
                  <a:srgbClr val="0D0D0D"/>
                </a:solidFill>
                <a:effectLst/>
                <a:highlight>
                  <a:srgbClr val="FFFFFF"/>
                </a:highlight>
                <a:latin typeface="+mj-lt"/>
              </a:rPr>
              <a:t>Purpose:</a:t>
            </a:r>
            <a:r>
              <a:rPr lang="en-US" sz="1600" b="0" i="0" dirty="0">
                <a:solidFill>
                  <a:srgbClr val="0D0D0D"/>
                </a:solidFill>
                <a:effectLst/>
                <a:highlight>
                  <a:srgbClr val="FFFFFF"/>
                </a:highlight>
                <a:latin typeface="+mj-lt"/>
              </a:rPr>
              <a:t> Overview of why managing sales, inventory, and operations effectively is crucial for competitive advantage.</a:t>
            </a:r>
          </a:p>
          <a:p>
            <a:pPr algn="l">
              <a:buFont typeface="Arial" panose="020B0604020202020204" pitchFamily="34" charset="0"/>
              <a:buChar char="•"/>
            </a:pPr>
            <a:endParaRPr lang="en-US" sz="1600" b="0" i="0" dirty="0">
              <a:solidFill>
                <a:srgbClr val="0D0D0D"/>
              </a:solidFill>
              <a:effectLst/>
              <a:highlight>
                <a:srgbClr val="FFFFFF"/>
              </a:highlight>
              <a:latin typeface="+mj-lt"/>
            </a:endParaRPr>
          </a:p>
          <a:p>
            <a:pPr algn="l">
              <a:buFont typeface="Arial" panose="020B0604020202020204" pitchFamily="34" charset="0"/>
              <a:buChar char="•"/>
            </a:pPr>
            <a:r>
              <a:rPr lang="en-US" sz="1600" b="1" i="0" dirty="0">
                <a:solidFill>
                  <a:srgbClr val="0D0D0D"/>
                </a:solidFill>
                <a:effectLst/>
                <a:highlight>
                  <a:srgbClr val="FFFFFF"/>
                </a:highlight>
                <a:latin typeface="+mj-lt"/>
              </a:rPr>
              <a:t>Goals:</a:t>
            </a:r>
            <a:r>
              <a:rPr lang="en-US" sz="1600" b="0" i="0" dirty="0">
                <a:solidFill>
                  <a:srgbClr val="0D0D0D"/>
                </a:solidFill>
                <a:effectLst/>
                <a:highlight>
                  <a:srgbClr val="FFFFFF"/>
                </a:highlight>
                <a:latin typeface="+mj-lt"/>
              </a:rPr>
              <a:t> To analyze sales trends, forecast future sales, optimize processes, and minimize product returns using data-driven insights.</a:t>
            </a:r>
          </a:p>
          <a:p>
            <a:pPr marL="0" lvl="0" indent="0" algn="l" rtl="0">
              <a:spcBef>
                <a:spcPts val="0"/>
              </a:spcBef>
              <a:spcAft>
                <a:spcPts val="0"/>
              </a:spcAft>
              <a:buClr>
                <a:schemeClr val="dk1"/>
              </a:buClr>
              <a:buSzPts val="1100"/>
              <a:buFont typeface="Arial"/>
              <a:buNone/>
            </a:pPr>
            <a:endParaRPr sz="1600" dirty="0">
              <a:latin typeface="+mj-lt"/>
            </a:endParaRPr>
          </a:p>
        </p:txBody>
      </p:sp>
      <p:grpSp>
        <p:nvGrpSpPr>
          <p:cNvPr id="2399" name="Google Shape;2399;p36"/>
          <p:cNvGrpSpPr/>
          <p:nvPr/>
        </p:nvGrpSpPr>
        <p:grpSpPr>
          <a:xfrm>
            <a:off x="2429792" y="3633729"/>
            <a:ext cx="579743" cy="1134819"/>
            <a:chOff x="4921825" y="870250"/>
            <a:chExt cx="407925" cy="798550"/>
          </a:xfrm>
        </p:grpSpPr>
        <p:sp>
          <p:nvSpPr>
            <p:cNvPr id="2400" name="Google Shape;2400;p36"/>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6"/>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6"/>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6"/>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6"/>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6"/>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6"/>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6"/>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6"/>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6"/>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36"/>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6"/>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6"/>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6"/>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6"/>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6"/>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6"/>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6"/>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6"/>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6"/>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6"/>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6"/>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6"/>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6"/>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6"/>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6"/>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6"/>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6"/>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6"/>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36"/>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0" name="Google Shape;2430;p36"/>
          <p:cNvGrpSpPr/>
          <p:nvPr/>
        </p:nvGrpSpPr>
        <p:grpSpPr>
          <a:xfrm>
            <a:off x="361419" y="169600"/>
            <a:ext cx="579743" cy="1134819"/>
            <a:chOff x="4921825" y="870250"/>
            <a:chExt cx="407925" cy="798550"/>
          </a:xfrm>
        </p:grpSpPr>
        <p:sp>
          <p:nvSpPr>
            <p:cNvPr id="2431" name="Google Shape;2431;p36"/>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36"/>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36"/>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36"/>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36"/>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6"/>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6"/>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6"/>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6"/>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6"/>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6"/>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6"/>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6"/>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6"/>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6"/>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6"/>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6"/>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6"/>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6"/>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6"/>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6"/>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6"/>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6"/>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6"/>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6"/>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6"/>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6"/>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6"/>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6"/>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6"/>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61" name="Google Shape;2461;p36"/>
          <p:cNvPicPr preferRelativeResize="0"/>
          <p:nvPr/>
        </p:nvPicPr>
        <p:blipFill>
          <a:blip r:embed="rId3">
            <a:alphaModFix/>
          </a:blip>
          <a:stretch>
            <a:fillRect/>
          </a:stretch>
        </p:blipFill>
        <p:spPr>
          <a:xfrm>
            <a:off x="5174450" y="895400"/>
            <a:ext cx="3712375" cy="4013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9">
            <a:extLst>
              <a:ext uri="{FF2B5EF4-FFF2-40B4-BE49-F238E27FC236}">
                <a16:creationId xmlns:a16="http://schemas.microsoft.com/office/drawing/2014/main" id="{897AD2E8-A3C5-10E1-DB6E-E350896D39C3}"/>
              </a:ext>
            </a:extLst>
          </p:cNvPr>
          <p:cNvSpPr>
            <a:spLocks noGrp="1"/>
          </p:cNvSpPr>
          <p:nvPr>
            <p:ph type="subTitle" idx="1"/>
          </p:nvPr>
        </p:nvSpPr>
        <p:spPr>
          <a:xfrm>
            <a:off x="541775" y="1965786"/>
            <a:ext cx="3858900" cy="1043400"/>
          </a:xfrm>
        </p:spPr>
        <p:txBody>
          <a:bodyPr/>
          <a:lstStyle/>
          <a:p>
            <a:r>
              <a:rPr lang="en-US" sz="2800" b="1" dirty="0">
                <a:latin typeface="+mj-lt"/>
              </a:rPr>
              <a:t>Research question</a:t>
            </a:r>
          </a:p>
        </p:txBody>
      </p:sp>
      <p:sp>
        <p:nvSpPr>
          <p:cNvPr id="11" name="Google Shape;2303;p32">
            <a:extLst>
              <a:ext uri="{FF2B5EF4-FFF2-40B4-BE49-F238E27FC236}">
                <a16:creationId xmlns:a16="http://schemas.microsoft.com/office/drawing/2014/main" id="{452726B3-944D-EDFC-8C79-6AFED600EC70}"/>
              </a:ext>
            </a:extLst>
          </p:cNvPr>
          <p:cNvSpPr/>
          <p:nvPr/>
        </p:nvSpPr>
        <p:spPr>
          <a:xfrm flipH="1">
            <a:off x="713225" y="1203057"/>
            <a:ext cx="1697466" cy="579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9000" dirty="0"/>
              <a:t>02</a:t>
            </a:r>
          </a:p>
        </p:txBody>
      </p:sp>
    </p:spTree>
    <p:extLst>
      <p:ext uri="{BB962C8B-B14F-4D97-AF65-F5344CB8AC3E}">
        <p14:creationId xmlns:p14="http://schemas.microsoft.com/office/powerpoint/2010/main" val="174289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4"/>
        <p:cNvGrpSpPr/>
        <p:nvPr/>
      </p:nvGrpSpPr>
      <p:grpSpPr>
        <a:xfrm>
          <a:off x="0" y="0"/>
          <a:ext cx="0" cy="0"/>
          <a:chOff x="0" y="0"/>
          <a:chExt cx="0" cy="0"/>
        </a:xfrm>
      </p:grpSpPr>
      <p:sp>
        <p:nvSpPr>
          <p:cNvPr id="2295" name="Google Shape;2295;p31"/>
          <p:cNvSpPr/>
          <p:nvPr/>
        </p:nvSpPr>
        <p:spPr>
          <a:xfrm rot="10800000" flipH="1">
            <a:off x="4914741" y="252914"/>
            <a:ext cx="4042200" cy="569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31"/>
          <p:cNvSpPr txBox="1">
            <a:spLocks noGrp="1"/>
          </p:cNvSpPr>
          <p:nvPr>
            <p:ph type="title"/>
          </p:nvPr>
        </p:nvSpPr>
        <p:spPr>
          <a:xfrm>
            <a:off x="3611391" y="-175486"/>
            <a:ext cx="5059800" cy="142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latin typeface="+mj-lt"/>
              </a:rPr>
              <a:t>Research Question</a:t>
            </a:r>
            <a:endParaRPr sz="2000" b="1" dirty="0">
              <a:latin typeface="+mj-lt"/>
            </a:endParaRPr>
          </a:p>
        </p:txBody>
      </p:sp>
      <p:sp>
        <p:nvSpPr>
          <p:cNvPr id="2297" name="Google Shape;2297;p31"/>
          <p:cNvSpPr txBox="1">
            <a:spLocks noGrp="1"/>
          </p:cNvSpPr>
          <p:nvPr>
            <p:ph type="subTitle" idx="1"/>
          </p:nvPr>
        </p:nvSpPr>
        <p:spPr>
          <a:xfrm>
            <a:off x="3369100" y="1678813"/>
            <a:ext cx="5059800" cy="2043962"/>
          </a:xfrm>
          <a:prstGeom prst="rect">
            <a:avLst/>
          </a:prstGeom>
        </p:spPr>
        <p:txBody>
          <a:bodyPr spcFirstLastPara="1" wrap="square" lIns="91425" tIns="91425" rIns="91425" bIns="91425" anchor="ctr" anchorCtr="0">
            <a:noAutofit/>
          </a:bodyPr>
          <a:lstStyle/>
          <a:p>
            <a:pPr algn="l">
              <a:buFont typeface="Arial" panose="020B0604020202020204" pitchFamily="34" charset="0"/>
              <a:buChar char="•"/>
            </a:pPr>
            <a:r>
              <a:rPr lang="en-US" b="1" i="0" dirty="0">
                <a:solidFill>
                  <a:srgbClr val="0D0D0D"/>
                </a:solidFill>
                <a:effectLst/>
                <a:highlight>
                  <a:srgbClr val="FFFFFF"/>
                </a:highlight>
                <a:latin typeface="Söhne"/>
              </a:rPr>
              <a:t>Main Question: </a:t>
            </a:r>
            <a:r>
              <a:rPr lang="en-US" dirty="0">
                <a:solidFill>
                  <a:srgbClr val="0D0D0D"/>
                </a:solidFill>
                <a:highlight>
                  <a:srgbClr val="FFFFFF"/>
                </a:highlight>
                <a:latin typeface="Söhne"/>
              </a:rPr>
              <a:t>What are all the factors that influence </a:t>
            </a:r>
            <a:r>
              <a:rPr lang="en-US" b="0" i="0" dirty="0">
                <a:solidFill>
                  <a:srgbClr val="0D0D0D"/>
                </a:solidFill>
                <a:effectLst/>
                <a:highlight>
                  <a:srgbClr val="FFFFFF"/>
                </a:highlight>
                <a:latin typeface="Söhne"/>
              </a:rPr>
              <a:t>sales across products, geographical areas, and time periods?</a:t>
            </a:r>
          </a:p>
          <a:p>
            <a:pPr marL="139700" indent="0" algn="l"/>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1" i="0" dirty="0">
                <a:solidFill>
                  <a:srgbClr val="0D0D0D"/>
                </a:solidFill>
                <a:effectLst/>
                <a:highlight>
                  <a:srgbClr val="FFFFFF"/>
                </a:highlight>
                <a:latin typeface="Söhne"/>
              </a:rPr>
              <a:t>Objectives:</a:t>
            </a:r>
            <a:endParaRPr lang="en-US" b="0" i="0" dirty="0">
              <a:solidFill>
                <a:srgbClr val="0D0D0D"/>
              </a:solidFill>
              <a:effectLst/>
              <a:highlight>
                <a:srgbClr val="FFFFFF"/>
              </a:highlight>
              <a:latin typeface="Söhne"/>
            </a:endParaRPr>
          </a:p>
          <a:p>
            <a:pPr marL="742950" lvl="1" indent="-285750" algn="l">
              <a:buFont typeface="Arial" panose="020B0604020202020204" pitchFamily="34" charset="0"/>
              <a:buChar char="•"/>
            </a:pPr>
            <a:r>
              <a:rPr lang="en-US" sz="1600" b="0" i="0" dirty="0">
                <a:solidFill>
                  <a:srgbClr val="0D0D0D"/>
                </a:solidFill>
                <a:effectLst/>
                <a:highlight>
                  <a:srgbClr val="FFFFFF"/>
                </a:highlight>
                <a:latin typeface="Söhne"/>
              </a:rPr>
              <a:t>Analyze sales patterns to gain insights into customer engagement.</a:t>
            </a:r>
          </a:p>
          <a:p>
            <a:pPr marL="742950" lvl="1" indent="-285750" algn="l">
              <a:buFont typeface="Arial" panose="020B0604020202020204" pitchFamily="34" charset="0"/>
              <a:buChar char="•"/>
            </a:pPr>
            <a:r>
              <a:rPr lang="en-US" sz="1600" b="0" i="0" dirty="0">
                <a:solidFill>
                  <a:srgbClr val="0D0D0D"/>
                </a:solidFill>
                <a:effectLst/>
                <a:highlight>
                  <a:srgbClr val="FFFFFF"/>
                </a:highlight>
                <a:latin typeface="Söhne"/>
              </a:rPr>
              <a:t>Uncover consumer preferences and purchasing behaviors.</a:t>
            </a:r>
          </a:p>
          <a:p>
            <a:pPr marL="742950" lvl="1" indent="-285750" algn="l">
              <a:buFont typeface="Arial" panose="020B0604020202020204" pitchFamily="34" charset="0"/>
              <a:buChar char="•"/>
            </a:pPr>
            <a:r>
              <a:rPr lang="en-US" sz="1600" b="0" i="0" dirty="0">
                <a:solidFill>
                  <a:srgbClr val="0D0D0D"/>
                </a:solidFill>
                <a:effectLst/>
                <a:highlight>
                  <a:srgbClr val="FFFFFF"/>
                </a:highlight>
                <a:latin typeface="Söhne"/>
              </a:rPr>
              <a:t>Explore geographical variations in sales to identify market opportunities.</a:t>
            </a:r>
          </a:p>
          <a:p>
            <a:pPr marL="742950" lvl="1" indent="-285750" algn="l">
              <a:buFont typeface="Arial" panose="020B0604020202020204" pitchFamily="34" charset="0"/>
              <a:buChar char="•"/>
            </a:pPr>
            <a:r>
              <a:rPr lang="en-US" sz="1600" b="0" i="0" dirty="0">
                <a:solidFill>
                  <a:srgbClr val="0D0D0D"/>
                </a:solidFill>
                <a:effectLst/>
                <a:highlight>
                  <a:srgbClr val="FFFFFF"/>
                </a:highlight>
                <a:latin typeface="Söhne"/>
              </a:rPr>
              <a:t>Use predictive analytics to support strategic business decisions.</a:t>
            </a:r>
          </a:p>
          <a:p>
            <a:pPr marL="0" lvl="0" indent="0" algn="ctr" rtl="0">
              <a:spcBef>
                <a:spcPts val="0"/>
              </a:spcBef>
              <a:spcAft>
                <a:spcPts val="0"/>
              </a:spcAft>
              <a:buClr>
                <a:schemeClr val="dk1"/>
              </a:buClr>
              <a:buSzPts val="1100"/>
              <a:buFont typeface="Arial"/>
              <a:buNone/>
            </a:pPr>
            <a:endParaRPr dirty="0"/>
          </a:p>
        </p:txBody>
      </p:sp>
      <p:pic>
        <p:nvPicPr>
          <p:cNvPr id="2298" name="Google Shape;2298;p31"/>
          <p:cNvPicPr preferRelativeResize="0"/>
          <p:nvPr/>
        </p:nvPicPr>
        <p:blipFill>
          <a:blip r:embed="rId3">
            <a:alphaModFix/>
          </a:blip>
          <a:stretch>
            <a:fillRect/>
          </a:stretch>
        </p:blipFill>
        <p:spPr>
          <a:xfrm>
            <a:off x="574129" y="1025200"/>
            <a:ext cx="2267525" cy="3107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5"/>
        <p:cNvGrpSpPr/>
        <p:nvPr/>
      </p:nvGrpSpPr>
      <p:grpSpPr>
        <a:xfrm>
          <a:off x="0" y="0"/>
          <a:ext cx="0" cy="0"/>
          <a:chOff x="0" y="0"/>
          <a:chExt cx="0" cy="0"/>
        </a:xfrm>
      </p:grpSpPr>
      <p:sp>
        <p:nvSpPr>
          <p:cNvPr id="2206" name="Google Shape;2206;p28"/>
          <p:cNvSpPr/>
          <p:nvPr/>
        </p:nvSpPr>
        <p:spPr>
          <a:xfrm>
            <a:off x="1804525" y="685975"/>
            <a:ext cx="5575500" cy="229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8"/>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solidFill>
                  <a:srgbClr val="191919"/>
                </a:solidFill>
              </a:rPr>
              <a:t>Data Dictionary</a:t>
            </a:r>
            <a:endParaRPr dirty="0"/>
          </a:p>
        </p:txBody>
      </p:sp>
      <p:graphicFrame>
        <p:nvGraphicFramePr>
          <p:cNvPr id="2209" name="Google Shape;2209;p28"/>
          <p:cNvGraphicFramePr/>
          <p:nvPr>
            <p:extLst>
              <p:ext uri="{D42A27DB-BD31-4B8C-83A1-F6EECF244321}">
                <p14:modId xmlns:p14="http://schemas.microsoft.com/office/powerpoint/2010/main" val="1256593343"/>
              </p:ext>
            </p:extLst>
          </p:nvPr>
        </p:nvGraphicFramePr>
        <p:xfrm>
          <a:off x="740276" y="1396043"/>
          <a:ext cx="7703997" cy="3162795"/>
        </p:xfrm>
        <a:graphic>
          <a:graphicData uri="http://schemas.openxmlformats.org/drawingml/2006/table">
            <a:tbl>
              <a:tblPr>
                <a:noFill/>
                <a:tableStyleId>{5523365D-2D8C-41E8-AB08-E5754EFEE760}</a:tableStyleId>
              </a:tblPr>
              <a:tblGrid>
                <a:gridCol w="1765743">
                  <a:extLst>
                    <a:ext uri="{9D8B030D-6E8A-4147-A177-3AD203B41FA5}">
                      <a16:colId xmlns:a16="http://schemas.microsoft.com/office/drawing/2014/main" val="20000"/>
                    </a:ext>
                  </a:extLst>
                </a:gridCol>
                <a:gridCol w="2969127">
                  <a:extLst>
                    <a:ext uri="{9D8B030D-6E8A-4147-A177-3AD203B41FA5}">
                      <a16:colId xmlns:a16="http://schemas.microsoft.com/office/drawing/2014/main" val="919023645"/>
                    </a:ext>
                  </a:extLst>
                </a:gridCol>
                <a:gridCol w="2969127">
                  <a:extLst>
                    <a:ext uri="{9D8B030D-6E8A-4147-A177-3AD203B41FA5}">
                      <a16:colId xmlns:a16="http://schemas.microsoft.com/office/drawing/2014/main" val="20001"/>
                    </a:ext>
                  </a:extLst>
                </a:gridCol>
              </a:tblGrid>
              <a:tr h="327825">
                <a:tc>
                  <a:txBody>
                    <a:bodyPr/>
                    <a:lstStyle/>
                    <a:p>
                      <a:pPr marL="0" lvl="0" indent="0" algn="l" rtl="0">
                        <a:spcBef>
                          <a:spcPts val="0"/>
                        </a:spcBef>
                        <a:spcAft>
                          <a:spcPts val="0"/>
                        </a:spcAft>
                        <a:buNone/>
                      </a:pPr>
                      <a:r>
                        <a:rPr lang="en-US" sz="1100" b="1" dirty="0">
                          <a:solidFill>
                            <a:schemeClr val="dk1"/>
                          </a:solidFill>
                          <a:latin typeface="Questrial"/>
                          <a:ea typeface="Questrial"/>
                          <a:cs typeface="Questrial"/>
                          <a:sym typeface="Questrial"/>
                        </a:rPr>
                        <a:t>Variable</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solidFill>
                        <a:schemeClr val="dk1">
                          <a:alpha val="0"/>
                        </a:schemeClr>
                      </a:solidFill>
                      <a:prstDash val="dot"/>
                      <a:round/>
                      <a:headEnd type="none" w="sm" len="sm"/>
                      <a:tailEnd type="none" w="sm" len="sm"/>
                    </a:lnB>
                    <a:solidFill>
                      <a:srgbClr val="FAF7EF"/>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Type</a:t>
                      </a:r>
                      <a:endParaRPr sz="1100" b="1" dirty="0">
                        <a:solidFill>
                          <a:schemeClr val="tx1"/>
                        </a:solidFill>
                        <a:latin typeface="Abel"/>
                        <a:ea typeface="Abel"/>
                        <a:cs typeface="Abel"/>
                        <a:sym typeface="Abel"/>
                      </a:endParaRPr>
                    </a:p>
                  </a:txBody>
                  <a:tcPr marL="91425" marR="91425" marT="0" marB="0" anchor="ctr">
                    <a:lnL w="19050" cap="flat" cmpd="sng" algn="ctr">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FAF7EF"/>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Description</a:t>
                      </a:r>
                      <a:endParaRPr sz="1100" b="1" dirty="0">
                        <a:solidFill>
                          <a:schemeClr val="tx1"/>
                        </a:solidFill>
                        <a:latin typeface="Abel"/>
                        <a:ea typeface="Abel"/>
                        <a:cs typeface="Abel"/>
                        <a:sym typeface="Abel"/>
                      </a:endParaRPr>
                    </a:p>
                  </a:txBody>
                  <a:tcPr marL="91425" marR="91425" marT="0" marB="0" anchor="ctr">
                    <a:lnL w="19050" cap="flat" cmpd="sng" algn="ctr">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solidFill>
                        <a:schemeClr val="dk1">
                          <a:alpha val="0"/>
                        </a:schemeClr>
                      </a:solidFill>
                      <a:prstDash val="dot"/>
                      <a:round/>
                      <a:headEnd type="none" w="sm" len="sm"/>
                      <a:tailEnd type="none" w="sm" len="sm"/>
                    </a:lnB>
                    <a:solidFill>
                      <a:srgbClr val="FAF7EF"/>
                    </a:solidFill>
                  </a:tcPr>
                </a:tc>
                <a:extLst>
                  <a:ext uri="{0D108BD9-81ED-4DB2-BD59-A6C34878D82A}">
                    <a16:rowId xmlns:a16="http://schemas.microsoft.com/office/drawing/2014/main" val="1697535391"/>
                  </a:ext>
                </a:extLst>
              </a:tr>
              <a:tr h="327825">
                <a:tc>
                  <a:txBody>
                    <a:bodyPr/>
                    <a:lstStyle/>
                    <a:p>
                      <a:pPr marL="0" lvl="0" indent="0" algn="l" rtl="0">
                        <a:spcBef>
                          <a:spcPts val="0"/>
                        </a:spcBef>
                        <a:spcAft>
                          <a:spcPts val="0"/>
                        </a:spcAft>
                        <a:buNone/>
                      </a:pPr>
                      <a:r>
                        <a:rPr lang="en" sz="1100" b="1" dirty="0">
                          <a:solidFill>
                            <a:schemeClr val="dk1"/>
                          </a:solidFill>
                          <a:uFill>
                            <a:noFill/>
                          </a:uFill>
                          <a:latin typeface="Questrial"/>
                          <a:ea typeface="Questrial"/>
                          <a:cs typeface="Questrial"/>
                          <a:sym typeface="Questrial"/>
                        </a:rPr>
                        <a:t>InvoiceNo</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solidFill>
                        <a:schemeClr val="dk1">
                          <a:alpha val="0"/>
                        </a:schemeClr>
                      </a:solidFill>
                      <a:prstDash val="dot"/>
                      <a:round/>
                      <a:headEnd type="none" w="sm" len="sm"/>
                      <a:tailEnd type="none" w="sm" len="sm"/>
                    </a:lnR>
                    <a:lnT w="28575" cap="flat" cmpd="sng" algn="ctr">
                      <a:solidFill>
                        <a:schemeClr val="dk1">
                          <a:alpha val="0"/>
                        </a:schemeClr>
                      </a:solidFill>
                      <a:prstDash val="dot"/>
                      <a:round/>
                      <a:headEnd type="none" w="sm" len="sm"/>
                      <a:tailEnd type="none" w="sm" len="sm"/>
                    </a:lnT>
                    <a:lnB w="28575" cap="flat" cmpd="sng">
                      <a:solidFill>
                        <a:schemeClr val="dk1">
                          <a:alpha val="0"/>
                        </a:schemeClr>
                      </a:solidFill>
                      <a:prstDash val="dot"/>
                      <a:round/>
                      <a:headEnd type="none" w="sm" len="sm"/>
                      <a:tailEnd type="none" w="sm" len="sm"/>
                    </a:lnB>
                    <a:solidFill>
                      <a:srgbClr val="E6B8AF">
                        <a:alpha val="70770"/>
                      </a:srgb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Categorical</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6B8AF">
                        <a:alpha val="70770"/>
                      </a:srgb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A</a:t>
                      </a:r>
                      <a:r>
                        <a:rPr lang="en" sz="1100" b="1" dirty="0">
                          <a:solidFill>
                            <a:schemeClr val="tx1"/>
                          </a:solidFill>
                          <a:latin typeface="Abel"/>
                          <a:ea typeface="Abel"/>
                          <a:cs typeface="Abel"/>
                          <a:sym typeface="Abel"/>
                        </a:rPr>
                        <a:t> 6-digit integral number uniquely assigned to each transaction. If this code starts with letter ‘C’, it indicates cancellation.</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solidFill>
                        <a:schemeClr val="dk1">
                          <a:alpha val="0"/>
                        </a:schemeClr>
                      </a:solidFill>
                      <a:prstDash val="dot"/>
                      <a:round/>
                      <a:headEnd type="none" w="sm" len="sm"/>
                      <a:tailEnd type="none" w="sm" len="sm"/>
                    </a:lnB>
                    <a:solidFill>
                      <a:srgbClr val="E6B8AF">
                        <a:alpha val="70770"/>
                      </a:srgbClr>
                    </a:solidFill>
                  </a:tcPr>
                </a:tc>
                <a:extLst>
                  <a:ext uri="{0D108BD9-81ED-4DB2-BD59-A6C34878D82A}">
                    <a16:rowId xmlns:a16="http://schemas.microsoft.com/office/drawing/2014/main" val="10000"/>
                  </a:ext>
                </a:extLst>
              </a:tr>
              <a:tr h="327825">
                <a:tc>
                  <a:txBody>
                    <a:bodyPr/>
                    <a:lstStyle/>
                    <a:p>
                      <a:pPr marL="0" lvl="0" indent="0" algn="l" rtl="0">
                        <a:spcBef>
                          <a:spcPts val="0"/>
                        </a:spcBef>
                        <a:spcAft>
                          <a:spcPts val="0"/>
                        </a:spcAft>
                        <a:buNone/>
                      </a:pPr>
                      <a:r>
                        <a:rPr lang="en" sz="1100" b="1" dirty="0">
                          <a:solidFill>
                            <a:schemeClr val="dk1"/>
                          </a:solidFill>
                          <a:uFill>
                            <a:noFill/>
                          </a:uFill>
                          <a:latin typeface="Questrial"/>
                          <a:ea typeface="Questrial"/>
                          <a:cs typeface="Questrial"/>
                          <a:sym typeface="Questrial"/>
                        </a:rPr>
                        <a:t>StockCode</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solidFill>
                        <a:schemeClr val="dk1">
                          <a:alpha val="0"/>
                        </a:schemeClr>
                      </a:solidFill>
                      <a:prstDash val="dot"/>
                      <a:round/>
                      <a:headEnd type="none" w="sm" len="sm"/>
                      <a:tailEnd type="none" w="sm" len="sm"/>
                    </a:lnB>
                    <a:solidFill>
                      <a:srgbClr val="EFE4C8">
                        <a:alpha val="28490"/>
                      </a:srgbClr>
                    </a:solidFill>
                  </a:tcPr>
                </a:tc>
                <a:tc>
                  <a:txBody>
                    <a:bodyPr/>
                    <a:lstStyle/>
                    <a:p>
                      <a:pPr marL="0" marR="0" lvl="0" indent="0" algn="l" rtl="0">
                        <a:lnSpc>
                          <a:spcPct val="100000"/>
                        </a:lnSpc>
                        <a:spcBef>
                          <a:spcPts val="0"/>
                        </a:spcBef>
                        <a:spcAft>
                          <a:spcPts val="1600"/>
                        </a:spcAft>
                        <a:buNone/>
                      </a:pPr>
                      <a:r>
                        <a:rPr lang="en-US" sz="1100" b="1" dirty="0">
                          <a:solidFill>
                            <a:schemeClr val="tx1"/>
                          </a:solidFill>
                          <a:latin typeface="Abel"/>
                          <a:ea typeface="Abel"/>
                          <a:cs typeface="Abel"/>
                          <a:sym typeface="Abel"/>
                        </a:rPr>
                        <a:t>Categorical</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FE4C8">
                        <a:alpha val="28490"/>
                      </a:srgbClr>
                    </a:solidFill>
                  </a:tcPr>
                </a:tc>
                <a:tc>
                  <a:txBody>
                    <a:bodyPr/>
                    <a:lstStyle/>
                    <a:p>
                      <a:pPr marL="0" marR="0" lvl="0" indent="0" algn="l" rtl="0">
                        <a:lnSpc>
                          <a:spcPct val="100000"/>
                        </a:lnSpc>
                        <a:spcBef>
                          <a:spcPts val="0"/>
                        </a:spcBef>
                        <a:spcAft>
                          <a:spcPts val="1600"/>
                        </a:spcAft>
                        <a:buNone/>
                      </a:pPr>
                      <a:r>
                        <a:rPr lang="en" sz="1100" b="1" dirty="0">
                          <a:solidFill>
                            <a:schemeClr val="tx1"/>
                          </a:solidFill>
                          <a:latin typeface="Abel"/>
                          <a:ea typeface="Abel"/>
                          <a:cs typeface="Abel"/>
                          <a:sym typeface="Abel"/>
                        </a:rPr>
                        <a:t>A 5-digit integral number uniquely assigned to each distinct product</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solidFill>
                        <a:schemeClr val="dk1">
                          <a:alpha val="0"/>
                        </a:schemeClr>
                      </a:solidFill>
                      <a:prstDash val="dot"/>
                      <a:round/>
                      <a:headEnd type="none" w="sm" len="sm"/>
                      <a:tailEnd type="none" w="sm" len="sm"/>
                    </a:lnB>
                    <a:solidFill>
                      <a:srgbClr val="EFE4C8">
                        <a:alpha val="28490"/>
                      </a:srgbClr>
                    </a:solidFill>
                  </a:tcPr>
                </a:tc>
                <a:extLst>
                  <a:ext uri="{0D108BD9-81ED-4DB2-BD59-A6C34878D82A}">
                    <a16:rowId xmlns:a16="http://schemas.microsoft.com/office/drawing/2014/main" val="10001"/>
                  </a:ext>
                </a:extLst>
              </a:tr>
              <a:tr h="327825">
                <a:tc>
                  <a:txBody>
                    <a:bodyPr/>
                    <a:lstStyle/>
                    <a:p>
                      <a:pPr marL="0" lvl="0" indent="0" algn="l" rtl="0">
                        <a:spcBef>
                          <a:spcPts val="0"/>
                        </a:spcBef>
                        <a:spcAft>
                          <a:spcPts val="0"/>
                        </a:spcAft>
                        <a:buNone/>
                      </a:pPr>
                      <a:r>
                        <a:rPr lang="en" sz="1100" b="1" dirty="0">
                          <a:solidFill>
                            <a:schemeClr val="dk1"/>
                          </a:solidFill>
                          <a:uFill>
                            <a:noFill/>
                          </a:uFill>
                          <a:latin typeface="Questrial"/>
                          <a:ea typeface="Questrial"/>
                          <a:cs typeface="Questrial"/>
                          <a:sym typeface="Questrial"/>
                        </a:rPr>
                        <a:t>Description</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solidFill>
                        <a:schemeClr val="dk1">
                          <a:alpha val="0"/>
                        </a:schemeClr>
                      </a:solidFill>
                      <a:prstDash val="dot"/>
                      <a:round/>
                      <a:headEnd type="none" w="sm" len="sm"/>
                      <a:tailEnd type="none" w="sm" len="sm"/>
                    </a:lnB>
                    <a:solidFill>
                      <a:srgbClr val="E6B8AF">
                        <a:alpha val="70770"/>
                      </a:srgb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Categorical</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6B8AF">
                        <a:alpha val="70770"/>
                      </a:srgbClr>
                    </a:solidFill>
                  </a:tcPr>
                </a:tc>
                <a:tc>
                  <a:txBody>
                    <a:bodyPr/>
                    <a:lstStyle/>
                    <a:p>
                      <a:pPr marL="0" lvl="0" indent="0" algn="l" rtl="0">
                        <a:spcBef>
                          <a:spcPts val="0"/>
                        </a:spcBef>
                        <a:spcAft>
                          <a:spcPts val="1600"/>
                        </a:spcAft>
                        <a:buNone/>
                      </a:pPr>
                      <a:r>
                        <a:rPr lang="en" sz="1100" b="1" dirty="0">
                          <a:solidFill>
                            <a:schemeClr val="tx1"/>
                          </a:solidFill>
                          <a:latin typeface="Abel"/>
                          <a:ea typeface="Abel"/>
                          <a:cs typeface="Abel"/>
                          <a:sym typeface="Abel"/>
                        </a:rPr>
                        <a:t>Product name</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solidFill>
                        <a:schemeClr val="dk1">
                          <a:alpha val="0"/>
                        </a:schemeClr>
                      </a:solidFill>
                      <a:prstDash val="dot"/>
                      <a:round/>
                      <a:headEnd type="none" w="sm" len="sm"/>
                      <a:tailEnd type="none" w="sm" len="sm"/>
                    </a:lnB>
                    <a:solidFill>
                      <a:srgbClr val="E6B8AF">
                        <a:alpha val="70770"/>
                      </a:srgbClr>
                    </a:solidFill>
                  </a:tcPr>
                </a:tc>
                <a:extLst>
                  <a:ext uri="{0D108BD9-81ED-4DB2-BD59-A6C34878D82A}">
                    <a16:rowId xmlns:a16="http://schemas.microsoft.com/office/drawing/2014/main" val="10002"/>
                  </a:ext>
                </a:extLst>
              </a:tr>
              <a:tr h="327825">
                <a:tc>
                  <a:txBody>
                    <a:bodyPr/>
                    <a:lstStyle/>
                    <a:p>
                      <a:pPr marL="0" lvl="0" indent="0" algn="l" rtl="0">
                        <a:spcBef>
                          <a:spcPts val="0"/>
                        </a:spcBef>
                        <a:spcAft>
                          <a:spcPts val="0"/>
                        </a:spcAft>
                        <a:buNone/>
                      </a:pPr>
                      <a:r>
                        <a:rPr lang="en" sz="1100" b="1" dirty="0">
                          <a:solidFill>
                            <a:schemeClr val="dk1"/>
                          </a:solidFill>
                          <a:uFill>
                            <a:noFill/>
                          </a:uFill>
                          <a:latin typeface="Questrial"/>
                          <a:ea typeface="Questrial"/>
                          <a:cs typeface="Questrial"/>
                          <a:sym typeface="Questrial"/>
                        </a:rPr>
                        <a:t>Quantity</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solidFill>
                        <a:schemeClr val="dk1">
                          <a:alpha val="0"/>
                        </a:schemeClr>
                      </a:solidFill>
                      <a:prstDash val="dot"/>
                      <a:round/>
                      <a:headEnd type="none" w="sm" len="sm"/>
                      <a:tailEnd type="none" w="sm" len="sm"/>
                    </a:lnB>
                    <a:solidFill>
                      <a:srgbClr val="EFE4C8">
                        <a:alpha val="28490"/>
                      </a:srgb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Integer</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FE4C8">
                        <a:alpha val="28490"/>
                      </a:srgbClr>
                    </a:solidFill>
                  </a:tcPr>
                </a:tc>
                <a:tc>
                  <a:txBody>
                    <a:bodyPr/>
                    <a:lstStyle/>
                    <a:p>
                      <a:pPr marL="0" lvl="0" indent="0" algn="l" rtl="0">
                        <a:spcBef>
                          <a:spcPts val="0"/>
                        </a:spcBef>
                        <a:spcAft>
                          <a:spcPts val="1600"/>
                        </a:spcAft>
                        <a:buNone/>
                      </a:pPr>
                      <a:r>
                        <a:rPr lang="en" sz="1100" b="1" dirty="0">
                          <a:solidFill>
                            <a:schemeClr val="tx1"/>
                          </a:solidFill>
                          <a:latin typeface="Abel"/>
                          <a:ea typeface="Abel"/>
                          <a:cs typeface="Abel"/>
                          <a:sym typeface="Abel"/>
                        </a:rPr>
                        <a:t>The quantities of each product(item) per transaction</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solidFill>
                        <a:schemeClr val="dk1">
                          <a:alpha val="0"/>
                        </a:schemeClr>
                      </a:solidFill>
                      <a:prstDash val="dot"/>
                      <a:round/>
                      <a:headEnd type="none" w="sm" len="sm"/>
                      <a:tailEnd type="none" w="sm" len="sm"/>
                    </a:lnB>
                    <a:solidFill>
                      <a:srgbClr val="EFE4C8">
                        <a:alpha val="28490"/>
                      </a:srgbClr>
                    </a:solidFill>
                  </a:tcPr>
                </a:tc>
                <a:extLst>
                  <a:ext uri="{0D108BD9-81ED-4DB2-BD59-A6C34878D82A}">
                    <a16:rowId xmlns:a16="http://schemas.microsoft.com/office/drawing/2014/main" val="10003"/>
                  </a:ext>
                </a:extLst>
              </a:tr>
              <a:tr h="327825">
                <a:tc>
                  <a:txBody>
                    <a:bodyPr/>
                    <a:lstStyle/>
                    <a:p>
                      <a:pPr marL="0" lvl="0" indent="0" algn="l" rtl="0">
                        <a:spcBef>
                          <a:spcPts val="0"/>
                        </a:spcBef>
                        <a:spcAft>
                          <a:spcPts val="0"/>
                        </a:spcAft>
                        <a:buNone/>
                      </a:pPr>
                      <a:r>
                        <a:rPr lang="en" sz="1100" b="1" dirty="0">
                          <a:solidFill>
                            <a:schemeClr val="dk1"/>
                          </a:solidFill>
                          <a:uFill>
                            <a:noFill/>
                          </a:uFill>
                          <a:latin typeface="Questrial"/>
                          <a:ea typeface="Questrial"/>
                          <a:cs typeface="Questrial"/>
                          <a:sym typeface="Questrial"/>
                        </a:rPr>
                        <a:t>InvoiceDate</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solidFill>
                        <a:schemeClr val="dk1">
                          <a:alpha val="0"/>
                        </a:schemeClr>
                      </a:solidFill>
                      <a:prstDash val="dot"/>
                      <a:round/>
                      <a:headEnd type="none" w="sm" len="sm"/>
                      <a:tailEnd type="none" w="sm" len="sm"/>
                    </a:lnB>
                    <a:solidFill>
                      <a:srgbClr val="E6B8AF">
                        <a:alpha val="70770"/>
                      </a:srgbClr>
                    </a:solidFill>
                  </a:tcPr>
                </a:tc>
                <a:tc>
                  <a:txBody>
                    <a:bodyPr/>
                    <a:lstStyle/>
                    <a:p>
                      <a:pPr marL="0" lvl="0" indent="0" algn="l" rtl="0">
                        <a:spcBef>
                          <a:spcPts val="0"/>
                        </a:spcBef>
                        <a:spcAft>
                          <a:spcPts val="0"/>
                        </a:spcAft>
                        <a:buNone/>
                      </a:pPr>
                      <a:r>
                        <a:rPr lang="en-US" sz="1100" b="1" dirty="0">
                          <a:solidFill>
                            <a:schemeClr val="tx1"/>
                          </a:solidFill>
                          <a:latin typeface="Abel"/>
                          <a:ea typeface="Abel"/>
                          <a:cs typeface="Abel"/>
                          <a:sym typeface="Abel"/>
                        </a:rPr>
                        <a:t>Date</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6B8AF">
                        <a:alpha val="70770"/>
                      </a:srgbClr>
                    </a:solidFill>
                  </a:tcPr>
                </a:tc>
                <a:tc>
                  <a:txBody>
                    <a:bodyPr/>
                    <a:lstStyle/>
                    <a:p>
                      <a:pPr marL="0" lvl="0" indent="0" algn="l" rtl="0">
                        <a:spcBef>
                          <a:spcPts val="0"/>
                        </a:spcBef>
                        <a:spcAft>
                          <a:spcPts val="0"/>
                        </a:spcAft>
                        <a:buNone/>
                      </a:pPr>
                      <a:r>
                        <a:rPr lang="en" sz="1100" b="1" dirty="0">
                          <a:solidFill>
                            <a:schemeClr val="tx1"/>
                          </a:solidFill>
                          <a:latin typeface="Abel"/>
                          <a:ea typeface="Abel"/>
                          <a:cs typeface="Abel"/>
                          <a:sym typeface="Abel"/>
                        </a:rPr>
                        <a:t>The day and time when each transaction was generated</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solidFill>
                        <a:schemeClr val="dk1">
                          <a:alpha val="0"/>
                        </a:schemeClr>
                      </a:solidFill>
                      <a:prstDash val="dot"/>
                      <a:round/>
                      <a:headEnd type="none" w="sm" len="sm"/>
                      <a:tailEnd type="none" w="sm" len="sm"/>
                    </a:lnB>
                    <a:solidFill>
                      <a:srgbClr val="E6B8AF">
                        <a:alpha val="70770"/>
                      </a:srgbClr>
                    </a:solidFill>
                  </a:tcPr>
                </a:tc>
                <a:extLst>
                  <a:ext uri="{0D108BD9-81ED-4DB2-BD59-A6C34878D82A}">
                    <a16:rowId xmlns:a16="http://schemas.microsoft.com/office/drawing/2014/main" val="10004"/>
                  </a:ext>
                </a:extLst>
              </a:tr>
              <a:tr h="327825">
                <a:tc>
                  <a:txBody>
                    <a:bodyPr/>
                    <a:lstStyle/>
                    <a:p>
                      <a:pPr marL="0" lvl="0" indent="0" algn="l" rtl="0">
                        <a:spcBef>
                          <a:spcPts val="0"/>
                        </a:spcBef>
                        <a:spcAft>
                          <a:spcPts val="0"/>
                        </a:spcAft>
                        <a:buNone/>
                      </a:pPr>
                      <a:r>
                        <a:rPr lang="en" sz="1100" b="1" dirty="0">
                          <a:solidFill>
                            <a:schemeClr val="hlink"/>
                          </a:solidFill>
                          <a:uFill>
                            <a:noFill/>
                          </a:uFill>
                          <a:latin typeface="Questrial"/>
                          <a:ea typeface="Questrial"/>
                          <a:cs typeface="Questrial"/>
                          <a:sym typeface="Questrial"/>
                        </a:rPr>
                        <a:t>UnitPrice</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lgn="ctr">
                      <a:solidFill>
                        <a:schemeClr val="dk1">
                          <a:alpha val="0"/>
                        </a:schemeClr>
                      </a:solidFill>
                      <a:prstDash val="dot"/>
                      <a:round/>
                      <a:headEnd type="none" w="sm" len="sm"/>
                      <a:tailEnd type="none" w="sm" len="sm"/>
                    </a:lnB>
                    <a:solidFill>
                      <a:srgbClr val="EFE4C8">
                        <a:alpha val="28490"/>
                      </a:srgb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Continuous</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FE4C8">
                        <a:alpha val="28490"/>
                      </a:srgbClr>
                    </a:solidFill>
                  </a:tcPr>
                </a:tc>
                <a:tc>
                  <a:txBody>
                    <a:bodyPr/>
                    <a:lstStyle/>
                    <a:p>
                      <a:pPr marL="0" lvl="0" indent="0" algn="l" rtl="0">
                        <a:spcBef>
                          <a:spcPts val="0"/>
                        </a:spcBef>
                        <a:spcAft>
                          <a:spcPts val="1600"/>
                        </a:spcAft>
                        <a:buNone/>
                      </a:pPr>
                      <a:r>
                        <a:rPr lang="en" sz="1100" b="1" dirty="0">
                          <a:solidFill>
                            <a:schemeClr val="tx1"/>
                          </a:solidFill>
                          <a:latin typeface="Abel"/>
                          <a:ea typeface="Abel"/>
                          <a:cs typeface="Abel"/>
                          <a:sym typeface="Abel"/>
                        </a:rPr>
                        <a:t>Product price per unit</a:t>
                      </a:r>
                      <a:endParaRPr sz="1100" b="1" dirty="0">
                        <a:solidFill>
                          <a:schemeClr val="tx1"/>
                        </a:solidFill>
                        <a:latin typeface="Abel"/>
                        <a:ea typeface="Abel"/>
                        <a:cs typeface="Abel"/>
                        <a:sym typeface="Abel"/>
                      </a:endParaRPr>
                    </a:p>
                  </a:txBody>
                  <a:tcPr marL="91425" marR="91425" marT="0" marB="0" anchor="ctr">
                    <a:lnL w="19050"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FE4C8">
                        <a:alpha val="28490"/>
                      </a:srgbClr>
                    </a:solidFill>
                  </a:tcPr>
                </a:tc>
                <a:extLst>
                  <a:ext uri="{0D108BD9-81ED-4DB2-BD59-A6C34878D82A}">
                    <a16:rowId xmlns:a16="http://schemas.microsoft.com/office/drawing/2014/main" val="10005"/>
                  </a:ext>
                </a:extLst>
              </a:tr>
              <a:tr h="327825">
                <a:tc>
                  <a:txBody>
                    <a:bodyPr/>
                    <a:lstStyle/>
                    <a:p>
                      <a:pPr marL="0" lvl="0" indent="0" algn="l" rtl="0">
                        <a:spcBef>
                          <a:spcPts val="0"/>
                        </a:spcBef>
                        <a:spcAft>
                          <a:spcPts val="0"/>
                        </a:spcAft>
                        <a:buNone/>
                      </a:pPr>
                      <a:r>
                        <a:rPr lang="en-US" sz="1100" b="1" dirty="0" err="1">
                          <a:solidFill>
                            <a:schemeClr val="dk1"/>
                          </a:solidFill>
                          <a:latin typeface="Questrial"/>
                          <a:ea typeface="Questrial"/>
                          <a:cs typeface="Questrial"/>
                          <a:sym typeface="Questrial"/>
                        </a:rPr>
                        <a:t>CustomerID</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lgn="ctr">
                      <a:solidFill>
                        <a:schemeClr val="dk1">
                          <a:alpha val="0"/>
                        </a:schemeClr>
                      </a:solidFill>
                      <a:prstDash val="dot"/>
                      <a:round/>
                      <a:headEnd type="none" w="sm" len="sm"/>
                      <a:tailEnd type="none" w="sm" len="sm"/>
                    </a:lnB>
                    <a:solidFill>
                      <a:schemeClr val="accent6">
                        <a:lumMod val="75000"/>
                        <a:alpha val="28490"/>
                      </a:scheme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Categorical</a:t>
                      </a:r>
                      <a:endParaRPr sz="1100" b="1" dirty="0">
                        <a:solidFill>
                          <a:schemeClr val="tx1"/>
                        </a:solidFill>
                        <a:latin typeface="Abel"/>
                        <a:ea typeface="Abel"/>
                        <a:cs typeface="Abel"/>
                        <a:sym typeface="Abel"/>
                      </a:endParaRPr>
                    </a:p>
                  </a:txBody>
                  <a:tcPr marL="91425" marR="91425" marT="0" marB="0" anchor="ctr">
                    <a:lnL w="19050" cap="flat" cmpd="sng" algn="ctr">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chemeClr val="accent6">
                        <a:lumMod val="75000"/>
                        <a:alpha val="28490"/>
                      </a:scheme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A 5-digit integral number uniquely assigned to each customer</a:t>
                      </a:r>
                      <a:endParaRPr sz="1100" b="1" dirty="0">
                        <a:solidFill>
                          <a:schemeClr val="tx1"/>
                        </a:solidFill>
                        <a:latin typeface="Abel"/>
                        <a:ea typeface="Abel"/>
                        <a:cs typeface="Abel"/>
                        <a:sym typeface="Abel"/>
                      </a:endParaRPr>
                    </a:p>
                  </a:txBody>
                  <a:tcPr marL="91425" marR="91425" marT="0" marB="0" anchor="ctr">
                    <a:lnL w="19050" cap="flat" cmpd="sng" algn="ctr">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chemeClr val="accent6">
                        <a:lumMod val="75000"/>
                        <a:alpha val="28490"/>
                      </a:schemeClr>
                    </a:solidFill>
                  </a:tcPr>
                </a:tc>
                <a:extLst>
                  <a:ext uri="{0D108BD9-81ED-4DB2-BD59-A6C34878D82A}">
                    <a16:rowId xmlns:a16="http://schemas.microsoft.com/office/drawing/2014/main" val="1014590529"/>
                  </a:ext>
                </a:extLst>
              </a:tr>
              <a:tr h="327825">
                <a:tc>
                  <a:txBody>
                    <a:bodyPr/>
                    <a:lstStyle/>
                    <a:p>
                      <a:pPr marL="0" lvl="0" indent="0" algn="l" rtl="0">
                        <a:spcBef>
                          <a:spcPts val="0"/>
                        </a:spcBef>
                        <a:spcAft>
                          <a:spcPts val="0"/>
                        </a:spcAft>
                        <a:buNone/>
                      </a:pPr>
                      <a:r>
                        <a:rPr lang="en-US" sz="1100" b="1" dirty="0">
                          <a:solidFill>
                            <a:schemeClr val="dk1"/>
                          </a:solidFill>
                          <a:latin typeface="Questrial"/>
                          <a:ea typeface="Questrial"/>
                          <a:cs typeface="Questrial"/>
                          <a:sym typeface="Questrial"/>
                        </a:rPr>
                        <a:t>Country</a:t>
                      </a:r>
                      <a:endParaRPr sz="1100" b="1" dirty="0">
                        <a:solidFill>
                          <a:schemeClr val="dk1"/>
                        </a:solidFill>
                        <a:latin typeface="Questrial"/>
                        <a:ea typeface="Questrial"/>
                        <a:cs typeface="Questrial"/>
                        <a:sym typeface="Questrial"/>
                      </a:endParaRPr>
                    </a:p>
                  </a:txBody>
                  <a:tcPr marL="91425" marR="91425" marT="0" marB="0" anchor="ctr">
                    <a:lnL w="28575" cap="flat" cmpd="sng">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28575" cap="flat" cmpd="sng">
                      <a:solidFill>
                        <a:schemeClr val="dk1">
                          <a:alpha val="0"/>
                        </a:schemeClr>
                      </a:solidFill>
                      <a:prstDash val="dot"/>
                      <a:round/>
                      <a:headEnd type="none" w="sm" len="sm"/>
                      <a:tailEnd type="none" w="sm" len="sm"/>
                    </a:lnT>
                    <a:lnB w="28575" cap="flat" cmpd="sng" algn="ctr">
                      <a:solidFill>
                        <a:schemeClr val="dk1">
                          <a:alpha val="0"/>
                        </a:schemeClr>
                      </a:solidFill>
                      <a:prstDash val="dot"/>
                      <a:round/>
                      <a:headEnd type="none" w="sm" len="sm"/>
                      <a:tailEnd type="none" w="sm" len="sm"/>
                    </a:lnB>
                    <a:solidFill>
                      <a:srgbClr val="EFE4C8">
                        <a:alpha val="28490"/>
                      </a:srgb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Categorical</a:t>
                      </a:r>
                      <a:endParaRPr sz="1100" b="1" dirty="0">
                        <a:solidFill>
                          <a:schemeClr val="tx1"/>
                        </a:solidFill>
                        <a:latin typeface="Abel"/>
                        <a:ea typeface="Abel"/>
                        <a:cs typeface="Abel"/>
                        <a:sym typeface="Abel"/>
                      </a:endParaRPr>
                    </a:p>
                  </a:txBody>
                  <a:tcPr marL="91425" marR="91425" marT="0" marB="0" anchor="ctr">
                    <a:lnL w="19050" cap="flat" cmpd="sng" algn="ctr">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lgn="ctr">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FE4C8">
                        <a:alpha val="28490"/>
                      </a:srgbClr>
                    </a:solidFill>
                  </a:tcPr>
                </a:tc>
                <a:tc>
                  <a:txBody>
                    <a:bodyPr/>
                    <a:lstStyle/>
                    <a:p>
                      <a:pPr marL="0" lvl="0" indent="0" algn="l" rtl="0">
                        <a:spcBef>
                          <a:spcPts val="0"/>
                        </a:spcBef>
                        <a:spcAft>
                          <a:spcPts val="1600"/>
                        </a:spcAft>
                        <a:buNone/>
                      </a:pPr>
                      <a:r>
                        <a:rPr lang="en-US" sz="1100" b="1" dirty="0">
                          <a:solidFill>
                            <a:schemeClr val="tx1"/>
                          </a:solidFill>
                          <a:latin typeface="Abel"/>
                          <a:ea typeface="Abel"/>
                          <a:cs typeface="Abel"/>
                          <a:sym typeface="Abel"/>
                        </a:rPr>
                        <a:t>The name of the country where each customer resides</a:t>
                      </a:r>
                      <a:endParaRPr sz="1100" b="1" dirty="0">
                        <a:solidFill>
                          <a:schemeClr val="tx1"/>
                        </a:solidFill>
                        <a:latin typeface="Abel"/>
                        <a:ea typeface="Abel"/>
                        <a:cs typeface="Abel"/>
                        <a:sym typeface="Abel"/>
                      </a:endParaRPr>
                    </a:p>
                  </a:txBody>
                  <a:tcPr marL="91425" marR="91425" marT="0" marB="0" anchor="ctr">
                    <a:lnL w="19050" cap="flat" cmpd="sng" algn="ctr">
                      <a:solidFill>
                        <a:schemeClr val="dk1">
                          <a:alpha val="0"/>
                        </a:schemeClr>
                      </a:solidFill>
                      <a:prstDash val="dot"/>
                      <a:round/>
                      <a:headEnd type="none" w="sm" len="sm"/>
                      <a:tailEnd type="none" w="sm" len="sm"/>
                    </a:lnL>
                    <a:lnR w="19050" cap="flat" cmpd="sng" algn="ctr">
                      <a:solidFill>
                        <a:schemeClr val="dk1">
                          <a:alpha val="0"/>
                        </a:schemeClr>
                      </a:solidFill>
                      <a:prstDash val="dot"/>
                      <a:round/>
                      <a:headEnd type="none" w="sm" len="sm"/>
                      <a:tailEnd type="none" w="sm" len="sm"/>
                    </a:lnR>
                    <a:lnT w="19050" cap="flat" cmpd="sng">
                      <a:solidFill>
                        <a:schemeClr val="dk1">
                          <a:alpha val="0"/>
                        </a:schemeClr>
                      </a:solidFill>
                      <a:prstDash val="dot"/>
                      <a:round/>
                      <a:headEnd type="none" w="sm" len="sm"/>
                      <a:tailEnd type="none" w="sm" len="sm"/>
                    </a:lnT>
                    <a:lnB w="19050" cap="flat" cmpd="sng" algn="ctr">
                      <a:solidFill>
                        <a:schemeClr val="dk1">
                          <a:alpha val="0"/>
                        </a:schemeClr>
                      </a:solidFill>
                      <a:prstDash val="dot"/>
                      <a:round/>
                      <a:headEnd type="none" w="sm" len="sm"/>
                      <a:tailEnd type="none" w="sm" len="sm"/>
                    </a:lnB>
                    <a:solidFill>
                      <a:srgbClr val="EFE4C8">
                        <a:alpha val="28490"/>
                      </a:srgbClr>
                    </a:solidFill>
                  </a:tcPr>
                </a:tc>
                <a:extLst>
                  <a:ext uri="{0D108BD9-81ED-4DB2-BD59-A6C34878D82A}">
                    <a16:rowId xmlns:a16="http://schemas.microsoft.com/office/drawing/2014/main" val="291389989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6"/>
        <p:cNvGrpSpPr/>
        <p:nvPr/>
      </p:nvGrpSpPr>
      <p:grpSpPr>
        <a:xfrm>
          <a:off x="0" y="0"/>
          <a:ext cx="0" cy="0"/>
          <a:chOff x="0" y="0"/>
          <a:chExt cx="0" cy="0"/>
        </a:xfrm>
      </p:grpSpPr>
      <p:sp>
        <p:nvSpPr>
          <p:cNvPr id="2277" name="Google Shape;2277;p30"/>
          <p:cNvSpPr/>
          <p:nvPr/>
        </p:nvSpPr>
        <p:spPr>
          <a:xfrm rot="10800000" flipH="1">
            <a:off x="1644041" y="2680400"/>
            <a:ext cx="1999393" cy="112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0"/>
          <p:cNvSpPr/>
          <p:nvPr/>
        </p:nvSpPr>
        <p:spPr>
          <a:xfrm rot="10800000" flipH="1">
            <a:off x="5074581" y="2652275"/>
            <a:ext cx="2586003" cy="111882"/>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30"/>
          <p:cNvSpPr/>
          <p:nvPr/>
        </p:nvSpPr>
        <p:spPr>
          <a:xfrm>
            <a:off x="1226820" y="670375"/>
            <a:ext cx="6644640" cy="168153"/>
          </a:xfrm>
          <a:prstGeom prst="rect">
            <a:avLst/>
          </a:prstGeom>
          <a:solidFill>
            <a:schemeClr val="accent2"/>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2280" name="Google Shape;2280;p30"/>
          <p:cNvSpPr txBox="1">
            <a:spLocks noGrp="1"/>
          </p:cNvSpPr>
          <p:nvPr>
            <p:ph type="subTitle" idx="1"/>
          </p:nvPr>
        </p:nvSpPr>
        <p:spPr>
          <a:xfrm>
            <a:off x="982477" y="2526139"/>
            <a:ext cx="32715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400" dirty="0"/>
              <a:t>Dataset</a:t>
            </a:r>
            <a:endParaRPr sz="2400" dirty="0"/>
          </a:p>
        </p:txBody>
      </p:sp>
      <p:sp>
        <p:nvSpPr>
          <p:cNvPr id="2281" name="Google Shape;2281;p30"/>
          <p:cNvSpPr txBox="1">
            <a:spLocks noGrp="1"/>
          </p:cNvSpPr>
          <p:nvPr>
            <p:ph type="subTitle" idx="2"/>
          </p:nvPr>
        </p:nvSpPr>
        <p:spPr>
          <a:xfrm>
            <a:off x="4731832" y="2514940"/>
            <a:ext cx="32715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Handling Data</a:t>
            </a:r>
            <a:endParaRPr sz="1800" dirty="0"/>
          </a:p>
        </p:txBody>
      </p:sp>
      <p:sp>
        <p:nvSpPr>
          <p:cNvPr id="2282" name="Google Shape;2282;p30"/>
          <p:cNvSpPr txBox="1">
            <a:spLocks noGrp="1"/>
          </p:cNvSpPr>
          <p:nvPr>
            <p:ph type="subTitle" idx="3"/>
          </p:nvPr>
        </p:nvSpPr>
        <p:spPr>
          <a:xfrm>
            <a:off x="1007988" y="3098150"/>
            <a:ext cx="32715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The dataset contains 541,909 variables across 8 variables.</a:t>
            </a:r>
            <a:endParaRPr dirty="0"/>
          </a:p>
        </p:txBody>
      </p:sp>
      <p:sp>
        <p:nvSpPr>
          <p:cNvPr id="2283" name="Google Shape;2283;p30"/>
          <p:cNvSpPr txBox="1">
            <a:spLocks noGrp="1"/>
          </p:cNvSpPr>
          <p:nvPr>
            <p:ph type="subTitle" idx="4"/>
          </p:nvPr>
        </p:nvSpPr>
        <p:spPr>
          <a:xfrm>
            <a:off x="4864519" y="3098150"/>
            <a:ext cx="32715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The dataset has 136,534 missing values.</a:t>
            </a:r>
            <a:br>
              <a:rPr lang="en" dirty="0"/>
            </a:br>
            <a:r>
              <a:rPr lang="en" dirty="0"/>
              <a:t>After removal of the missing values, there are a total of 406,829 values across 8 variables.</a:t>
            </a:r>
            <a:br>
              <a:rPr lang="en" dirty="0"/>
            </a:br>
            <a:r>
              <a:rPr lang="en" dirty="0"/>
              <a:t>Handeled outliers.</a:t>
            </a:r>
            <a:endParaRPr dirty="0"/>
          </a:p>
        </p:txBody>
      </p:sp>
      <p:sp>
        <p:nvSpPr>
          <p:cNvPr id="2284" name="Google Shape;2284;p30"/>
          <p:cNvSpPr txBox="1">
            <a:spLocks noGrp="1"/>
          </p:cNvSpPr>
          <p:nvPr>
            <p:ph type="title"/>
          </p:nvPr>
        </p:nvSpPr>
        <p:spPr>
          <a:xfrm>
            <a:off x="697140" y="462436"/>
            <a:ext cx="7704000" cy="5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Data Gathering and Preprocessing</a:t>
            </a:r>
            <a:endParaRPr dirty="0"/>
          </a:p>
        </p:txBody>
      </p:sp>
      <p:grpSp>
        <p:nvGrpSpPr>
          <p:cNvPr id="2" name="Google Shape;16491;p77">
            <a:extLst>
              <a:ext uri="{FF2B5EF4-FFF2-40B4-BE49-F238E27FC236}">
                <a16:creationId xmlns:a16="http://schemas.microsoft.com/office/drawing/2014/main" id="{08A2D375-52FE-7E11-6D38-33A6F5514566}"/>
              </a:ext>
            </a:extLst>
          </p:cNvPr>
          <p:cNvGrpSpPr/>
          <p:nvPr/>
        </p:nvGrpSpPr>
        <p:grpSpPr>
          <a:xfrm>
            <a:off x="2255974" y="1796896"/>
            <a:ext cx="775528" cy="473408"/>
            <a:chOff x="7009649" y="1541981"/>
            <a:chExt cx="524940" cy="320655"/>
          </a:xfrm>
          <a:solidFill>
            <a:schemeClr val="tx1"/>
          </a:solidFill>
        </p:grpSpPr>
        <p:sp>
          <p:nvSpPr>
            <p:cNvPr id="3" name="Google Shape;16492;p77">
              <a:extLst>
                <a:ext uri="{FF2B5EF4-FFF2-40B4-BE49-F238E27FC236}">
                  <a16:creationId xmlns:a16="http://schemas.microsoft.com/office/drawing/2014/main" id="{89DEE184-371C-CE37-CF8B-C7796CC09B8A}"/>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6493;p77">
              <a:extLst>
                <a:ext uri="{FF2B5EF4-FFF2-40B4-BE49-F238E27FC236}">
                  <a16:creationId xmlns:a16="http://schemas.microsoft.com/office/drawing/2014/main" id="{F67621EF-045B-B5C9-D85F-B930C3B16E6C}"/>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6494;p77">
              <a:extLst>
                <a:ext uri="{FF2B5EF4-FFF2-40B4-BE49-F238E27FC236}">
                  <a16:creationId xmlns:a16="http://schemas.microsoft.com/office/drawing/2014/main" id="{8EB05245-4B30-705B-219A-509C2F489433}"/>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495;p77">
              <a:extLst>
                <a:ext uri="{FF2B5EF4-FFF2-40B4-BE49-F238E27FC236}">
                  <a16:creationId xmlns:a16="http://schemas.microsoft.com/office/drawing/2014/main" id="{2D554E33-978F-06E5-7EEB-C5BF5BBDCCE3}"/>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496;p77">
              <a:extLst>
                <a:ext uri="{FF2B5EF4-FFF2-40B4-BE49-F238E27FC236}">
                  <a16:creationId xmlns:a16="http://schemas.microsoft.com/office/drawing/2014/main" id="{88029840-1403-427A-0D86-99ECDB0DE599}"/>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497;p77">
              <a:extLst>
                <a:ext uri="{FF2B5EF4-FFF2-40B4-BE49-F238E27FC236}">
                  <a16:creationId xmlns:a16="http://schemas.microsoft.com/office/drawing/2014/main" id="{8A8F4400-ADD0-92F1-3D54-074FAE24D6EB}"/>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498;p77">
              <a:extLst>
                <a:ext uri="{FF2B5EF4-FFF2-40B4-BE49-F238E27FC236}">
                  <a16:creationId xmlns:a16="http://schemas.microsoft.com/office/drawing/2014/main" id="{9B6E178F-578E-D02C-2236-1DA93D5912B8}"/>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499;p77">
              <a:extLst>
                <a:ext uri="{FF2B5EF4-FFF2-40B4-BE49-F238E27FC236}">
                  <a16:creationId xmlns:a16="http://schemas.microsoft.com/office/drawing/2014/main" id="{00B19B78-2E4E-6AA7-86E9-F104425BC8BA}"/>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16072;p77">
            <a:extLst>
              <a:ext uri="{FF2B5EF4-FFF2-40B4-BE49-F238E27FC236}">
                <a16:creationId xmlns:a16="http://schemas.microsoft.com/office/drawing/2014/main" id="{62E3EFC0-9499-A49B-5C81-E0901B17CA2A}"/>
              </a:ext>
            </a:extLst>
          </p:cNvPr>
          <p:cNvGrpSpPr/>
          <p:nvPr/>
        </p:nvGrpSpPr>
        <p:grpSpPr>
          <a:xfrm>
            <a:off x="6154065" y="1771956"/>
            <a:ext cx="570933" cy="522297"/>
            <a:chOff x="4667216" y="2915382"/>
            <a:chExt cx="320273" cy="318395"/>
          </a:xfrm>
          <a:solidFill>
            <a:schemeClr val="tx1"/>
          </a:solidFill>
        </p:grpSpPr>
        <p:sp>
          <p:nvSpPr>
            <p:cNvPr id="12" name="Google Shape;16073;p77">
              <a:extLst>
                <a:ext uri="{FF2B5EF4-FFF2-40B4-BE49-F238E27FC236}">
                  <a16:creationId xmlns:a16="http://schemas.microsoft.com/office/drawing/2014/main" id="{1DD252DD-289B-23FD-5CD4-FCBD8EE2A262}"/>
                </a:ext>
              </a:extLst>
            </p:cNvPr>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074;p77">
              <a:extLst>
                <a:ext uri="{FF2B5EF4-FFF2-40B4-BE49-F238E27FC236}">
                  <a16:creationId xmlns:a16="http://schemas.microsoft.com/office/drawing/2014/main" id="{AA237213-ACDA-B816-ECE3-08BB048167D5}"/>
                </a:ext>
              </a:extLst>
            </p:cNvPr>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6075;p77">
              <a:extLst>
                <a:ext uri="{FF2B5EF4-FFF2-40B4-BE49-F238E27FC236}">
                  <a16:creationId xmlns:a16="http://schemas.microsoft.com/office/drawing/2014/main" id="{83F29629-8D42-D058-0EC1-5FACC4523C7D}"/>
                </a:ext>
              </a:extLst>
            </p:cNvPr>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076;p77">
              <a:extLst>
                <a:ext uri="{FF2B5EF4-FFF2-40B4-BE49-F238E27FC236}">
                  <a16:creationId xmlns:a16="http://schemas.microsoft.com/office/drawing/2014/main" id="{E2DD0AC3-FCC3-57CF-A23C-53AF11913B46}"/>
                </a:ext>
              </a:extLst>
            </p:cNvPr>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sp>
        <p:nvSpPr>
          <p:cNvPr id="2312" name="Google Shape;2312;p33"/>
          <p:cNvSpPr/>
          <p:nvPr/>
        </p:nvSpPr>
        <p:spPr>
          <a:xfrm>
            <a:off x="848104" y="1147156"/>
            <a:ext cx="1263329" cy="637039"/>
          </a:xfrm>
          <a:prstGeom prst="rect">
            <a:avLst/>
          </a:prstGeom>
          <a:solidFill>
            <a:schemeClr val="lt2"/>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2313" name="Google Shape;2313;p33"/>
          <p:cNvSpPr txBox="1">
            <a:spLocks noGrp="1"/>
          </p:cNvSpPr>
          <p:nvPr>
            <p:ph type="title"/>
          </p:nvPr>
        </p:nvSpPr>
        <p:spPr>
          <a:xfrm>
            <a:off x="848104" y="1668740"/>
            <a:ext cx="5602573" cy="127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t>Exploratory Data Analysis</a:t>
            </a:r>
            <a:endParaRPr dirty="0"/>
          </a:p>
        </p:txBody>
      </p:sp>
      <p:sp>
        <p:nvSpPr>
          <p:cNvPr id="7" name="TextBox 6">
            <a:extLst>
              <a:ext uri="{FF2B5EF4-FFF2-40B4-BE49-F238E27FC236}">
                <a16:creationId xmlns:a16="http://schemas.microsoft.com/office/drawing/2014/main" id="{A1F7C7E9-6E81-38EA-C40B-F300B9BE6F96}"/>
              </a:ext>
            </a:extLst>
          </p:cNvPr>
          <p:cNvSpPr txBox="1"/>
          <p:nvPr/>
        </p:nvSpPr>
        <p:spPr>
          <a:xfrm>
            <a:off x="-1036910" y="725433"/>
            <a:ext cx="5033356" cy="1477328"/>
          </a:xfrm>
          <a:prstGeom prst="rect">
            <a:avLst/>
          </a:prstGeom>
          <a:noFill/>
        </p:spPr>
        <p:txBody>
          <a:bodyPr wrap="square">
            <a:spAutoFit/>
          </a:bodyPr>
          <a:lstStyle/>
          <a:p>
            <a:pPr marL="0" lvl="0" indent="0" algn="ctr" rtl="0">
              <a:spcBef>
                <a:spcPts val="0"/>
              </a:spcBef>
              <a:spcAft>
                <a:spcPts val="0"/>
              </a:spcAft>
              <a:buNone/>
            </a:pPr>
            <a:r>
              <a:rPr lang="en" sz="9000" dirty="0"/>
              <a:t>03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5" name="Picture 4">
            <a:extLst>
              <a:ext uri="{FF2B5EF4-FFF2-40B4-BE49-F238E27FC236}">
                <a16:creationId xmlns:a16="http://schemas.microsoft.com/office/drawing/2014/main" id="{548D04D8-DFCA-2F1A-B612-9943FBD1EDDE}"/>
              </a:ext>
            </a:extLst>
          </p:cNvPr>
          <p:cNvPicPr>
            <a:picLocks noChangeAspect="1"/>
          </p:cNvPicPr>
          <p:nvPr/>
        </p:nvPicPr>
        <p:blipFill>
          <a:blip r:embed="rId3"/>
          <a:stretch>
            <a:fillRect/>
          </a:stretch>
        </p:blipFill>
        <p:spPr>
          <a:xfrm>
            <a:off x="305820" y="635376"/>
            <a:ext cx="4025111" cy="4238507"/>
          </a:xfrm>
          <a:prstGeom prst="rect">
            <a:avLst/>
          </a:prstGeom>
        </p:spPr>
      </p:pic>
      <p:pic>
        <p:nvPicPr>
          <p:cNvPr id="6" name="Picture 5">
            <a:extLst>
              <a:ext uri="{FF2B5EF4-FFF2-40B4-BE49-F238E27FC236}">
                <a16:creationId xmlns:a16="http://schemas.microsoft.com/office/drawing/2014/main" id="{78545BA9-2DA3-5F2B-6414-44E73EA9F911}"/>
              </a:ext>
            </a:extLst>
          </p:cNvPr>
          <p:cNvPicPr>
            <a:picLocks noChangeAspect="1"/>
          </p:cNvPicPr>
          <p:nvPr/>
        </p:nvPicPr>
        <p:blipFill>
          <a:blip r:embed="rId4"/>
          <a:stretch>
            <a:fillRect/>
          </a:stretch>
        </p:blipFill>
        <p:spPr>
          <a:xfrm>
            <a:off x="4696693" y="635376"/>
            <a:ext cx="3790604" cy="4238507"/>
          </a:xfrm>
          <a:prstGeom prst="rect">
            <a:avLst/>
          </a:prstGeom>
        </p:spPr>
      </p:pic>
      <p:sp>
        <p:nvSpPr>
          <p:cNvPr id="7" name="Google Shape;2313;p33">
            <a:extLst>
              <a:ext uri="{FF2B5EF4-FFF2-40B4-BE49-F238E27FC236}">
                <a16:creationId xmlns:a16="http://schemas.microsoft.com/office/drawing/2014/main" id="{9036CE5C-BD5C-2F78-7EAB-7689331FA9E0}"/>
              </a:ext>
            </a:extLst>
          </p:cNvPr>
          <p:cNvSpPr txBox="1">
            <a:spLocks noGrp="1"/>
          </p:cNvSpPr>
          <p:nvPr>
            <p:ph type="title"/>
          </p:nvPr>
        </p:nvSpPr>
        <p:spPr>
          <a:xfrm>
            <a:off x="1895406" y="-366383"/>
            <a:ext cx="5602573" cy="127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Before handling outliers</a:t>
            </a:r>
            <a:endParaRPr dirty="0"/>
          </a:p>
        </p:txBody>
      </p:sp>
    </p:spTree>
    <p:extLst>
      <p:ext uri="{BB962C8B-B14F-4D97-AF65-F5344CB8AC3E}">
        <p14:creationId xmlns:p14="http://schemas.microsoft.com/office/powerpoint/2010/main" val="1139189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3" name="Picture 2">
            <a:extLst>
              <a:ext uri="{FF2B5EF4-FFF2-40B4-BE49-F238E27FC236}">
                <a16:creationId xmlns:a16="http://schemas.microsoft.com/office/drawing/2014/main" id="{5DB0334E-C4A4-643E-DD69-ED75A498F626}"/>
              </a:ext>
            </a:extLst>
          </p:cNvPr>
          <p:cNvPicPr>
            <a:picLocks noChangeAspect="1"/>
          </p:cNvPicPr>
          <p:nvPr/>
        </p:nvPicPr>
        <p:blipFill>
          <a:blip r:embed="rId3"/>
          <a:stretch>
            <a:fillRect/>
          </a:stretch>
        </p:blipFill>
        <p:spPr>
          <a:xfrm>
            <a:off x="424105" y="376893"/>
            <a:ext cx="3632506" cy="4610743"/>
          </a:xfrm>
          <a:prstGeom prst="rect">
            <a:avLst/>
          </a:prstGeom>
        </p:spPr>
      </p:pic>
      <p:pic>
        <p:nvPicPr>
          <p:cNvPr id="7" name="Picture 6">
            <a:extLst>
              <a:ext uri="{FF2B5EF4-FFF2-40B4-BE49-F238E27FC236}">
                <a16:creationId xmlns:a16="http://schemas.microsoft.com/office/drawing/2014/main" id="{BC4AD95F-B6C7-ADD8-AF4B-3A26EAA56B49}"/>
              </a:ext>
            </a:extLst>
          </p:cNvPr>
          <p:cNvPicPr>
            <a:picLocks noChangeAspect="1"/>
          </p:cNvPicPr>
          <p:nvPr/>
        </p:nvPicPr>
        <p:blipFill>
          <a:blip r:embed="rId4"/>
          <a:stretch>
            <a:fillRect/>
          </a:stretch>
        </p:blipFill>
        <p:spPr>
          <a:xfrm>
            <a:off x="4744204" y="422242"/>
            <a:ext cx="3834530" cy="4721258"/>
          </a:xfrm>
          <a:prstGeom prst="rect">
            <a:avLst/>
          </a:prstGeom>
        </p:spPr>
      </p:pic>
      <p:sp>
        <p:nvSpPr>
          <p:cNvPr id="8" name="Google Shape;2313;p33">
            <a:extLst>
              <a:ext uri="{FF2B5EF4-FFF2-40B4-BE49-F238E27FC236}">
                <a16:creationId xmlns:a16="http://schemas.microsoft.com/office/drawing/2014/main" id="{5D921F50-B922-4F07-5F6D-645BE6263FF0}"/>
              </a:ext>
            </a:extLst>
          </p:cNvPr>
          <p:cNvSpPr txBox="1">
            <a:spLocks noGrp="1"/>
          </p:cNvSpPr>
          <p:nvPr>
            <p:ph type="title"/>
          </p:nvPr>
        </p:nvSpPr>
        <p:spPr>
          <a:xfrm>
            <a:off x="1942917" y="-342940"/>
            <a:ext cx="5602573" cy="127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After handling outliers</a:t>
            </a:r>
            <a:endParaRPr dirty="0"/>
          </a:p>
        </p:txBody>
      </p:sp>
    </p:spTree>
    <p:extLst>
      <p:ext uri="{BB962C8B-B14F-4D97-AF65-F5344CB8AC3E}">
        <p14:creationId xmlns:p14="http://schemas.microsoft.com/office/powerpoint/2010/main" val="4115165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sp>
        <p:nvSpPr>
          <p:cNvPr id="8" name="Google Shape;2313;p33">
            <a:extLst>
              <a:ext uri="{FF2B5EF4-FFF2-40B4-BE49-F238E27FC236}">
                <a16:creationId xmlns:a16="http://schemas.microsoft.com/office/drawing/2014/main" id="{5D921F50-B922-4F07-5F6D-645BE6263FF0}"/>
              </a:ext>
            </a:extLst>
          </p:cNvPr>
          <p:cNvSpPr txBox="1">
            <a:spLocks noGrp="1"/>
          </p:cNvSpPr>
          <p:nvPr>
            <p:ph type="title"/>
          </p:nvPr>
        </p:nvSpPr>
        <p:spPr>
          <a:xfrm>
            <a:off x="1770713" y="-326316"/>
            <a:ext cx="5602573" cy="127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dirty="0"/>
              <a:t>Applying log transfromation</a:t>
            </a:r>
            <a:endParaRPr dirty="0"/>
          </a:p>
        </p:txBody>
      </p:sp>
      <p:pic>
        <p:nvPicPr>
          <p:cNvPr id="4" name="Picture 3">
            <a:extLst>
              <a:ext uri="{FF2B5EF4-FFF2-40B4-BE49-F238E27FC236}">
                <a16:creationId xmlns:a16="http://schemas.microsoft.com/office/drawing/2014/main" id="{D3B0702A-B9A6-422F-7EEA-2566350CF982}"/>
              </a:ext>
            </a:extLst>
          </p:cNvPr>
          <p:cNvPicPr>
            <a:picLocks noChangeAspect="1"/>
          </p:cNvPicPr>
          <p:nvPr/>
        </p:nvPicPr>
        <p:blipFill>
          <a:blip r:embed="rId3"/>
          <a:stretch>
            <a:fillRect/>
          </a:stretch>
        </p:blipFill>
        <p:spPr>
          <a:xfrm>
            <a:off x="383299" y="870870"/>
            <a:ext cx="3706564" cy="3720364"/>
          </a:xfrm>
          <a:prstGeom prst="rect">
            <a:avLst/>
          </a:prstGeom>
        </p:spPr>
      </p:pic>
      <p:pic>
        <p:nvPicPr>
          <p:cNvPr id="6" name="Picture 5">
            <a:extLst>
              <a:ext uri="{FF2B5EF4-FFF2-40B4-BE49-F238E27FC236}">
                <a16:creationId xmlns:a16="http://schemas.microsoft.com/office/drawing/2014/main" id="{BB4DC7D1-1E7B-80AE-E624-19D327E72C1E}"/>
              </a:ext>
            </a:extLst>
          </p:cNvPr>
          <p:cNvPicPr>
            <a:picLocks noChangeAspect="1"/>
          </p:cNvPicPr>
          <p:nvPr/>
        </p:nvPicPr>
        <p:blipFill>
          <a:blip r:embed="rId4"/>
          <a:stretch>
            <a:fillRect/>
          </a:stretch>
        </p:blipFill>
        <p:spPr>
          <a:xfrm>
            <a:off x="4687139" y="870869"/>
            <a:ext cx="3858106" cy="3784257"/>
          </a:xfrm>
          <a:prstGeom prst="rect">
            <a:avLst/>
          </a:prstGeom>
        </p:spPr>
      </p:pic>
    </p:spTree>
    <p:extLst>
      <p:ext uri="{BB962C8B-B14F-4D97-AF65-F5344CB8AC3E}">
        <p14:creationId xmlns:p14="http://schemas.microsoft.com/office/powerpoint/2010/main" val="1242986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7" name="Picture 6">
            <a:extLst>
              <a:ext uri="{FF2B5EF4-FFF2-40B4-BE49-F238E27FC236}">
                <a16:creationId xmlns:a16="http://schemas.microsoft.com/office/drawing/2014/main" id="{43BF9C2C-D45B-1FF5-155B-A42B1E3034C8}"/>
              </a:ext>
            </a:extLst>
          </p:cNvPr>
          <p:cNvPicPr>
            <a:picLocks noChangeAspect="1"/>
          </p:cNvPicPr>
          <p:nvPr/>
        </p:nvPicPr>
        <p:blipFill>
          <a:blip r:embed="rId3"/>
          <a:stretch>
            <a:fillRect/>
          </a:stretch>
        </p:blipFill>
        <p:spPr>
          <a:xfrm>
            <a:off x="68053" y="191192"/>
            <a:ext cx="3320689" cy="2261062"/>
          </a:xfrm>
          <a:prstGeom prst="rect">
            <a:avLst/>
          </a:prstGeom>
        </p:spPr>
      </p:pic>
      <p:pic>
        <p:nvPicPr>
          <p:cNvPr id="10" name="Picture 9">
            <a:extLst>
              <a:ext uri="{FF2B5EF4-FFF2-40B4-BE49-F238E27FC236}">
                <a16:creationId xmlns:a16="http://schemas.microsoft.com/office/drawing/2014/main" id="{C3FED8BE-D64C-AFE1-98DF-089164ADD3EF}"/>
              </a:ext>
            </a:extLst>
          </p:cNvPr>
          <p:cNvPicPr>
            <a:picLocks noChangeAspect="1"/>
          </p:cNvPicPr>
          <p:nvPr/>
        </p:nvPicPr>
        <p:blipFill>
          <a:blip r:embed="rId4"/>
          <a:stretch>
            <a:fillRect/>
          </a:stretch>
        </p:blipFill>
        <p:spPr>
          <a:xfrm>
            <a:off x="68053" y="2798272"/>
            <a:ext cx="2997284" cy="2047009"/>
          </a:xfrm>
          <a:prstGeom prst="rect">
            <a:avLst/>
          </a:prstGeom>
        </p:spPr>
      </p:pic>
      <p:pic>
        <p:nvPicPr>
          <p:cNvPr id="12" name="Picture 11">
            <a:extLst>
              <a:ext uri="{FF2B5EF4-FFF2-40B4-BE49-F238E27FC236}">
                <a16:creationId xmlns:a16="http://schemas.microsoft.com/office/drawing/2014/main" id="{AC047A3C-926A-2523-63A0-4AF4131540F8}"/>
              </a:ext>
            </a:extLst>
          </p:cNvPr>
          <p:cNvPicPr>
            <a:picLocks noChangeAspect="1"/>
          </p:cNvPicPr>
          <p:nvPr/>
        </p:nvPicPr>
        <p:blipFill>
          <a:blip r:embed="rId5"/>
          <a:stretch>
            <a:fillRect/>
          </a:stretch>
        </p:blipFill>
        <p:spPr>
          <a:xfrm>
            <a:off x="3388742" y="298218"/>
            <a:ext cx="2924300" cy="2047010"/>
          </a:xfrm>
          <a:prstGeom prst="rect">
            <a:avLst/>
          </a:prstGeom>
        </p:spPr>
      </p:pic>
      <p:pic>
        <p:nvPicPr>
          <p:cNvPr id="14" name="Picture 13">
            <a:extLst>
              <a:ext uri="{FF2B5EF4-FFF2-40B4-BE49-F238E27FC236}">
                <a16:creationId xmlns:a16="http://schemas.microsoft.com/office/drawing/2014/main" id="{FE83BE7F-BC58-70D9-03FB-36E217026304}"/>
              </a:ext>
            </a:extLst>
          </p:cNvPr>
          <p:cNvPicPr>
            <a:picLocks noChangeAspect="1"/>
          </p:cNvPicPr>
          <p:nvPr/>
        </p:nvPicPr>
        <p:blipFill>
          <a:blip r:embed="rId6"/>
          <a:stretch>
            <a:fillRect/>
          </a:stretch>
        </p:blipFill>
        <p:spPr>
          <a:xfrm>
            <a:off x="3065337" y="2798272"/>
            <a:ext cx="2772344" cy="1900498"/>
          </a:xfrm>
          <a:prstGeom prst="rect">
            <a:avLst/>
          </a:prstGeom>
        </p:spPr>
      </p:pic>
      <p:pic>
        <p:nvPicPr>
          <p:cNvPr id="16" name="Picture 15">
            <a:extLst>
              <a:ext uri="{FF2B5EF4-FFF2-40B4-BE49-F238E27FC236}">
                <a16:creationId xmlns:a16="http://schemas.microsoft.com/office/drawing/2014/main" id="{294889E4-D30C-C48F-D8AB-462CC7792A79}"/>
              </a:ext>
            </a:extLst>
          </p:cNvPr>
          <p:cNvPicPr>
            <a:picLocks noChangeAspect="1"/>
          </p:cNvPicPr>
          <p:nvPr/>
        </p:nvPicPr>
        <p:blipFill>
          <a:blip r:embed="rId7"/>
          <a:stretch>
            <a:fillRect/>
          </a:stretch>
        </p:blipFill>
        <p:spPr>
          <a:xfrm>
            <a:off x="6313042" y="371473"/>
            <a:ext cx="2666981" cy="1900499"/>
          </a:xfrm>
          <a:prstGeom prst="rect">
            <a:avLst/>
          </a:prstGeom>
        </p:spPr>
      </p:pic>
      <p:pic>
        <p:nvPicPr>
          <p:cNvPr id="18" name="Picture 17">
            <a:extLst>
              <a:ext uri="{FF2B5EF4-FFF2-40B4-BE49-F238E27FC236}">
                <a16:creationId xmlns:a16="http://schemas.microsoft.com/office/drawing/2014/main" id="{3C0B8B49-7C6F-7821-2099-F4F98727A44F}"/>
              </a:ext>
            </a:extLst>
          </p:cNvPr>
          <p:cNvPicPr>
            <a:picLocks noChangeAspect="1"/>
          </p:cNvPicPr>
          <p:nvPr/>
        </p:nvPicPr>
        <p:blipFill>
          <a:blip r:embed="rId8"/>
          <a:stretch>
            <a:fillRect/>
          </a:stretch>
        </p:blipFill>
        <p:spPr>
          <a:xfrm>
            <a:off x="5815356" y="2629420"/>
            <a:ext cx="3260591" cy="2238202"/>
          </a:xfrm>
          <a:prstGeom prst="rect">
            <a:avLst/>
          </a:prstGeom>
        </p:spPr>
      </p:pic>
    </p:spTree>
    <p:extLst>
      <p:ext uri="{BB962C8B-B14F-4D97-AF65-F5344CB8AC3E}">
        <p14:creationId xmlns:p14="http://schemas.microsoft.com/office/powerpoint/2010/main" val="2476833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sp>
        <p:nvSpPr>
          <p:cNvPr id="2312" name="Google Shape;2312;p33"/>
          <p:cNvSpPr/>
          <p:nvPr/>
        </p:nvSpPr>
        <p:spPr>
          <a:xfrm>
            <a:off x="848104" y="1147156"/>
            <a:ext cx="1263329" cy="637039"/>
          </a:xfrm>
          <a:prstGeom prst="rect">
            <a:avLst/>
          </a:prstGeom>
          <a:solidFill>
            <a:schemeClr val="lt2"/>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2313" name="Google Shape;2313;p33"/>
          <p:cNvSpPr txBox="1">
            <a:spLocks noGrp="1"/>
          </p:cNvSpPr>
          <p:nvPr>
            <p:ph type="title"/>
          </p:nvPr>
        </p:nvSpPr>
        <p:spPr>
          <a:xfrm>
            <a:off x="848104" y="1668740"/>
            <a:ext cx="5602573" cy="127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t>Data Mining Models</a:t>
            </a:r>
            <a:endParaRPr dirty="0"/>
          </a:p>
        </p:txBody>
      </p:sp>
      <p:sp>
        <p:nvSpPr>
          <p:cNvPr id="7" name="TextBox 6">
            <a:extLst>
              <a:ext uri="{FF2B5EF4-FFF2-40B4-BE49-F238E27FC236}">
                <a16:creationId xmlns:a16="http://schemas.microsoft.com/office/drawing/2014/main" id="{A1F7C7E9-6E81-38EA-C40B-F300B9BE6F96}"/>
              </a:ext>
            </a:extLst>
          </p:cNvPr>
          <p:cNvSpPr txBox="1"/>
          <p:nvPr/>
        </p:nvSpPr>
        <p:spPr>
          <a:xfrm>
            <a:off x="-1036910" y="725433"/>
            <a:ext cx="5033356" cy="1477328"/>
          </a:xfrm>
          <a:prstGeom prst="rect">
            <a:avLst/>
          </a:prstGeom>
          <a:noFill/>
        </p:spPr>
        <p:txBody>
          <a:bodyPr wrap="square">
            <a:spAutoFit/>
          </a:bodyPr>
          <a:lstStyle/>
          <a:p>
            <a:pPr marL="0" lvl="0" indent="0" algn="ctr" rtl="0">
              <a:spcBef>
                <a:spcPts val="0"/>
              </a:spcBef>
              <a:spcAft>
                <a:spcPts val="0"/>
              </a:spcAft>
              <a:buNone/>
            </a:pPr>
            <a:r>
              <a:rPr lang="en" sz="9000" dirty="0"/>
              <a:t>04</a:t>
            </a:r>
          </a:p>
        </p:txBody>
      </p:sp>
    </p:spTree>
    <p:extLst>
      <p:ext uri="{BB962C8B-B14F-4D97-AF65-F5344CB8AC3E}">
        <p14:creationId xmlns:p14="http://schemas.microsoft.com/office/powerpoint/2010/main" val="1405796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5"/>
        <p:cNvGrpSpPr/>
        <p:nvPr/>
      </p:nvGrpSpPr>
      <p:grpSpPr>
        <a:xfrm>
          <a:off x="0" y="0"/>
          <a:ext cx="0" cy="0"/>
          <a:chOff x="0" y="0"/>
          <a:chExt cx="0" cy="0"/>
        </a:xfrm>
      </p:grpSpPr>
      <p:sp>
        <p:nvSpPr>
          <p:cNvPr id="2469" name="Google Shape;2469;p37"/>
          <p:cNvSpPr/>
          <p:nvPr/>
        </p:nvSpPr>
        <p:spPr>
          <a:xfrm rot="10800000" flipH="1">
            <a:off x="1435951" y="1664775"/>
            <a:ext cx="592800" cy="112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7"/>
          <p:cNvSpPr/>
          <p:nvPr/>
        </p:nvSpPr>
        <p:spPr>
          <a:xfrm>
            <a:off x="3106863" y="685975"/>
            <a:ext cx="3087300" cy="229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7"/>
          <p:cNvSpPr txBox="1">
            <a:spLocks noGrp="1"/>
          </p:cNvSpPr>
          <p:nvPr>
            <p:ph type="title"/>
          </p:nvPr>
        </p:nvSpPr>
        <p:spPr>
          <a:xfrm>
            <a:off x="469959" y="460075"/>
            <a:ext cx="8204081"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 Mining Models Perfromed and Comparison</a:t>
            </a:r>
            <a:endParaRPr dirty="0"/>
          </a:p>
        </p:txBody>
      </p:sp>
      <p:grpSp>
        <p:nvGrpSpPr>
          <p:cNvPr id="2492" name="Google Shape;2492;p37"/>
          <p:cNvGrpSpPr/>
          <p:nvPr/>
        </p:nvGrpSpPr>
        <p:grpSpPr>
          <a:xfrm>
            <a:off x="386091" y="3663336"/>
            <a:ext cx="593164" cy="1161172"/>
            <a:chOff x="4921825" y="870250"/>
            <a:chExt cx="407925" cy="798550"/>
          </a:xfrm>
        </p:grpSpPr>
        <p:sp>
          <p:nvSpPr>
            <p:cNvPr id="2493" name="Google Shape;2493;p37"/>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37"/>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37"/>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37"/>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37"/>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37"/>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37"/>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37"/>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37"/>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37"/>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37"/>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37"/>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37"/>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37"/>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37"/>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37"/>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7"/>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7"/>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7"/>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37"/>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37"/>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37"/>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37"/>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37"/>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37"/>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37"/>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37"/>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7"/>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37"/>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37"/>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3" name="Google Shape;2523;p37"/>
          <p:cNvGrpSpPr/>
          <p:nvPr/>
        </p:nvGrpSpPr>
        <p:grpSpPr>
          <a:xfrm flipH="1">
            <a:off x="-2745382" y="-1156777"/>
            <a:ext cx="4017967" cy="3644766"/>
            <a:chOff x="3166062" y="1034326"/>
            <a:chExt cx="6010422" cy="5452155"/>
          </a:xfrm>
        </p:grpSpPr>
        <p:sp>
          <p:nvSpPr>
            <p:cNvPr id="2524" name="Google Shape;2524;p37"/>
            <p:cNvSpPr/>
            <p:nvPr/>
          </p:nvSpPr>
          <p:spPr>
            <a:xfrm>
              <a:off x="3234090" y="1157235"/>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37"/>
            <p:cNvSpPr/>
            <p:nvPr/>
          </p:nvSpPr>
          <p:spPr>
            <a:xfrm>
              <a:off x="3166062" y="1034326"/>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 name="Table 3">
            <a:extLst>
              <a:ext uri="{FF2B5EF4-FFF2-40B4-BE49-F238E27FC236}">
                <a16:creationId xmlns:a16="http://schemas.microsoft.com/office/drawing/2014/main" id="{8C0514C0-FE10-7F5B-F860-A6CF3449CDEF}"/>
              </a:ext>
            </a:extLst>
          </p:cNvPr>
          <p:cNvGraphicFramePr>
            <a:graphicFrameLocks noGrp="1"/>
          </p:cNvGraphicFramePr>
          <p:nvPr>
            <p:extLst>
              <p:ext uri="{D42A27DB-BD31-4B8C-83A1-F6EECF244321}">
                <p14:modId xmlns:p14="http://schemas.microsoft.com/office/powerpoint/2010/main" val="1976139000"/>
              </p:ext>
            </p:extLst>
          </p:nvPr>
        </p:nvGraphicFramePr>
        <p:xfrm>
          <a:off x="1592482" y="2048045"/>
          <a:ext cx="6761660" cy="1777460"/>
        </p:xfrm>
        <a:graphic>
          <a:graphicData uri="http://schemas.openxmlformats.org/drawingml/2006/table">
            <a:tbl>
              <a:tblPr firstRow="1" bandRow="1">
                <a:effectLst>
                  <a:outerShdw blurRad="50800" dist="38100" dir="5400000" algn="t" rotWithShape="0">
                    <a:prstClr val="black">
                      <a:alpha val="40000"/>
                    </a:prstClr>
                  </a:outerShdw>
                </a:effectLst>
                <a:tableStyleId>{08FB837D-C827-4EFA-A057-4D05807E0F7C}</a:tableStyleId>
              </a:tblPr>
              <a:tblGrid>
                <a:gridCol w="1690415">
                  <a:extLst>
                    <a:ext uri="{9D8B030D-6E8A-4147-A177-3AD203B41FA5}">
                      <a16:colId xmlns:a16="http://schemas.microsoft.com/office/drawing/2014/main" val="191722592"/>
                    </a:ext>
                  </a:extLst>
                </a:gridCol>
                <a:gridCol w="1690415">
                  <a:extLst>
                    <a:ext uri="{9D8B030D-6E8A-4147-A177-3AD203B41FA5}">
                      <a16:colId xmlns:a16="http://schemas.microsoft.com/office/drawing/2014/main" val="3743397906"/>
                    </a:ext>
                  </a:extLst>
                </a:gridCol>
                <a:gridCol w="1690415">
                  <a:extLst>
                    <a:ext uri="{9D8B030D-6E8A-4147-A177-3AD203B41FA5}">
                      <a16:colId xmlns:a16="http://schemas.microsoft.com/office/drawing/2014/main" val="2538690658"/>
                    </a:ext>
                  </a:extLst>
                </a:gridCol>
                <a:gridCol w="1690415">
                  <a:extLst>
                    <a:ext uri="{9D8B030D-6E8A-4147-A177-3AD203B41FA5}">
                      <a16:colId xmlns:a16="http://schemas.microsoft.com/office/drawing/2014/main" val="3394165840"/>
                    </a:ext>
                  </a:extLst>
                </a:gridCol>
              </a:tblGrid>
              <a:tr h="678404">
                <a:tc>
                  <a:txBody>
                    <a:bodyPr/>
                    <a:lstStyle/>
                    <a:p>
                      <a:r>
                        <a:rPr lang="en-US" sz="1600" b="1" dirty="0">
                          <a:latin typeface="Abel" panose="02000506030000020004" pitchFamily="2"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Multiple 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Decision Tree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Random Forest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682297"/>
                  </a:ext>
                </a:extLst>
              </a:tr>
              <a:tr h="549528">
                <a:tc>
                  <a:txBody>
                    <a:bodyPr/>
                    <a:lstStyle/>
                    <a:p>
                      <a:r>
                        <a:rPr lang="en-US" sz="1600" b="1" dirty="0">
                          <a:latin typeface="Abel" panose="02000506030000020004" pitchFamily="2" charset="0"/>
                        </a:rPr>
                        <a:t>RMSE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0.4054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0.1651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0.1411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294984"/>
                  </a:ext>
                </a:extLst>
              </a:tr>
              <a:tr h="549528">
                <a:tc>
                  <a:txBody>
                    <a:bodyPr/>
                    <a:lstStyle/>
                    <a:p>
                      <a:r>
                        <a:rPr lang="en-US" sz="1600" b="1" dirty="0">
                          <a:latin typeface="Abel" panose="02000506030000020004" pitchFamily="2" charset="0"/>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0.5946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0.8349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latin typeface="Abel" panose="02000506030000020004" pitchFamily="2" charset="0"/>
                        </a:rPr>
                        <a:t>0.8589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1352160"/>
                  </a:ext>
                </a:extLst>
              </a:tr>
            </a:tbl>
          </a:graphicData>
        </a:graphic>
      </p:graphicFrame>
    </p:spTree>
    <p:extLst>
      <p:ext uri="{BB962C8B-B14F-4D97-AF65-F5344CB8AC3E}">
        <p14:creationId xmlns:p14="http://schemas.microsoft.com/office/powerpoint/2010/main" val="368078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sp>
        <p:nvSpPr>
          <p:cNvPr id="2312" name="Google Shape;2312;p33"/>
          <p:cNvSpPr/>
          <p:nvPr/>
        </p:nvSpPr>
        <p:spPr>
          <a:xfrm>
            <a:off x="848104" y="1147156"/>
            <a:ext cx="1263329" cy="637039"/>
          </a:xfrm>
          <a:prstGeom prst="rect">
            <a:avLst/>
          </a:prstGeom>
          <a:solidFill>
            <a:schemeClr val="lt2"/>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2313" name="Google Shape;2313;p33"/>
          <p:cNvSpPr txBox="1">
            <a:spLocks noGrp="1"/>
          </p:cNvSpPr>
          <p:nvPr>
            <p:ph type="title"/>
          </p:nvPr>
        </p:nvSpPr>
        <p:spPr>
          <a:xfrm>
            <a:off x="848104" y="1668740"/>
            <a:ext cx="5602573" cy="127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t>Conclusion</a:t>
            </a:r>
            <a:endParaRPr dirty="0"/>
          </a:p>
        </p:txBody>
      </p:sp>
      <p:sp>
        <p:nvSpPr>
          <p:cNvPr id="7" name="TextBox 6">
            <a:extLst>
              <a:ext uri="{FF2B5EF4-FFF2-40B4-BE49-F238E27FC236}">
                <a16:creationId xmlns:a16="http://schemas.microsoft.com/office/drawing/2014/main" id="{A1F7C7E9-6E81-38EA-C40B-F300B9BE6F96}"/>
              </a:ext>
            </a:extLst>
          </p:cNvPr>
          <p:cNvSpPr txBox="1"/>
          <p:nvPr/>
        </p:nvSpPr>
        <p:spPr>
          <a:xfrm>
            <a:off x="-1036910" y="725433"/>
            <a:ext cx="5033356" cy="1477328"/>
          </a:xfrm>
          <a:prstGeom prst="rect">
            <a:avLst/>
          </a:prstGeom>
          <a:noFill/>
        </p:spPr>
        <p:txBody>
          <a:bodyPr wrap="square">
            <a:spAutoFit/>
          </a:bodyPr>
          <a:lstStyle/>
          <a:p>
            <a:pPr marL="0" lvl="0" indent="0" algn="ctr" rtl="0">
              <a:spcBef>
                <a:spcPts val="0"/>
              </a:spcBef>
              <a:spcAft>
                <a:spcPts val="0"/>
              </a:spcAft>
              <a:buNone/>
            </a:pPr>
            <a:r>
              <a:rPr lang="en" sz="9000" dirty="0"/>
              <a:t>05</a:t>
            </a:r>
          </a:p>
        </p:txBody>
      </p:sp>
    </p:spTree>
    <p:extLst>
      <p:ext uri="{BB962C8B-B14F-4D97-AF65-F5344CB8AC3E}">
        <p14:creationId xmlns:p14="http://schemas.microsoft.com/office/powerpoint/2010/main" val="967643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2"/>
        <p:cNvGrpSpPr/>
        <p:nvPr/>
      </p:nvGrpSpPr>
      <p:grpSpPr>
        <a:xfrm>
          <a:off x="0" y="0"/>
          <a:ext cx="0" cy="0"/>
          <a:chOff x="0" y="0"/>
          <a:chExt cx="0" cy="0"/>
        </a:xfrm>
      </p:grpSpPr>
      <p:sp>
        <p:nvSpPr>
          <p:cNvPr id="2535" name="Google Shape;2535;p38"/>
          <p:cNvSpPr/>
          <p:nvPr/>
        </p:nvSpPr>
        <p:spPr>
          <a:xfrm>
            <a:off x="3106863" y="685975"/>
            <a:ext cx="3087300" cy="229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38"/>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dirty="0"/>
              <a:t>CONCLUSION</a:t>
            </a:r>
            <a:endParaRPr dirty="0"/>
          </a:p>
        </p:txBody>
      </p:sp>
      <p:grpSp>
        <p:nvGrpSpPr>
          <p:cNvPr id="2552" name="Google Shape;2552;p38"/>
          <p:cNvGrpSpPr/>
          <p:nvPr/>
        </p:nvGrpSpPr>
        <p:grpSpPr>
          <a:xfrm flipH="1">
            <a:off x="-2299857" y="-2697840"/>
            <a:ext cx="4017967" cy="3644766"/>
            <a:chOff x="3166062" y="1034326"/>
            <a:chExt cx="6010422" cy="5452155"/>
          </a:xfrm>
        </p:grpSpPr>
        <p:sp>
          <p:nvSpPr>
            <p:cNvPr id="2553" name="Google Shape;2553;p38"/>
            <p:cNvSpPr/>
            <p:nvPr/>
          </p:nvSpPr>
          <p:spPr>
            <a:xfrm>
              <a:off x="3234090" y="1157235"/>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38"/>
            <p:cNvSpPr/>
            <p:nvPr/>
          </p:nvSpPr>
          <p:spPr>
            <a:xfrm>
              <a:off x="3166062" y="1034326"/>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5" name="Google Shape;2555;p38"/>
          <p:cNvGrpSpPr/>
          <p:nvPr/>
        </p:nvGrpSpPr>
        <p:grpSpPr>
          <a:xfrm>
            <a:off x="7540747" y="-598211"/>
            <a:ext cx="3863499" cy="3798516"/>
            <a:chOff x="3133537" y="-308699"/>
            <a:chExt cx="6010422" cy="5452155"/>
          </a:xfrm>
        </p:grpSpPr>
        <p:sp>
          <p:nvSpPr>
            <p:cNvPr id="2556" name="Google Shape;2556;p38"/>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38"/>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8" name="Google Shape;2558;p38"/>
          <p:cNvGrpSpPr/>
          <p:nvPr/>
        </p:nvGrpSpPr>
        <p:grpSpPr>
          <a:xfrm>
            <a:off x="7540741" y="371486"/>
            <a:ext cx="593164" cy="1161172"/>
            <a:chOff x="4921825" y="870250"/>
            <a:chExt cx="407925" cy="798550"/>
          </a:xfrm>
        </p:grpSpPr>
        <p:sp>
          <p:nvSpPr>
            <p:cNvPr id="2559" name="Google Shape;2559;p38"/>
            <p:cNvSpPr/>
            <p:nvPr/>
          </p:nvSpPr>
          <p:spPr>
            <a:xfrm>
              <a:off x="4921825" y="1092675"/>
              <a:ext cx="21950" cy="27125"/>
            </a:xfrm>
            <a:custGeom>
              <a:avLst/>
              <a:gdLst/>
              <a:ahLst/>
              <a:cxnLst/>
              <a:rect l="l" t="t" r="r" b="b"/>
              <a:pathLst>
                <a:path w="878" h="1085" extrusionOk="0">
                  <a:moveTo>
                    <a:pt x="624" y="0"/>
                  </a:moveTo>
                  <a:cubicBezTo>
                    <a:pt x="569" y="0"/>
                    <a:pt x="509" y="18"/>
                    <a:pt x="452" y="54"/>
                  </a:cubicBezTo>
                  <a:cubicBezTo>
                    <a:pt x="201" y="179"/>
                    <a:pt x="0" y="530"/>
                    <a:pt x="0" y="781"/>
                  </a:cubicBezTo>
                  <a:cubicBezTo>
                    <a:pt x="0" y="977"/>
                    <a:pt x="115" y="1085"/>
                    <a:pt x="263" y="1085"/>
                  </a:cubicBezTo>
                  <a:cubicBezTo>
                    <a:pt x="322" y="1085"/>
                    <a:pt x="387" y="1067"/>
                    <a:pt x="452" y="1031"/>
                  </a:cubicBezTo>
                  <a:cubicBezTo>
                    <a:pt x="702" y="906"/>
                    <a:pt x="878" y="580"/>
                    <a:pt x="878" y="304"/>
                  </a:cubicBezTo>
                  <a:cubicBezTo>
                    <a:pt x="878"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38"/>
            <p:cNvSpPr/>
            <p:nvPr/>
          </p:nvSpPr>
          <p:spPr>
            <a:xfrm>
              <a:off x="5018325" y="1037425"/>
              <a:ext cx="21950" cy="26725"/>
            </a:xfrm>
            <a:custGeom>
              <a:avLst/>
              <a:gdLst/>
              <a:ahLst/>
              <a:cxnLst/>
              <a:rect l="l" t="t" r="r" b="b"/>
              <a:pathLst>
                <a:path w="878" h="1069" extrusionOk="0">
                  <a:moveTo>
                    <a:pt x="627" y="0"/>
                  </a:moveTo>
                  <a:cubicBezTo>
                    <a:pt x="564" y="0"/>
                    <a:pt x="495" y="20"/>
                    <a:pt x="426" y="58"/>
                  </a:cubicBezTo>
                  <a:cubicBezTo>
                    <a:pt x="175" y="209"/>
                    <a:pt x="0" y="509"/>
                    <a:pt x="0" y="760"/>
                  </a:cubicBezTo>
                  <a:cubicBezTo>
                    <a:pt x="0" y="969"/>
                    <a:pt x="96" y="1069"/>
                    <a:pt x="231" y="1069"/>
                  </a:cubicBezTo>
                  <a:cubicBezTo>
                    <a:pt x="290" y="1069"/>
                    <a:pt x="357" y="1049"/>
                    <a:pt x="426" y="1011"/>
                  </a:cubicBezTo>
                  <a:cubicBezTo>
                    <a:pt x="677" y="885"/>
                    <a:pt x="877" y="585"/>
                    <a:pt x="877" y="309"/>
                  </a:cubicBezTo>
                  <a:cubicBezTo>
                    <a:pt x="877" y="100"/>
                    <a:pt x="769" y="0"/>
                    <a:pt x="6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38"/>
            <p:cNvSpPr/>
            <p:nvPr/>
          </p:nvSpPr>
          <p:spPr>
            <a:xfrm>
              <a:off x="5114800" y="981775"/>
              <a:ext cx="21325" cy="26900"/>
            </a:xfrm>
            <a:custGeom>
              <a:avLst/>
              <a:gdLst/>
              <a:ahLst/>
              <a:cxnLst/>
              <a:rect l="l" t="t" r="r" b="b"/>
              <a:pathLst>
                <a:path w="853" h="1076" extrusionOk="0">
                  <a:moveTo>
                    <a:pt x="611" y="0"/>
                  </a:moveTo>
                  <a:cubicBezTo>
                    <a:pt x="554" y="0"/>
                    <a:pt x="491" y="18"/>
                    <a:pt x="427" y="54"/>
                  </a:cubicBezTo>
                  <a:cubicBezTo>
                    <a:pt x="176" y="204"/>
                    <a:pt x="1" y="530"/>
                    <a:pt x="1" y="780"/>
                  </a:cubicBezTo>
                  <a:cubicBezTo>
                    <a:pt x="1" y="969"/>
                    <a:pt x="95" y="1076"/>
                    <a:pt x="227" y="1076"/>
                  </a:cubicBezTo>
                  <a:cubicBezTo>
                    <a:pt x="287" y="1076"/>
                    <a:pt x="356" y="1053"/>
                    <a:pt x="427" y="1006"/>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38"/>
            <p:cNvSpPr/>
            <p:nvPr/>
          </p:nvSpPr>
          <p:spPr>
            <a:xfrm>
              <a:off x="5210050" y="926000"/>
              <a:ext cx="21950" cy="27125"/>
            </a:xfrm>
            <a:custGeom>
              <a:avLst/>
              <a:gdLst/>
              <a:ahLst/>
              <a:cxnLst/>
              <a:rect l="l" t="t" r="r" b="b"/>
              <a:pathLst>
                <a:path w="878" h="1085" extrusionOk="0">
                  <a:moveTo>
                    <a:pt x="624" y="1"/>
                  </a:moveTo>
                  <a:cubicBezTo>
                    <a:pt x="568" y="1"/>
                    <a:pt x="509" y="18"/>
                    <a:pt x="451" y="54"/>
                  </a:cubicBezTo>
                  <a:cubicBezTo>
                    <a:pt x="226" y="204"/>
                    <a:pt x="0" y="505"/>
                    <a:pt x="0" y="781"/>
                  </a:cubicBezTo>
                  <a:cubicBezTo>
                    <a:pt x="0" y="977"/>
                    <a:pt x="115" y="1085"/>
                    <a:pt x="263" y="1085"/>
                  </a:cubicBezTo>
                  <a:cubicBezTo>
                    <a:pt x="322" y="1085"/>
                    <a:pt x="387" y="1067"/>
                    <a:pt x="451" y="1032"/>
                  </a:cubicBezTo>
                  <a:cubicBezTo>
                    <a:pt x="677" y="906"/>
                    <a:pt x="877" y="580"/>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38"/>
            <p:cNvSpPr/>
            <p:nvPr/>
          </p:nvSpPr>
          <p:spPr>
            <a:xfrm>
              <a:off x="5306525" y="870250"/>
              <a:ext cx="21975" cy="27125"/>
            </a:xfrm>
            <a:custGeom>
              <a:avLst/>
              <a:gdLst/>
              <a:ahLst/>
              <a:cxnLst/>
              <a:rect l="l" t="t" r="r" b="b"/>
              <a:pathLst>
                <a:path w="879" h="1085" extrusionOk="0">
                  <a:moveTo>
                    <a:pt x="616" y="0"/>
                  </a:moveTo>
                  <a:cubicBezTo>
                    <a:pt x="556" y="0"/>
                    <a:pt x="492" y="18"/>
                    <a:pt x="427" y="53"/>
                  </a:cubicBezTo>
                  <a:cubicBezTo>
                    <a:pt x="226" y="229"/>
                    <a:pt x="1" y="505"/>
                    <a:pt x="1" y="780"/>
                  </a:cubicBezTo>
                  <a:cubicBezTo>
                    <a:pt x="1" y="977"/>
                    <a:pt x="103" y="1084"/>
                    <a:pt x="243" y="1084"/>
                  </a:cubicBezTo>
                  <a:cubicBezTo>
                    <a:pt x="300" y="1084"/>
                    <a:pt x="362" y="1067"/>
                    <a:pt x="427" y="1031"/>
                  </a:cubicBezTo>
                  <a:cubicBezTo>
                    <a:pt x="678" y="906"/>
                    <a:pt x="878" y="605"/>
                    <a:pt x="878" y="304"/>
                  </a:cubicBezTo>
                  <a:cubicBezTo>
                    <a:pt x="878" y="108"/>
                    <a:pt x="763"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38"/>
            <p:cNvSpPr/>
            <p:nvPr/>
          </p:nvSpPr>
          <p:spPr>
            <a:xfrm>
              <a:off x="4921825" y="1203450"/>
              <a:ext cx="21950" cy="26750"/>
            </a:xfrm>
            <a:custGeom>
              <a:avLst/>
              <a:gdLst/>
              <a:ahLst/>
              <a:cxnLst/>
              <a:rect l="l" t="t" r="r" b="b"/>
              <a:pathLst>
                <a:path w="878" h="1070" extrusionOk="0">
                  <a:moveTo>
                    <a:pt x="636" y="1"/>
                  </a:moveTo>
                  <a:cubicBezTo>
                    <a:pt x="577" y="1"/>
                    <a:pt x="513" y="20"/>
                    <a:pt x="452" y="59"/>
                  </a:cubicBezTo>
                  <a:cubicBezTo>
                    <a:pt x="226" y="209"/>
                    <a:pt x="25" y="510"/>
                    <a:pt x="0" y="761"/>
                  </a:cubicBezTo>
                  <a:cubicBezTo>
                    <a:pt x="0" y="969"/>
                    <a:pt x="109" y="1069"/>
                    <a:pt x="251" y="1069"/>
                  </a:cubicBezTo>
                  <a:cubicBezTo>
                    <a:pt x="313" y="1069"/>
                    <a:pt x="382" y="1050"/>
                    <a:pt x="452" y="1011"/>
                  </a:cubicBezTo>
                  <a:cubicBezTo>
                    <a:pt x="702" y="886"/>
                    <a:pt x="878" y="585"/>
                    <a:pt x="878" y="310"/>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38"/>
            <p:cNvSpPr/>
            <p:nvPr/>
          </p:nvSpPr>
          <p:spPr>
            <a:xfrm>
              <a:off x="4922450" y="1313850"/>
              <a:ext cx="21950" cy="27125"/>
            </a:xfrm>
            <a:custGeom>
              <a:avLst/>
              <a:gdLst/>
              <a:ahLst/>
              <a:cxnLst/>
              <a:rect l="l" t="t" r="r" b="b"/>
              <a:pathLst>
                <a:path w="878" h="1085" extrusionOk="0">
                  <a:moveTo>
                    <a:pt x="635" y="1"/>
                  </a:moveTo>
                  <a:cubicBezTo>
                    <a:pt x="579" y="1"/>
                    <a:pt x="516" y="18"/>
                    <a:pt x="452" y="54"/>
                  </a:cubicBezTo>
                  <a:cubicBezTo>
                    <a:pt x="201" y="204"/>
                    <a:pt x="0" y="530"/>
                    <a:pt x="0" y="781"/>
                  </a:cubicBezTo>
                  <a:cubicBezTo>
                    <a:pt x="0" y="977"/>
                    <a:pt x="102" y="1085"/>
                    <a:pt x="252" y="1085"/>
                  </a:cubicBezTo>
                  <a:cubicBezTo>
                    <a:pt x="312" y="1085"/>
                    <a:pt x="380" y="1067"/>
                    <a:pt x="452" y="1031"/>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38"/>
            <p:cNvSpPr/>
            <p:nvPr/>
          </p:nvSpPr>
          <p:spPr>
            <a:xfrm>
              <a:off x="4922450" y="1424750"/>
              <a:ext cx="21950" cy="27125"/>
            </a:xfrm>
            <a:custGeom>
              <a:avLst/>
              <a:gdLst/>
              <a:ahLst/>
              <a:cxnLst/>
              <a:rect l="l" t="t" r="r" b="b"/>
              <a:pathLst>
                <a:path w="878" h="1085" extrusionOk="0">
                  <a:moveTo>
                    <a:pt x="635" y="1"/>
                  </a:moveTo>
                  <a:cubicBezTo>
                    <a:pt x="579" y="1"/>
                    <a:pt x="516" y="18"/>
                    <a:pt x="452" y="54"/>
                  </a:cubicBezTo>
                  <a:cubicBezTo>
                    <a:pt x="226" y="179"/>
                    <a:pt x="51" y="505"/>
                    <a:pt x="0" y="781"/>
                  </a:cubicBezTo>
                  <a:cubicBezTo>
                    <a:pt x="0" y="977"/>
                    <a:pt x="115" y="1085"/>
                    <a:pt x="263" y="1085"/>
                  </a:cubicBezTo>
                  <a:cubicBezTo>
                    <a:pt x="322" y="1085"/>
                    <a:pt x="387" y="1067"/>
                    <a:pt x="452" y="1032"/>
                  </a:cubicBezTo>
                  <a:cubicBezTo>
                    <a:pt x="702" y="906"/>
                    <a:pt x="878" y="605"/>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38"/>
            <p:cNvSpPr/>
            <p:nvPr/>
          </p:nvSpPr>
          <p:spPr>
            <a:xfrm>
              <a:off x="4923700" y="1535550"/>
              <a:ext cx="21325" cy="26725"/>
            </a:xfrm>
            <a:custGeom>
              <a:avLst/>
              <a:gdLst/>
              <a:ahLst/>
              <a:cxnLst/>
              <a:rect l="l" t="t" r="r" b="b"/>
              <a:pathLst>
                <a:path w="853" h="1069" extrusionOk="0">
                  <a:moveTo>
                    <a:pt x="622" y="0"/>
                  </a:moveTo>
                  <a:cubicBezTo>
                    <a:pt x="563" y="0"/>
                    <a:pt x="496" y="20"/>
                    <a:pt x="427" y="58"/>
                  </a:cubicBezTo>
                  <a:cubicBezTo>
                    <a:pt x="176" y="183"/>
                    <a:pt x="1" y="484"/>
                    <a:pt x="1" y="760"/>
                  </a:cubicBezTo>
                  <a:cubicBezTo>
                    <a:pt x="1" y="968"/>
                    <a:pt x="97" y="1069"/>
                    <a:pt x="231" y="1069"/>
                  </a:cubicBezTo>
                  <a:cubicBezTo>
                    <a:pt x="291" y="1069"/>
                    <a:pt x="357" y="1049"/>
                    <a:pt x="427" y="1011"/>
                  </a:cubicBezTo>
                  <a:cubicBezTo>
                    <a:pt x="677" y="885"/>
                    <a:pt x="853" y="584"/>
                    <a:pt x="853" y="309"/>
                  </a:cubicBezTo>
                  <a:cubicBezTo>
                    <a:pt x="853" y="100"/>
                    <a:pt x="756"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38"/>
            <p:cNvSpPr/>
            <p:nvPr/>
          </p:nvSpPr>
          <p:spPr>
            <a:xfrm>
              <a:off x="5018325" y="1147800"/>
              <a:ext cx="21950" cy="27150"/>
            </a:xfrm>
            <a:custGeom>
              <a:avLst/>
              <a:gdLst/>
              <a:ahLst/>
              <a:cxnLst/>
              <a:rect l="l" t="t" r="r" b="b"/>
              <a:pathLst>
                <a:path w="878" h="1086" extrusionOk="0">
                  <a:moveTo>
                    <a:pt x="615" y="1"/>
                  </a:moveTo>
                  <a:cubicBezTo>
                    <a:pt x="556" y="1"/>
                    <a:pt x="491" y="18"/>
                    <a:pt x="426" y="54"/>
                  </a:cubicBezTo>
                  <a:cubicBezTo>
                    <a:pt x="201" y="205"/>
                    <a:pt x="0" y="480"/>
                    <a:pt x="0" y="781"/>
                  </a:cubicBezTo>
                  <a:cubicBezTo>
                    <a:pt x="0" y="978"/>
                    <a:pt x="102" y="1085"/>
                    <a:pt x="242" y="1085"/>
                  </a:cubicBezTo>
                  <a:cubicBezTo>
                    <a:pt x="299" y="1085"/>
                    <a:pt x="361"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38"/>
            <p:cNvSpPr/>
            <p:nvPr/>
          </p:nvSpPr>
          <p:spPr>
            <a:xfrm>
              <a:off x="5114800" y="1092050"/>
              <a:ext cx="21325" cy="27125"/>
            </a:xfrm>
            <a:custGeom>
              <a:avLst/>
              <a:gdLst/>
              <a:ahLst/>
              <a:cxnLst/>
              <a:rect l="l" t="t" r="r" b="b"/>
              <a:pathLst>
                <a:path w="853" h="1085" extrusionOk="0">
                  <a:moveTo>
                    <a:pt x="611" y="0"/>
                  </a:moveTo>
                  <a:cubicBezTo>
                    <a:pt x="554" y="0"/>
                    <a:pt x="491" y="18"/>
                    <a:pt x="427" y="54"/>
                  </a:cubicBezTo>
                  <a:cubicBezTo>
                    <a:pt x="201" y="204"/>
                    <a:pt x="1" y="530"/>
                    <a:pt x="1" y="781"/>
                  </a:cubicBezTo>
                  <a:cubicBezTo>
                    <a:pt x="1" y="977"/>
                    <a:pt x="103" y="1085"/>
                    <a:pt x="243" y="1085"/>
                  </a:cubicBezTo>
                  <a:cubicBezTo>
                    <a:pt x="299" y="1085"/>
                    <a:pt x="362"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38"/>
            <p:cNvSpPr/>
            <p:nvPr/>
          </p:nvSpPr>
          <p:spPr>
            <a:xfrm>
              <a:off x="5210675" y="1036275"/>
              <a:ext cx="21950" cy="27125"/>
            </a:xfrm>
            <a:custGeom>
              <a:avLst/>
              <a:gdLst/>
              <a:ahLst/>
              <a:cxnLst/>
              <a:rect l="l" t="t" r="r" b="b"/>
              <a:pathLst>
                <a:path w="878" h="1085" extrusionOk="0">
                  <a:moveTo>
                    <a:pt x="635" y="1"/>
                  </a:moveTo>
                  <a:cubicBezTo>
                    <a:pt x="579" y="1"/>
                    <a:pt x="516" y="18"/>
                    <a:pt x="451" y="54"/>
                  </a:cubicBezTo>
                  <a:cubicBezTo>
                    <a:pt x="201" y="230"/>
                    <a:pt x="0" y="530"/>
                    <a:pt x="0" y="781"/>
                  </a:cubicBezTo>
                  <a:cubicBezTo>
                    <a:pt x="0" y="978"/>
                    <a:pt x="115" y="1085"/>
                    <a:pt x="263" y="1085"/>
                  </a:cubicBezTo>
                  <a:cubicBezTo>
                    <a:pt x="322" y="1085"/>
                    <a:pt x="387" y="1068"/>
                    <a:pt x="451" y="1032"/>
                  </a:cubicBezTo>
                  <a:cubicBezTo>
                    <a:pt x="702" y="906"/>
                    <a:pt x="878" y="580"/>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38"/>
            <p:cNvSpPr/>
            <p:nvPr/>
          </p:nvSpPr>
          <p:spPr>
            <a:xfrm>
              <a:off x="5307150" y="981775"/>
              <a:ext cx="21975" cy="26900"/>
            </a:xfrm>
            <a:custGeom>
              <a:avLst/>
              <a:gdLst/>
              <a:ahLst/>
              <a:cxnLst/>
              <a:rect l="l" t="t" r="r" b="b"/>
              <a:pathLst>
                <a:path w="879" h="1076" extrusionOk="0">
                  <a:moveTo>
                    <a:pt x="625" y="0"/>
                  </a:moveTo>
                  <a:cubicBezTo>
                    <a:pt x="569" y="0"/>
                    <a:pt x="510" y="18"/>
                    <a:pt x="452" y="54"/>
                  </a:cubicBezTo>
                  <a:cubicBezTo>
                    <a:pt x="201" y="179"/>
                    <a:pt x="1" y="480"/>
                    <a:pt x="1" y="780"/>
                  </a:cubicBezTo>
                  <a:cubicBezTo>
                    <a:pt x="1" y="969"/>
                    <a:pt x="107" y="1076"/>
                    <a:pt x="246" y="1076"/>
                  </a:cubicBezTo>
                  <a:cubicBezTo>
                    <a:pt x="310" y="1076"/>
                    <a:pt x="381" y="1053"/>
                    <a:pt x="452" y="1006"/>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38"/>
            <p:cNvSpPr/>
            <p:nvPr/>
          </p:nvSpPr>
          <p:spPr>
            <a:xfrm>
              <a:off x="5018950" y="1258100"/>
              <a:ext cx="21950" cy="27125"/>
            </a:xfrm>
            <a:custGeom>
              <a:avLst/>
              <a:gdLst/>
              <a:ahLst/>
              <a:cxnLst/>
              <a:rect l="l" t="t" r="r" b="b"/>
              <a:pathLst>
                <a:path w="878" h="1085" extrusionOk="0">
                  <a:moveTo>
                    <a:pt x="624" y="0"/>
                  </a:moveTo>
                  <a:cubicBezTo>
                    <a:pt x="568" y="0"/>
                    <a:pt x="509" y="17"/>
                    <a:pt x="451" y="53"/>
                  </a:cubicBezTo>
                  <a:cubicBezTo>
                    <a:pt x="176" y="204"/>
                    <a:pt x="0" y="504"/>
                    <a:pt x="0" y="780"/>
                  </a:cubicBezTo>
                  <a:cubicBezTo>
                    <a:pt x="0" y="977"/>
                    <a:pt x="115" y="1084"/>
                    <a:pt x="262" y="1084"/>
                  </a:cubicBezTo>
                  <a:cubicBezTo>
                    <a:pt x="322" y="1084"/>
                    <a:pt x="387" y="1067"/>
                    <a:pt x="451" y="1031"/>
                  </a:cubicBezTo>
                  <a:cubicBezTo>
                    <a:pt x="702" y="905"/>
                    <a:pt x="877" y="580"/>
                    <a:pt x="877" y="304"/>
                  </a:cubicBezTo>
                  <a:cubicBezTo>
                    <a:pt x="877" y="107"/>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38"/>
            <p:cNvSpPr/>
            <p:nvPr/>
          </p:nvSpPr>
          <p:spPr>
            <a:xfrm>
              <a:off x="5018950" y="1369225"/>
              <a:ext cx="21950" cy="27000"/>
            </a:xfrm>
            <a:custGeom>
              <a:avLst/>
              <a:gdLst/>
              <a:ahLst/>
              <a:cxnLst/>
              <a:rect l="l" t="t" r="r" b="b"/>
              <a:pathLst>
                <a:path w="878" h="1080" extrusionOk="0">
                  <a:moveTo>
                    <a:pt x="637" y="0"/>
                  </a:moveTo>
                  <a:cubicBezTo>
                    <a:pt x="578" y="0"/>
                    <a:pt x="513" y="23"/>
                    <a:pt x="451" y="70"/>
                  </a:cubicBezTo>
                  <a:cubicBezTo>
                    <a:pt x="176" y="195"/>
                    <a:pt x="0" y="496"/>
                    <a:pt x="0" y="771"/>
                  </a:cubicBezTo>
                  <a:cubicBezTo>
                    <a:pt x="0" y="980"/>
                    <a:pt x="109" y="1080"/>
                    <a:pt x="250" y="1080"/>
                  </a:cubicBezTo>
                  <a:cubicBezTo>
                    <a:pt x="313" y="1080"/>
                    <a:pt x="382" y="1060"/>
                    <a:pt x="451" y="1022"/>
                  </a:cubicBezTo>
                  <a:cubicBezTo>
                    <a:pt x="702" y="897"/>
                    <a:pt x="877" y="596"/>
                    <a:pt x="877" y="320"/>
                  </a:cubicBezTo>
                  <a:cubicBezTo>
                    <a:pt x="877" y="113"/>
                    <a:pt x="770" y="0"/>
                    <a:pt x="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38"/>
            <p:cNvSpPr/>
            <p:nvPr/>
          </p:nvSpPr>
          <p:spPr>
            <a:xfrm>
              <a:off x="5018950" y="1479900"/>
              <a:ext cx="21950" cy="27125"/>
            </a:xfrm>
            <a:custGeom>
              <a:avLst/>
              <a:gdLst/>
              <a:ahLst/>
              <a:cxnLst/>
              <a:rect l="l" t="t" r="r" b="b"/>
              <a:pathLst>
                <a:path w="878" h="1085" extrusionOk="0">
                  <a:moveTo>
                    <a:pt x="624" y="0"/>
                  </a:moveTo>
                  <a:cubicBezTo>
                    <a:pt x="568" y="0"/>
                    <a:pt x="509" y="18"/>
                    <a:pt x="451" y="54"/>
                  </a:cubicBezTo>
                  <a:cubicBezTo>
                    <a:pt x="226" y="179"/>
                    <a:pt x="25" y="505"/>
                    <a:pt x="0" y="780"/>
                  </a:cubicBezTo>
                  <a:cubicBezTo>
                    <a:pt x="0" y="977"/>
                    <a:pt x="102" y="1084"/>
                    <a:pt x="251" y="1084"/>
                  </a:cubicBezTo>
                  <a:cubicBezTo>
                    <a:pt x="312" y="1084"/>
                    <a:pt x="379" y="1067"/>
                    <a:pt x="451" y="1031"/>
                  </a:cubicBezTo>
                  <a:cubicBezTo>
                    <a:pt x="702" y="906"/>
                    <a:pt x="877" y="580"/>
                    <a:pt x="877" y="304"/>
                  </a:cubicBezTo>
                  <a:cubicBezTo>
                    <a:pt x="877" y="108"/>
                    <a:pt x="763" y="0"/>
                    <a:pt x="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38"/>
            <p:cNvSpPr/>
            <p:nvPr/>
          </p:nvSpPr>
          <p:spPr>
            <a:xfrm>
              <a:off x="5114800" y="1203450"/>
              <a:ext cx="21325" cy="26750"/>
            </a:xfrm>
            <a:custGeom>
              <a:avLst/>
              <a:gdLst/>
              <a:ahLst/>
              <a:cxnLst/>
              <a:rect l="l" t="t" r="r" b="b"/>
              <a:pathLst>
                <a:path w="853" h="1070" extrusionOk="0">
                  <a:moveTo>
                    <a:pt x="622" y="1"/>
                  </a:moveTo>
                  <a:cubicBezTo>
                    <a:pt x="563" y="1"/>
                    <a:pt x="496" y="20"/>
                    <a:pt x="427" y="59"/>
                  </a:cubicBezTo>
                  <a:cubicBezTo>
                    <a:pt x="201" y="184"/>
                    <a:pt x="26" y="485"/>
                    <a:pt x="1" y="761"/>
                  </a:cubicBezTo>
                  <a:cubicBezTo>
                    <a:pt x="1" y="969"/>
                    <a:pt x="85" y="1069"/>
                    <a:pt x="220" y="1069"/>
                  </a:cubicBezTo>
                  <a:cubicBezTo>
                    <a:pt x="280" y="1069"/>
                    <a:pt x="350" y="1050"/>
                    <a:pt x="427" y="1011"/>
                  </a:cubicBezTo>
                  <a:cubicBezTo>
                    <a:pt x="677" y="886"/>
                    <a:pt x="853" y="585"/>
                    <a:pt x="853" y="310"/>
                  </a:cubicBezTo>
                  <a:cubicBezTo>
                    <a:pt x="853" y="101"/>
                    <a:pt x="756"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38"/>
            <p:cNvSpPr/>
            <p:nvPr/>
          </p:nvSpPr>
          <p:spPr>
            <a:xfrm>
              <a:off x="5210675" y="1147800"/>
              <a:ext cx="21950" cy="27150"/>
            </a:xfrm>
            <a:custGeom>
              <a:avLst/>
              <a:gdLst/>
              <a:ahLst/>
              <a:cxnLst/>
              <a:rect l="l" t="t" r="r" b="b"/>
              <a:pathLst>
                <a:path w="878" h="1086" extrusionOk="0">
                  <a:moveTo>
                    <a:pt x="635" y="1"/>
                  </a:moveTo>
                  <a:cubicBezTo>
                    <a:pt x="579" y="1"/>
                    <a:pt x="516" y="18"/>
                    <a:pt x="451" y="54"/>
                  </a:cubicBezTo>
                  <a:cubicBezTo>
                    <a:pt x="226" y="180"/>
                    <a:pt x="0" y="480"/>
                    <a:pt x="0" y="781"/>
                  </a:cubicBezTo>
                  <a:cubicBezTo>
                    <a:pt x="0" y="978"/>
                    <a:pt x="115" y="1085"/>
                    <a:pt x="263" y="1085"/>
                  </a:cubicBezTo>
                  <a:cubicBezTo>
                    <a:pt x="322" y="1085"/>
                    <a:pt x="387" y="1068"/>
                    <a:pt x="451" y="1032"/>
                  </a:cubicBezTo>
                  <a:cubicBezTo>
                    <a:pt x="702" y="906"/>
                    <a:pt x="878" y="581"/>
                    <a:pt x="878" y="305"/>
                  </a:cubicBezTo>
                  <a:cubicBezTo>
                    <a:pt x="878" y="108"/>
                    <a:pt x="776" y="1"/>
                    <a:pt x="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38"/>
            <p:cNvSpPr/>
            <p:nvPr/>
          </p:nvSpPr>
          <p:spPr>
            <a:xfrm>
              <a:off x="5307150" y="1092050"/>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580"/>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38"/>
            <p:cNvSpPr/>
            <p:nvPr/>
          </p:nvSpPr>
          <p:spPr>
            <a:xfrm>
              <a:off x="5115425" y="1313850"/>
              <a:ext cx="21950" cy="27125"/>
            </a:xfrm>
            <a:custGeom>
              <a:avLst/>
              <a:gdLst/>
              <a:ahLst/>
              <a:cxnLst/>
              <a:rect l="l" t="t" r="r" b="b"/>
              <a:pathLst>
                <a:path w="878" h="1085" extrusionOk="0">
                  <a:moveTo>
                    <a:pt x="616" y="1"/>
                  </a:moveTo>
                  <a:cubicBezTo>
                    <a:pt x="556" y="1"/>
                    <a:pt x="492" y="18"/>
                    <a:pt x="427" y="54"/>
                  </a:cubicBezTo>
                  <a:cubicBezTo>
                    <a:pt x="176" y="179"/>
                    <a:pt x="1" y="48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38"/>
            <p:cNvSpPr/>
            <p:nvPr/>
          </p:nvSpPr>
          <p:spPr>
            <a:xfrm>
              <a:off x="5115425" y="1424125"/>
              <a:ext cx="21950" cy="27125"/>
            </a:xfrm>
            <a:custGeom>
              <a:avLst/>
              <a:gdLst/>
              <a:ahLst/>
              <a:cxnLst/>
              <a:rect l="l" t="t" r="r" b="b"/>
              <a:pathLst>
                <a:path w="878" h="1085" extrusionOk="0">
                  <a:moveTo>
                    <a:pt x="616" y="1"/>
                  </a:moveTo>
                  <a:cubicBezTo>
                    <a:pt x="556" y="1"/>
                    <a:pt x="492" y="18"/>
                    <a:pt x="427" y="54"/>
                  </a:cubicBezTo>
                  <a:cubicBezTo>
                    <a:pt x="226" y="179"/>
                    <a:pt x="26" y="530"/>
                    <a:pt x="1" y="781"/>
                  </a:cubicBezTo>
                  <a:cubicBezTo>
                    <a:pt x="1" y="977"/>
                    <a:pt x="90" y="1085"/>
                    <a:pt x="232" y="1085"/>
                  </a:cubicBezTo>
                  <a:cubicBezTo>
                    <a:pt x="289" y="1085"/>
                    <a:pt x="355" y="1067"/>
                    <a:pt x="427" y="1031"/>
                  </a:cubicBezTo>
                  <a:cubicBezTo>
                    <a:pt x="677" y="906"/>
                    <a:pt x="878" y="580"/>
                    <a:pt x="878" y="305"/>
                  </a:cubicBezTo>
                  <a:cubicBezTo>
                    <a:pt x="878" y="108"/>
                    <a:pt x="763" y="1"/>
                    <a:pt x="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38"/>
            <p:cNvSpPr/>
            <p:nvPr/>
          </p:nvSpPr>
          <p:spPr>
            <a:xfrm>
              <a:off x="5211300" y="1258100"/>
              <a:ext cx="22575" cy="27125"/>
            </a:xfrm>
            <a:custGeom>
              <a:avLst/>
              <a:gdLst/>
              <a:ahLst/>
              <a:cxnLst/>
              <a:rect l="l" t="t" r="r" b="b"/>
              <a:pathLst>
                <a:path w="903" h="1085" extrusionOk="0">
                  <a:moveTo>
                    <a:pt x="640" y="0"/>
                  </a:moveTo>
                  <a:cubicBezTo>
                    <a:pt x="581" y="0"/>
                    <a:pt x="516" y="17"/>
                    <a:pt x="452" y="53"/>
                  </a:cubicBezTo>
                  <a:cubicBezTo>
                    <a:pt x="201" y="179"/>
                    <a:pt x="0" y="530"/>
                    <a:pt x="25" y="780"/>
                  </a:cubicBezTo>
                  <a:cubicBezTo>
                    <a:pt x="25" y="977"/>
                    <a:pt x="115" y="1084"/>
                    <a:pt x="257" y="1084"/>
                  </a:cubicBezTo>
                  <a:cubicBezTo>
                    <a:pt x="314" y="1084"/>
                    <a:pt x="380" y="1067"/>
                    <a:pt x="452" y="1031"/>
                  </a:cubicBezTo>
                  <a:cubicBezTo>
                    <a:pt x="702" y="905"/>
                    <a:pt x="903" y="580"/>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38"/>
            <p:cNvSpPr/>
            <p:nvPr/>
          </p:nvSpPr>
          <p:spPr>
            <a:xfrm>
              <a:off x="5307150" y="1202325"/>
              <a:ext cx="21975" cy="27125"/>
            </a:xfrm>
            <a:custGeom>
              <a:avLst/>
              <a:gdLst/>
              <a:ahLst/>
              <a:cxnLst/>
              <a:rect l="l" t="t" r="r" b="b"/>
              <a:pathLst>
                <a:path w="879" h="1085" extrusionOk="0">
                  <a:moveTo>
                    <a:pt x="625" y="0"/>
                  </a:moveTo>
                  <a:cubicBezTo>
                    <a:pt x="569" y="0"/>
                    <a:pt x="510" y="18"/>
                    <a:pt x="452" y="54"/>
                  </a:cubicBezTo>
                  <a:cubicBezTo>
                    <a:pt x="227" y="179"/>
                    <a:pt x="26" y="530"/>
                    <a:pt x="1" y="781"/>
                  </a:cubicBezTo>
                  <a:cubicBezTo>
                    <a:pt x="1" y="977"/>
                    <a:pt x="116" y="1085"/>
                    <a:pt x="263" y="1085"/>
                  </a:cubicBezTo>
                  <a:cubicBezTo>
                    <a:pt x="323" y="1085"/>
                    <a:pt x="387" y="1067"/>
                    <a:pt x="452" y="1031"/>
                  </a:cubicBezTo>
                  <a:cubicBezTo>
                    <a:pt x="678" y="906"/>
                    <a:pt x="878" y="605"/>
                    <a:pt x="878" y="304"/>
                  </a:cubicBezTo>
                  <a:cubicBezTo>
                    <a:pt x="878" y="108"/>
                    <a:pt x="763" y="0"/>
                    <a:pt x="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38"/>
            <p:cNvSpPr/>
            <p:nvPr/>
          </p:nvSpPr>
          <p:spPr>
            <a:xfrm>
              <a:off x="5307800" y="1313100"/>
              <a:ext cx="21950" cy="26750"/>
            </a:xfrm>
            <a:custGeom>
              <a:avLst/>
              <a:gdLst/>
              <a:ahLst/>
              <a:cxnLst/>
              <a:rect l="l" t="t" r="r" b="b"/>
              <a:pathLst>
                <a:path w="878" h="1070" extrusionOk="0">
                  <a:moveTo>
                    <a:pt x="647" y="1"/>
                  </a:moveTo>
                  <a:cubicBezTo>
                    <a:pt x="587" y="1"/>
                    <a:pt x="520" y="20"/>
                    <a:pt x="451" y="59"/>
                  </a:cubicBezTo>
                  <a:cubicBezTo>
                    <a:pt x="201" y="184"/>
                    <a:pt x="0" y="510"/>
                    <a:pt x="0" y="761"/>
                  </a:cubicBezTo>
                  <a:cubicBezTo>
                    <a:pt x="0" y="969"/>
                    <a:pt x="108" y="1069"/>
                    <a:pt x="250" y="1069"/>
                  </a:cubicBezTo>
                  <a:cubicBezTo>
                    <a:pt x="313" y="1069"/>
                    <a:pt x="382" y="1050"/>
                    <a:pt x="451" y="1011"/>
                  </a:cubicBezTo>
                  <a:cubicBezTo>
                    <a:pt x="702" y="886"/>
                    <a:pt x="877" y="585"/>
                    <a:pt x="877" y="310"/>
                  </a:cubicBezTo>
                  <a:cubicBezTo>
                    <a:pt x="877" y="101"/>
                    <a:pt x="781" y="1"/>
                    <a:pt x="6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38"/>
            <p:cNvSpPr/>
            <p:nvPr/>
          </p:nvSpPr>
          <p:spPr>
            <a:xfrm>
              <a:off x="5211300" y="1368375"/>
              <a:ext cx="22575" cy="27125"/>
            </a:xfrm>
            <a:custGeom>
              <a:avLst/>
              <a:gdLst/>
              <a:ahLst/>
              <a:cxnLst/>
              <a:rect l="l" t="t" r="r" b="b"/>
              <a:pathLst>
                <a:path w="903" h="1085" extrusionOk="0">
                  <a:moveTo>
                    <a:pt x="640" y="0"/>
                  </a:moveTo>
                  <a:cubicBezTo>
                    <a:pt x="581" y="0"/>
                    <a:pt x="516" y="17"/>
                    <a:pt x="452" y="53"/>
                  </a:cubicBezTo>
                  <a:cubicBezTo>
                    <a:pt x="226" y="179"/>
                    <a:pt x="0" y="530"/>
                    <a:pt x="25" y="780"/>
                  </a:cubicBezTo>
                  <a:cubicBezTo>
                    <a:pt x="25" y="977"/>
                    <a:pt x="127" y="1084"/>
                    <a:pt x="268" y="1084"/>
                  </a:cubicBezTo>
                  <a:cubicBezTo>
                    <a:pt x="324" y="1084"/>
                    <a:pt x="387" y="1067"/>
                    <a:pt x="452" y="1031"/>
                  </a:cubicBezTo>
                  <a:cubicBezTo>
                    <a:pt x="702" y="906"/>
                    <a:pt x="903" y="605"/>
                    <a:pt x="903" y="304"/>
                  </a:cubicBezTo>
                  <a:cubicBezTo>
                    <a:pt x="903" y="107"/>
                    <a:pt x="788"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38"/>
            <p:cNvSpPr/>
            <p:nvPr/>
          </p:nvSpPr>
          <p:spPr>
            <a:xfrm>
              <a:off x="4921825" y="1642050"/>
              <a:ext cx="21950" cy="26750"/>
            </a:xfrm>
            <a:custGeom>
              <a:avLst/>
              <a:gdLst/>
              <a:ahLst/>
              <a:cxnLst/>
              <a:rect l="l" t="t" r="r" b="b"/>
              <a:pathLst>
                <a:path w="878" h="1070" extrusionOk="0">
                  <a:moveTo>
                    <a:pt x="636" y="1"/>
                  </a:moveTo>
                  <a:cubicBezTo>
                    <a:pt x="577" y="1"/>
                    <a:pt x="513" y="20"/>
                    <a:pt x="452" y="59"/>
                  </a:cubicBezTo>
                  <a:cubicBezTo>
                    <a:pt x="201" y="184"/>
                    <a:pt x="0" y="510"/>
                    <a:pt x="0" y="761"/>
                  </a:cubicBezTo>
                  <a:cubicBezTo>
                    <a:pt x="0" y="969"/>
                    <a:pt x="109" y="1069"/>
                    <a:pt x="251" y="1069"/>
                  </a:cubicBezTo>
                  <a:cubicBezTo>
                    <a:pt x="313" y="1069"/>
                    <a:pt x="382" y="1050"/>
                    <a:pt x="452" y="1011"/>
                  </a:cubicBezTo>
                  <a:cubicBezTo>
                    <a:pt x="702" y="886"/>
                    <a:pt x="878" y="585"/>
                    <a:pt x="878" y="309"/>
                  </a:cubicBezTo>
                  <a:cubicBezTo>
                    <a:pt x="878" y="101"/>
                    <a:pt x="769" y="1"/>
                    <a:pt x="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38"/>
            <p:cNvSpPr/>
            <p:nvPr/>
          </p:nvSpPr>
          <p:spPr>
            <a:xfrm>
              <a:off x="5018325" y="1586400"/>
              <a:ext cx="21950" cy="27150"/>
            </a:xfrm>
            <a:custGeom>
              <a:avLst/>
              <a:gdLst/>
              <a:ahLst/>
              <a:cxnLst/>
              <a:rect l="l" t="t" r="r" b="b"/>
              <a:pathLst>
                <a:path w="878" h="1086" extrusionOk="0">
                  <a:moveTo>
                    <a:pt x="615" y="1"/>
                  </a:moveTo>
                  <a:cubicBezTo>
                    <a:pt x="556" y="1"/>
                    <a:pt x="491" y="18"/>
                    <a:pt x="426" y="54"/>
                  </a:cubicBezTo>
                  <a:cubicBezTo>
                    <a:pt x="175" y="180"/>
                    <a:pt x="0" y="480"/>
                    <a:pt x="0" y="781"/>
                  </a:cubicBezTo>
                  <a:cubicBezTo>
                    <a:pt x="0" y="978"/>
                    <a:pt x="89" y="1085"/>
                    <a:pt x="231" y="1085"/>
                  </a:cubicBezTo>
                  <a:cubicBezTo>
                    <a:pt x="288" y="1085"/>
                    <a:pt x="354" y="1068"/>
                    <a:pt x="426" y="1032"/>
                  </a:cubicBezTo>
                  <a:cubicBezTo>
                    <a:pt x="677" y="906"/>
                    <a:pt x="877" y="581"/>
                    <a:pt x="877" y="305"/>
                  </a:cubicBezTo>
                  <a:cubicBezTo>
                    <a:pt x="877" y="108"/>
                    <a:pt x="763" y="1"/>
                    <a:pt x="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38"/>
            <p:cNvSpPr/>
            <p:nvPr/>
          </p:nvSpPr>
          <p:spPr>
            <a:xfrm>
              <a:off x="5114800" y="1530650"/>
              <a:ext cx="21325" cy="27125"/>
            </a:xfrm>
            <a:custGeom>
              <a:avLst/>
              <a:gdLst/>
              <a:ahLst/>
              <a:cxnLst/>
              <a:rect l="l" t="t" r="r" b="b"/>
              <a:pathLst>
                <a:path w="853" h="1085" extrusionOk="0">
                  <a:moveTo>
                    <a:pt x="611" y="0"/>
                  </a:moveTo>
                  <a:cubicBezTo>
                    <a:pt x="554" y="0"/>
                    <a:pt x="491" y="18"/>
                    <a:pt x="427" y="54"/>
                  </a:cubicBezTo>
                  <a:cubicBezTo>
                    <a:pt x="176" y="179"/>
                    <a:pt x="1" y="530"/>
                    <a:pt x="1" y="780"/>
                  </a:cubicBezTo>
                  <a:cubicBezTo>
                    <a:pt x="1" y="977"/>
                    <a:pt x="90" y="1084"/>
                    <a:pt x="232" y="1084"/>
                  </a:cubicBezTo>
                  <a:cubicBezTo>
                    <a:pt x="289" y="1084"/>
                    <a:pt x="355" y="1067"/>
                    <a:pt x="427" y="1031"/>
                  </a:cubicBezTo>
                  <a:cubicBezTo>
                    <a:pt x="677" y="906"/>
                    <a:pt x="853" y="580"/>
                    <a:pt x="853" y="304"/>
                  </a:cubicBezTo>
                  <a:cubicBezTo>
                    <a:pt x="853" y="108"/>
                    <a:pt x="751"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38"/>
            <p:cNvSpPr/>
            <p:nvPr/>
          </p:nvSpPr>
          <p:spPr>
            <a:xfrm>
              <a:off x="5210050" y="1474875"/>
              <a:ext cx="21950" cy="27125"/>
            </a:xfrm>
            <a:custGeom>
              <a:avLst/>
              <a:gdLst/>
              <a:ahLst/>
              <a:cxnLst/>
              <a:rect l="l" t="t" r="r" b="b"/>
              <a:pathLst>
                <a:path w="878" h="1085" extrusionOk="0">
                  <a:moveTo>
                    <a:pt x="624" y="1"/>
                  </a:moveTo>
                  <a:cubicBezTo>
                    <a:pt x="568" y="1"/>
                    <a:pt x="509" y="18"/>
                    <a:pt x="451" y="54"/>
                  </a:cubicBezTo>
                  <a:cubicBezTo>
                    <a:pt x="226" y="179"/>
                    <a:pt x="0" y="505"/>
                    <a:pt x="0" y="781"/>
                  </a:cubicBezTo>
                  <a:cubicBezTo>
                    <a:pt x="0" y="977"/>
                    <a:pt x="115" y="1085"/>
                    <a:pt x="263" y="1085"/>
                  </a:cubicBezTo>
                  <a:cubicBezTo>
                    <a:pt x="322" y="1085"/>
                    <a:pt x="387" y="1067"/>
                    <a:pt x="451" y="1032"/>
                  </a:cubicBezTo>
                  <a:cubicBezTo>
                    <a:pt x="677" y="906"/>
                    <a:pt x="877" y="605"/>
                    <a:pt x="877" y="305"/>
                  </a:cubicBezTo>
                  <a:cubicBezTo>
                    <a:pt x="877" y="108"/>
                    <a:pt x="763"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38"/>
            <p:cNvSpPr/>
            <p:nvPr/>
          </p:nvSpPr>
          <p:spPr>
            <a:xfrm>
              <a:off x="5306525" y="1419625"/>
              <a:ext cx="21975" cy="26725"/>
            </a:xfrm>
            <a:custGeom>
              <a:avLst/>
              <a:gdLst/>
              <a:ahLst/>
              <a:cxnLst/>
              <a:rect l="l" t="t" r="r" b="b"/>
              <a:pathLst>
                <a:path w="879" h="1069" extrusionOk="0">
                  <a:moveTo>
                    <a:pt x="628" y="1"/>
                  </a:moveTo>
                  <a:cubicBezTo>
                    <a:pt x="565" y="1"/>
                    <a:pt x="496" y="20"/>
                    <a:pt x="427" y="59"/>
                  </a:cubicBezTo>
                  <a:cubicBezTo>
                    <a:pt x="226" y="184"/>
                    <a:pt x="1" y="485"/>
                    <a:pt x="1" y="760"/>
                  </a:cubicBezTo>
                  <a:cubicBezTo>
                    <a:pt x="1" y="969"/>
                    <a:pt x="97" y="1069"/>
                    <a:pt x="232" y="1069"/>
                  </a:cubicBezTo>
                  <a:cubicBezTo>
                    <a:pt x="291" y="1069"/>
                    <a:pt x="358" y="1049"/>
                    <a:pt x="427" y="1011"/>
                  </a:cubicBezTo>
                  <a:cubicBezTo>
                    <a:pt x="678" y="886"/>
                    <a:pt x="878" y="585"/>
                    <a:pt x="878" y="309"/>
                  </a:cubicBezTo>
                  <a:cubicBezTo>
                    <a:pt x="878" y="101"/>
                    <a:pt x="770" y="1"/>
                    <a:pt x="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2398;p36">
            <a:extLst>
              <a:ext uri="{FF2B5EF4-FFF2-40B4-BE49-F238E27FC236}">
                <a16:creationId xmlns:a16="http://schemas.microsoft.com/office/drawing/2014/main" id="{FE13040B-4B6C-947E-6A1A-0A045B61D463}"/>
              </a:ext>
            </a:extLst>
          </p:cNvPr>
          <p:cNvSpPr txBox="1">
            <a:spLocks/>
          </p:cNvSpPr>
          <p:nvPr/>
        </p:nvSpPr>
        <p:spPr>
          <a:xfrm>
            <a:off x="3087563" y="1805994"/>
            <a:ext cx="4553223" cy="135322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1100"/>
            </a:pPr>
            <a:r>
              <a:rPr lang="en-US" sz="1600" dirty="0">
                <a:latin typeface="+mj-lt"/>
              </a:rPr>
              <a:t>Based on the RMSE ( Root Mean Square Error ) compared across all the three models, we can conclude that the Random Forest model fits the best.</a:t>
            </a:r>
          </a:p>
        </p:txBody>
      </p:sp>
      <p:graphicFrame>
        <p:nvGraphicFramePr>
          <p:cNvPr id="4" name="Diagram 3">
            <a:extLst>
              <a:ext uri="{FF2B5EF4-FFF2-40B4-BE49-F238E27FC236}">
                <a16:creationId xmlns:a16="http://schemas.microsoft.com/office/drawing/2014/main" id="{16D9A9DC-3D45-A81D-A265-1ADC8085C089}"/>
              </a:ext>
            </a:extLst>
          </p:cNvPr>
          <p:cNvGraphicFramePr/>
          <p:nvPr>
            <p:extLst>
              <p:ext uri="{D42A27DB-BD31-4B8C-83A1-F6EECF244321}">
                <p14:modId xmlns:p14="http://schemas.microsoft.com/office/powerpoint/2010/main" val="2869300964"/>
              </p:ext>
            </p:extLst>
          </p:nvPr>
        </p:nvGraphicFramePr>
        <p:xfrm>
          <a:off x="2683933" y="2781899"/>
          <a:ext cx="2421467" cy="17123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Arrow: Pentagon 5">
            <a:extLst>
              <a:ext uri="{FF2B5EF4-FFF2-40B4-BE49-F238E27FC236}">
                <a16:creationId xmlns:a16="http://schemas.microsoft.com/office/drawing/2014/main" id="{3D979F51-4B11-6FAD-0808-723EEF249B3E}"/>
              </a:ext>
            </a:extLst>
          </p:cNvPr>
          <p:cNvSpPr/>
          <p:nvPr/>
        </p:nvSpPr>
        <p:spPr>
          <a:xfrm>
            <a:off x="940907" y="1270393"/>
            <a:ext cx="2089400" cy="905540"/>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latin typeface="Abel" panose="02000506030000020004" pitchFamily="2" charset="0"/>
              </a:rPr>
              <a:t>Multiple Linear Regression</a:t>
            </a:r>
          </a:p>
        </p:txBody>
      </p:sp>
      <p:sp>
        <p:nvSpPr>
          <p:cNvPr id="9" name="Arrow: Right 8">
            <a:extLst>
              <a:ext uri="{FF2B5EF4-FFF2-40B4-BE49-F238E27FC236}">
                <a16:creationId xmlns:a16="http://schemas.microsoft.com/office/drawing/2014/main" id="{AB2471E4-ADF4-62B2-A29E-E1857049DB3A}"/>
              </a:ext>
            </a:extLst>
          </p:cNvPr>
          <p:cNvSpPr/>
          <p:nvPr/>
        </p:nvSpPr>
        <p:spPr>
          <a:xfrm>
            <a:off x="3580341" y="3638097"/>
            <a:ext cx="1557867" cy="484632"/>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8D6695D9-08DD-722B-ECC0-AA83A67646BA}"/>
              </a:ext>
            </a:extLst>
          </p:cNvPr>
          <p:cNvSpPr/>
          <p:nvPr/>
        </p:nvSpPr>
        <p:spPr>
          <a:xfrm>
            <a:off x="5682210" y="2900594"/>
            <a:ext cx="1902264" cy="1552119"/>
          </a:xfrm>
          <a:prstGeom prst="diamon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Abel" panose="02000506030000020004" pitchFamily="2" charset="0"/>
              </a:rPr>
              <a:t>Best model Fit</a:t>
            </a:r>
          </a:p>
        </p:txBody>
      </p:sp>
      <p:sp>
        <p:nvSpPr>
          <p:cNvPr id="11" name="Arrow: Pentagon 10">
            <a:extLst>
              <a:ext uri="{FF2B5EF4-FFF2-40B4-BE49-F238E27FC236}">
                <a16:creationId xmlns:a16="http://schemas.microsoft.com/office/drawing/2014/main" id="{2B2677C0-AE49-08D8-9729-19F9368663FA}"/>
              </a:ext>
            </a:extLst>
          </p:cNvPr>
          <p:cNvSpPr/>
          <p:nvPr/>
        </p:nvSpPr>
        <p:spPr>
          <a:xfrm>
            <a:off x="950133" y="2294763"/>
            <a:ext cx="2089400" cy="905540"/>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latin typeface="Abel" panose="02000506030000020004" pitchFamily="2" charset="0"/>
              </a:rPr>
              <a:t>Decision Tree</a:t>
            </a:r>
          </a:p>
        </p:txBody>
      </p:sp>
      <p:sp>
        <p:nvSpPr>
          <p:cNvPr id="12" name="Arrow: Pentagon 11">
            <a:extLst>
              <a:ext uri="{FF2B5EF4-FFF2-40B4-BE49-F238E27FC236}">
                <a16:creationId xmlns:a16="http://schemas.microsoft.com/office/drawing/2014/main" id="{DD4165A5-3A14-8660-C02B-D39A1822BE2E}"/>
              </a:ext>
            </a:extLst>
          </p:cNvPr>
          <p:cNvSpPr/>
          <p:nvPr/>
        </p:nvSpPr>
        <p:spPr>
          <a:xfrm>
            <a:off x="940907" y="3420337"/>
            <a:ext cx="2098626" cy="905540"/>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latin typeface="Abel" panose="02000506030000020004" pitchFamily="2" charset="0"/>
              </a:rPr>
              <a:t>Random Forest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sp>
        <p:nvSpPr>
          <p:cNvPr id="2312" name="Google Shape;2312;p33"/>
          <p:cNvSpPr/>
          <p:nvPr/>
        </p:nvSpPr>
        <p:spPr>
          <a:xfrm>
            <a:off x="848104" y="1147156"/>
            <a:ext cx="1263329" cy="637039"/>
          </a:xfrm>
          <a:prstGeom prst="rect">
            <a:avLst/>
          </a:prstGeom>
          <a:solidFill>
            <a:schemeClr val="lt2"/>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2313" name="Google Shape;2313;p33"/>
          <p:cNvSpPr txBox="1">
            <a:spLocks noGrp="1"/>
          </p:cNvSpPr>
          <p:nvPr>
            <p:ph type="title"/>
          </p:nvPr>
        </p:nvSpPr>
        <p:spPr>
          <a:xfrm>
            <a:off x="848104" y="1668740"/>
            <a:ext cx="5602573" cy="127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t>Appendix</a:t>
            </a:r>
            <a:endParaRPr dirty="0"/>
          </a:p>
        </p:txBody>
      </p:sp>
      <p:sp>
        <p:nvSpPr>
          <p:cNvPr id="7" name="TextBox 6">
            <a:extLst>
              <a:ext uri="{FF2B5EF4-FFF2-40B4-BE49-F238E27FC236}">
                <a16:creationId xmlns:a16="http://schemas.microsoft.com/office/drawing/2014/main" id="{A1F7C7E9-6E81-38EA-C40B-F300B9BE6F96}"/>
              </a:ext>
            </a:extLst>
          </p:cNvPr>
          <p:cNvSpPr txBox="1"/>
          <p:nvPr/>
        </p:nvSpPr>
        <p:spPr>
          <a:xfrm>
            <a:off x="-1036910" y="725433"/>
            <a:ext cx="5033356" cy="1477328"/>
          </a:xfrm>
          <a:prstGeom prst="rect">
            <a:avLst/>
          </a:prstGeom>
          <a:noFill/>
        </p:spPr>
        <p:txBody>
          <a:bodyPr wrap="square">
            <a:spAutoFit/>
          </a:bodyPr>
          <a:lstStyle/>
          <a:p>
            <a:pPr marL="0" lvl="0" indent="0" algn="ctr" rtl="0">
              <a:spcBef>
                <a:spcPts val="0"/>
              </a:spcBef>
              <a:spcAft>
                <a:spcPts val="0"/>
              </a:spcAft>
              <a:buNone/>
            </a:pPr>
            <a:r>
              <a:rPr lang="en" sz="9000" dirty="0"/>
              <a:t>06</a:t>
            </a:r>
          </a:p>
        </p:txBody>
      </p:sp>
    </p:spTree>
    <p:extLst>
      <p:ext uri="{BB962C8B-B14F-4D97-AF65-F5344CB8AC3E}">
        <p14:creationId xmlns:p14="http://schemas.microsoft.com/office/powerpoint/2010/main" val="2902614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5" name="Picture 4">
            <a:extLst>
              <a:ext uri="{FF2B5EF4-FFF2-40B4-BE49-F238E27FC236}">
                <a16:creationId xmlns:a16="http://schemas.microsoft.com/office/drawing/2014/main" id="{93EAD6A4-490D-677F-1DD6-4FBF8DFF4A97}"/>
              </a:ext>
            </a:extLst>
          </p:cNvPr>
          <p:cNvPicPr>
            <a:picLocks noChangeAspect="1"/>
          </p:cNvPicPr>
          <p:nvPr/>
        </p:nvPicPr>
        <p:blipFill>
          <a:blip r:embed="rId3"/>
          <a:stretch>
            <a:fillRect/>
          </a:stretch>
        </p:blipFill>
        <p:spPr>
          <a:xfrm>
            <a:off x="0" y="0"/>
            <a:ext cx="3686468" cy="2631688"/>
          </a:xfrm>
          <a:prstGeom prst="rect">
            <a:avLst/>
          </a:prstGeom>
        </p:spPr>
      </p:pic>
      <p:pic>
        <p:nvPicPr>
          <p:cNvPr id="8" name="Picture 7">
            <a:extLst>
              <a:ext uri="{FF2B5EF4-FFF2-40B4-BE49-F238E27FC236}">
                <a16:creationId xmlns:a16="http://schemas.microsoft.com/office/drawing/2014/main" id="{14651A81-9376-4164-8C13-B864B84D24C7}"/>
              </a:ext>
            </a:extLst>
          </p:cNvPr>
          <p:cNvPicPr>
            <a:picLocks noChangeAspect="1"/>
          </p:cNvPicPr>
          <p:nvPr/>
        </p:nvPicPr>
        <p:blipFill>
          <a:blip r:embed="rId4"/>
          <a:stretch>
            <a:fillRect/>
          </a:stretch>
        </p:blipFill>
        <p:spPr>
          <a:xfrm>
            <a:off x="5059680" y="59938"/>
            <a:ext cx="3686468" cy="2571750"/>
          </a:xfrm>
          <a:prstGeom prst="rect">
            <a:avLst/>
          </a:prstGeom>
        </p:spPr>
      </p:pic>
      <p:pic>
        <p:nvPicPr>
          <p:cNvPr id="10" name="Picture 9">
            <a:extLst>
              <a:ext uri="{FF2B5EF4-FFF2-40B4-BE49-F238E27FC236}">
                <a16:creationId xmlns:a16="http://schemas.microsoft.com/office/drawing/2014/main" id="{EBAA3711-B064-9F4C-4F2C-E424484EEB22}"/>
              </a:ext>
            </a:extLst>
          </p:cNvPr>
          <p:cNvPicPr>
            <a:picLocks noChangeAspect="1"/>
          </p:cNvPicPr>
          <p:nvPr/>
        </p:nvPicPr>
        <p:blipFill>
          <a:blip r:embed="rId5"/>
          <a:stretch>
            <a:fillRect/>
          </a:stretch>
        </p:blipFill>
        <p:spPr>
          <a:xfrm>
            <a:off x="2420171" y="2437725"/>
            <a:ext cx="3905807" cy="2705775"/>
          </a:xfrm>
          <a:prstGeom prst="rect">
            <a:avLst/>
          </a:prstGeom>
        </p:spPr>
      </p:pic>
    </p:spTree>
    <p:extLst>
      <p:ext uri="{BB962C8B-B14F-4D97-AF65-F5344CB8AC3E}">
        <p14:creationId xmlns:p14="http://schemas.microsoft.com/office/powerpoint/2010/main" val="2178398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3" name="Picture 2">
            <a:extLst>
              <a:ext uri="{FF2B5EF4-FFF2-40B4-BE49-F238E27FC236}">
                <a16:creationId xmlns:a16="http://schemas.microsoft.com/office/drawing/2014/main" id="{5073EB38-D681-CEC3-F103-1079ED416736}"/>
              </a:ext>
            </a:extLst>
          </p:cNvPr>
          <p:cNvPicPr>
            <a:picLocks noChangeAspect="1"/>
          </p:cNvPicPr>
          <p:nvPr/>
        </p:nvPicPr>
        <p:blipFill>
          <a:blip r:embed="rId3"/>
          <a:stretch>
            <a:fillRect/>
          </a:stretch>
        </p:blipFill>
        <p:spPr>
          <a:xfrm>
            <a:off x="464104" y="500782"/>
            <a:ext cx="3830805" cy="4141935"/>
          </a:xfrm>
          <a:prstGeom prst="rect">
            <a:avLst/>
          </a:prstGeom>
        </p:spPr>
      </p:pic>
      <p:pic>
        <p:nvPicPr>
          <p:cNvPr id="6" name="Picture 5">
            <a:extLst>
              <a:ext uri="{FF2B5EF4-FFF2-40B4-BE49-F238E27FC236}">
                <a16:creationId xmlns:a16="http://schemas.microsoft.com/office/drawing/2014/main" id="{1AC816AC-2763-F107-7364-5AD8BF28AFDE}"/>
              </a:ext>
            </a:extLst>
          </p:cNvPr>
          <p:cNvPicPr>
            <a:picLocks noChangeAspect="1"/>
          </p:cNvPicPr>
          <p:nvPr/>
        </p:nvPicPr>
        <p:blipFill>
          <a:blip r:embed="rId4"/>
          <a:stretch>
            <a:fillRect/>
          </a:stretch>
        </p:blipFill>
        <p:spPr>
          <a:xfrm>
            <a:off x="4694919" y="500782"/>
            <a:ext cx="3830806" cy="4143953"/>
          </a:xfrm>
          <a:prstGeom prst="rect">
            <a:avLst/>
          </a:prstGeom>
        </p:spPr>
      </p:pic>
    </p:spTree>
    <p:extLst>
      <p:ext uri="{BB962C8B-B14F-4D97-AF65-F5344CB8AC3E}">
        <p14:creationId xmlns:p14="http://schemas.microsoft.com/office/powerpoint/2010/main" val="2540529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4" name="Picture 3">
            <a:extLst>
              <a:ext uri="{FF2B5EF4-FFF2-40B4-BE49-F238E27FC236}">
                <a16:creationId xmlns:a16="http://schemas.microsoft.com/office/drawing/2014/main" id="{37BBCD11-7820-7F22-66CC-B08BE6D1A5B2}"/>
              </a:ext>
            </a:extLst>
          </p:cNvPr>
          <p:cNvPicPr>
            <a:picLocks noChangeAspect="1"/>
          </p:cNvPicPr>
          <p:nvPr/>
        </p:nvPicPr>
        <p:blipFill>
          <a:blip r:embed="rId3"/>
          <a:stretch>
            <a:fillRect/>
          </a:stretch>
        </p:blipFill>
        <p:spPr>
          <a:xfrm>
            <a:off x="1848706" y="3032047"/>
            <a:ext cx="5446588" cy="2111453"/>
          </a:xfrm>
          <a:prstGeom prst="rect">
            <a:avLst/>
          </a:prstGeom>
        </p:spPr>
      </p:pic>
      <p:pic>
        <p:nvPicPr>
          <p:cNvPr id="7" name="Picture 6">
            <a:extLst>
              <a:ext uri="{FF2B5EF4-FFF2-40B4-BE49-F238E27FC236}">
                <a16:creationId xmlns:a16="http://schemas.microsoft.com/office/drawing/2014/main" id="{510367F2-3A29-C045-3DFA-5C3382B046AD}"/>
              </a:ext>
            </a:extLst>
          </p:cNvPr>
          <p:cNvPicPr>
            <a:picLocks noChangeAspect="1"/>
          </p:cNvPicPr>
          <p:nvPr/>
        </p:nvPicPr>
        <p:blipFill>
          <a:blip r:embed="rId4"/>
          <a:stretch>
            <a:fillRect/>
          </a:stretch>
        </p:blipFill>
        <p:spPr>
          <a:xfrm>
            <a:off x="1848706" y="0"/>
            <a:ext cx="5446588" cy="2909455"/>
          </a:xfrm>
          <a:prstGeom prst="rect">
            <a:avLst/>
          </a:prstGeom>
        </p:spPr>
      </p:pic>
    </p:spTree>
    <p:extLst>
      <p:ext uri="{BB962C8B-B14F-4D97-AF65-F5344CB8AC3E}">
        <p14:creationId xmlns:p14="http://schemas.microsoft.com/office/powerpoint/2010/main" val="611395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3" name="Picture 2">
            <a:extLst>
              <a:ext uri="{FF2B5EF4-FFF2-40B4-BE49-F238E27FC236}">
                <a16:creationId xmlns:a16="http://schemas.microsoft.com/office/drawing/2014/main" id="{195C2B34-495D-E186-2B41-6EFE04B0F1AF}"/>
              </a:ext>
            </a:extLst>
          </p:cNvPr>
          <p:cNvPicPr>
            <a:picLocks noChangeAspect="1"/>
          </p:cNvPicPr>
          <p:nvPr/>
        </p:nvPicPr>
        <p:blipFill>
          <a:blip r:embed="rId3"/>
          <a:stretch>
            <a:fillRect/>
          </a:stretch>
        </p:blipFill>
        <p:spPr>
          <a:xfrm>
            <a:off x="1841701" y="0"/>
            <a:ext cx="5460597" cy="3906982"/>
          </a:xfrm>
          <a:prstGeom prst="rect">
            <a:avLst/>
          </a:prstGeom>
        </p:spPr>
      </p:pic>
      <p:pic>
        <p:nvPicPr>
          <p:cNvPr id="6" name="Picture 5">
            <a:extLst>
              <a:ext uri="{FF2B5EF4-FFF2-40B4-BE49-F238E27FC236}">
                <a16:creationId xmlns:a16="http://schemas.microsoft.com/office/drawing/2014/main" id="{1A4A726D-6C30-61FB-900E-A8F3DCB69DD8}"/>
              </a:ext>
            </a:extLst>
          </p:cNvPr>
          <p:cNvPicPr>
            <a:picLocks noChangeAspect="1"/>
          </p:cNvPicPr>
          <p:nvPr/>
        </p:nvPicPr>
        <p:blipFill>
          <a:blip r:embed="rId4"/>
          <a:stretch>
            <a:fillRect/>
          </a:stretch>
        </p:blipFill>
        <p:spPr>
          <a:xfrm>
            <a:off x="3762261" y="4310464"/>
            <a:ext cx="1619476" cy="457264"/>
          </a:xfrm>
          <a:prstGeom prst="rect">
            <a:avLst/>
          </a:prstGeom>
        </p:spPr>
      </p:pic>
    </p:spTree>
    <p:extLst>
      <p:ext uri="{BB962C8B-B14F-4D97-AF65-F5344CB8AC3E}">
        <p14:creationId xmlns:p14="http://schemas.microsoft.com/office/powerpoint/2010/main" val="879344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1"/>
        <p:cNvGrpSpPr/>
        <p:nvPr/>
      </p:nvGrpSpPr>
      <p:grpSpPr>
        <a:xfrm>
          <a:off x="0" y="0"/>
          <a:ext cx="0" cy="0"/>
          <a:chOff x="0" y="0"/>
          <a:chExt cx="0" cy="0"/>
        </a:xfrm>
      </p:grpSpPr>
      <p:pic>
        <p:nvPicPr>
          <p:cNvPr id="4" name="Picture 3">
            <a:extLst>
              <a:ext uri="{FF2B5EF4-FFF2-40B4-BE49-F238E27FC236}">
                <a16:creationId xmlns:a16="http://schemas.microsoft.com/office/drawing/2014/main" id="{B6BD7D78-B0CC-058A-BD1D-B0B3DAE0E01C}"/>
              </a:ext>
            </a:extLst>
          </p:cNvPr>
          <p:cNvPicPr>
            <a:picLocks noChangeAspect="1"/>
          </p:cNvPicPr>
          <p:nvPr/>
        </p:nvPicPr>
        <p:blipFill>
          <a:blip r:embed="rId3"/>
          <a:stretch>
            <a:fillRect/>
          </a:stretch>
        </p:blipFill>
        <p:spPr>
          <a:xfrm>
            <a:off x="763621" y="252089"/>
            <a:ext cx="2276793" cy="4639322"/>
          </a:xfrm>
          <a:prstGeom prst="rect">
            <a:avLst/>
          </a:prstGeom>
        </p:spPr>
      </p:pic>
      <p:pic>
        <p:nvPicPr>
          <p:cNvPr id="7" name="Picture 6">
            <a:extLst>
              <a:ext uri="{FF2B5EF4-FFF2-40B4-BE49-F238E27FC236}">
                <a16:creationId xmlns:a16="http://schemas.microsoft.com/office/drawing/2014/main" id="{D134CDB7-6F63-B16C-3677-81C382BDC4D3}"/>
              </a:ext>
            </a:extLst>
          </p:cNvPr>
          <p:cNvPicPr>
            <a:picLocks noChangeAspect="1"/>
          </p:cNvPicPr>
          <p:nvPr/>
        </p:nvPicPr>
        <p:blipFill>
          <a:blip r:embed="rId4"/>
          <a:stretch>
            <a:fillRect/>
          </a:stretch>
        </p:blipFill>
        <p:spPr>
          <a:xfrm>
            <a:off x="4074666" y="127394"/>
            <a:ext cx="4344006" cy="905001"/>
          </a:xfrm>
          <a:prstGeom prst="rect">
            <a:avLst/>
          </a:prstGeom>
        </p:spPr>
      </p:pic>
      <p:pic>
        <p:nvPicPr>
          <p:cNvPr id="9" name="Picture 8">
            <a:extLst>
              <a:ext uri="{FF2B5EF4-FFF2-40B4-BE49-F238E27FC236}">
                <a16:creationId xmlns:a16="http://schemas.microsoft.com/office/drawing/2014/main" id="{3E4CF212-F9D3-B7D6-AA34-D4F06DFD60A5}"/>
              </a:ext>
            </a:extLst>
          </p:cNvPr>
          <p:cNvPicPr>
            <a:picLocks noChangeAspect="1"/>
          </p:cNvPicPr>
          <p:nvPr/>
        </p:nvPicPr>
        <p:blipFill>
          <a:blip r:embed="rId5"/>
          <a:stretch>
            <a:fillRect/>
          </a:stretch>
        </p:blipFill>
        <p:spPr>
          <a:xfrm>
            <a:off x="3747131" y="973773"/>
            <a:ext cx="4999076" cy="3546764"/>
          </a:xfrm>
          <a:prstGeom prst="rect">
            <a:avLst/>
          </a:prstGeom>
        </p:spPr>
      </p:pic>
      <p:pic>
        <p:nvPicPr>
          <p:cNvPr id="11" name="Picture 10">
            <a:extLst>
              <a:ext uri="{FF2B5EF4-FFF2-40B4-BE49-F238E27FC236}">
                <a16:creationId xmlns:a16="http://schemas.microsoft.com/office/drawing/2014/main" id="{40AAAB0B-22F7-C7C2-64FD-CB871E012EC2}"/>
              </a:ext>
            </a:extLst>
          </p:cNvPr>
          <p:cNvPicPr>
            <a:picLocks noChangeAspect="1"/>
          </p:cNvPicPr>
          <p:nvPr/>
        </p:nvPicPr>
        <p:blipFill>
          <a:blip r:embed="rId6"/>
          <a:stretch>
            <a:fillRect/>
          </a:stretch>
        </p:blipFill>
        <p:spPr>
          <a:xfrm>
            <a:off x="4453847" y="4523749"/>
            <a:ext cx="3585643" cy="492357"/>
          </a:xfrm>
          <a:prstGeom prst="rect">
            <a:avLst/>
          </a:prstGeom>
        </p:spPr>
      </p:pic>
    </p:spTree>
    <p:extLst>
      <p:ext uri="{BB962C8B-B14F-4D97-AF65-F5344CB8AC3E}">
        <p14:creationId xmlns:p14="http://schemas.microsoft.com/office/powerpoint/2010/main" val="3406685348"/>
      </p:ext>
    </p:extLst>
  </p:cSld>
  <p:clrMapOvr>
    <a:masterClrMapping/>
  </p:clrMapOvr>
</p:sld>
</file>

<file path=ppt/theme/theme1.xml><?xml version="1.0" encoding="utf-8"?>
<a:theme xmlns:a="http://schemas.openxmlformats.org/drawingml/2006/main" name="Online Shopping MK Plan by Slidesgo">
  <a:themeElements>
    <a:clrScheme name="Simple Light">
      <a:dk1>
        <a:srgbClr val="000000"/>
      </a:dk1>
      <a:lt1>
        <a:srgbClr val="FFFFFF"/>
      </a:lt1>
      <a:dk2>
        <a:srgbClr val="686868"/>
      </a:dk2>
      <a:lt2>
        <a:srgbClr val="EFE4C8"/>
      </a:lt2>
      <a:accent1>
        <a:srgbClr val="EFEFEF"/>
      </a:accent1>
      <a:accent2>
        <a:srgbClr val="D7E7E7"/>
      </a:accent2>
      <a:accent3>
        <a:srgbClr val="A3D6D7"/>
      </a:accent3>
      <a:accent4>
        <a:srgbClr val="EBB7B0"/>
      </a:accent4>
      <a:accent5>
        <a:srgbClr val="F19082"/>
      </a:accent5>
      <a:accent6>
        <a:srgbClr val="CD4A38"/>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1978</TotalTime>
  <Words>455</Words>
  <Application>Microsoft Office PowerPoint</Application>
  <PresentationFormat>On-screen Show (16:9)</PresentationFormat>
  <Paragraphs>98</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Söhne</vt:lpstr>
      <vt:lpstr>Abel</vt:lpstr>
      <vt:lpstr>Nunito Light</vt:lpstr>
      <vt:lpstr>Arial</vt:lpstr>
      <vt:lpstr>Questrial</vt:lpstr>
      <vt:lpstr>Fira Sans Extra Condensed Medium</vt:lpstr>
      <vt:lpstr>Online Shopping MK Plan by Slidesgo</vt:lpstr>
      <vt:lpstr>Predictive Analytics for Online Retail Sales  Trends? </vt:lpstr>
      <vt:lpstr>Research Question</vt:lpstr>
      <vt:lpstr>Introduction</vt:lpstr>
      <vt:lpstr>PowerPoint Presentation</vt:lpstr>
      <vt:lpstr>PowerPoint Presentation</vt:lpstr>
      <vt:lpstr>PowerPoint Presentation</vt:lpstr>
      <vt:lpstr>Research Question</vt:lpstr>
      <vt:lpstr>Data Dictionary</vt:lpstr>
      <vt:lpstr>Data Gathering and Preprocessing</vt:lpstr>
      <vt:lpstr>Exploratory Data Analysis</vt:lpstr>
      <vt:lpstr>Before handling outliers</vt:lpstr>
      <vt:lpstr>After handling outliers</vt:lpstr>
      <vt:lpstr>Applying log transfromation</vt:lpstr>
      <vt:lpstr>PowerPoint Presentation</vt:lpstr>
      <vt:lpstr>Data Mining Models</vt:lpstr>
      <vt:lpstr>Data Mining Models Perfromed and Comparison</vt:lpstr>
      <vt:lpstr>Conclusion</vt:lpstr>
      <vt:lpstr>CONCLUSION</vt:lpstr>
      <vt:lpstr>Appendix</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"Navigating the Future: Predictive Analytics for Online Retail Sales  Trends"? </dc:title>
  <cp:lastModifiedBy>Trilok Dhanekula</cp:lastModifiedBy>
  <cp:revision>3</cp:revision>
  <dcterms:modified xsi:type="dcterms:W3CDTF">2024-05-02T21:59:24Z</dcterms:modified>
</cp:coreProperties>
</file>